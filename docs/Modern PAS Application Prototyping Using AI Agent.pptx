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43" r:id="rId4"/>
  </p:sldMasterIdLst>
  <p:notesMasterIdLst>
    <p:notesMasterId r:id="rId8"/>
  </p:notesMasterIdLst>
  <p:handoutMasterIdLst>
    <p:handoutMasterId r:id="rId9"/>
  </p:handoutMasterIdLst>
  <p:sldIdLst>
    <p:sldId id="257" r:id="rId5"/>
    <p:sldId id="261" r:id="rId6"/>
    <p:sldId id="262" r:id="rId7"/>
  </p:sldIdLst>
  <p:sldSz cx="18288000" cy="10287000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1pPr>
    <a:lvl2pPr marL="685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2pPr>
    <a:lvl3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3pPr>
    <a:lvl4pPr marL="2057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4pPr>
    <a:lvl5pPr marL="2743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ontserrat" pitchFamily="2" charset="77"/>
        <a:ea typeface="+mn-ea"/>
        <a:cs typeface="+mn-cs"/>
      </a:defRPr>
    </a:lvl5pPr>
    <a:lvl6pPr marL="3429000" algn="l" defTabSz="13716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6pPr>
    <a:lvl7pPr marL="4114800" algn="l" defTabSz="13716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7pPr>
    <a:lvl8pPr marL="4800600" algn="l" defTabSz="13716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8pPr>
    <a:lvl9pPr marL="5486400" algn="l" defTabSz="1371600" rtl="0" eaLnBrk="1" latinLnBrk="0" hangingPunct="1">
      <a:defRPr kern="1200">
        <a:solidFill>
          <a:schemeClr val="tx1"/>
        </a:solidFill>
        <a:latin typeface="Montserrat" pitchFamily="2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lletly, Kate (HCS)" initials="GK(" lastIdx="8" clrIdx="0">
    <p:extLst>
      <p:ext uri="{19B8F6BF-5375-455C-9EA6-DF929625EA0E}">
        <p15:presenceInfo xmlns:p15="http://schemas.microsoft.com/office/powerpoint/2012/main" userId="S::kate.gelletly@dxc.com::e0ea5dc9-65b7-4a78-a768-034296fa6b9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86C"/>
    <a:srgbClr val="FFFFFF"/>
    <a:srgbClr val="0B316F"/>
    <a:srgbClr val="1D4F91"/>
    <a:srgbClr val="18417E"/>
    <a:srgbClr val="1B4A8C"/>
    <a:srgbClr val="082159"/>
    <a:srgbClr val="0C3B98"/>
    <a:srgbClr val="0E45B2"/>
    <a:srgbClr val="0C3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10" y="8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K" userId="ecd0f09a-3144-46db-93c3-cffbf370fa84" providerId="ADAL" clId="{DE3E4F05-1F55-4770-AD98-AE62B78D67B5}"/>
    <pc:docChg chg="modSld">
      <pc:chgData name="Vignesh K" userId="ecd0f09a-3144-46db-93c3-cffbf370fa84" providerId="ADAL" clId="{DE3E4F05-1F55-4770-AD98-AE62B78D67B5}" dt="2026-07-13T05:15:37.851" v="0" actId="14100"/>
      <pc:docMkLst>
        <pc:docMk/>
      </pc:docMkLst>
      <pc:sldChg chg="modSp mod">
        <pc:chgData name="Vignesh K" userId="ecd0f09a-3144-46db-93c3-cffbf370fa84" providerId="ADAL" clId="{DE3E4F05-1F55-4770-AD98-AE62B78D67B5}" dt="2026-07-13T05:15:37.851" v="0" actId="14100"/>
        <pc:sldMkLst>
          <pc:docMk/>
          <pc:sldMk cId="3221372699" sldId="261"/>
        </pc:sldMkLst>
        <pc:spChg chg="mod">
          <ac:chgData name="Vignesh K" userId="ecd0f09a-3144-46db-93c3-cffbf370fa84" providerId="ADAL" clId="{DE3E4F05-1F55-4770-AD98-AE62B78D67B5}" dt="2026-07-13T05:15:37.851" v="0" actId="14100"/>
          <ac:spMkLst>
            <pc:docMk/>
            <pc:sldMk cId="3221372699" sldId="261"/>
            <ac:spMk id="5" creationId="{E8DA6D6A-E462-4A5D-9E48-B4B10F0BBF0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5192A2E-7B03-D04A-AC77-7121298548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CEA613-9ADF-F54D-BAA4-06F96C99E0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fld id="{903FC7FE-252D-5143-A21D-47B7E1BE1659}" type="datetimeFigureOut">
              <a:rPr lang="it-IT">
                <a:latin typeface="Montserrat" panose="00000500000000000000" pitchFamily="2" charset="0"/>
              </a:rPr>
              <a:pPr>
                <a:defRPr/>
              </a:pPr>
              <a:t>13/07/2026</a:t>
            </a:fld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B9A50E-B08D-0D45-A62D-102EBC4612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1882ED7-7CB3-DE48-A89F-2849D8C38C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Montserrat Medium" pitchFamily="2" charset="77"/>
              </a:defRPr>
            </a:lvl1pPr>
          </a:lstStyle>
          <a:p>
            <a:pPr>
              <a:defRPr/>
            </a:pPr>
            <a:fld id="{57C1681C-E851-6B49-B24A-1D3D5D4DB005}" type="slidenum">
              <a:rPr lang="it-IT">
                <a:latin typeface="Montserrat" panose="00000500000000000000" pitchFamily="2" charset="0"/>
              </a:rPr>
              <a:pPr>
                <a:defRPr/>
              </a:pPr>
              <a:t>‹#›</a:t>
            </a:fld>
            <a:endParaRPr lang="it-IT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C57B2BE-8AE1-A440-9CAF-4FC62EA246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4A0E54-3832-E74D-B0AE-A812468F30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9E9479ED-9E75-F644-B004-51F8CAD37EE0}" type="datetimeFigureOut">
              <a:rPr lang="it-IT" smtClean="0"/>
              <a:pPr>
                <a:defRPr/>
              </a:pPr>
              <a:t>13/07/2026</a:t>
            </a:fld>
            <a:endParaRPr lang="it-IT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5FC28909-520E-C040-AF04-8B7A06D3B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F01B3513-3328-F84F-92BC-F1A3ED456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A328447-5EC9-B44E-AD9A-B6988ECB42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24DDB7-E3E7-8145-A76F-CF0FF843B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ontserrat" panose="00000500000000000000" pitchFamily="2" charset="0"/>
              </a:defRPr>
            </a:lvl1pPr>
          </a:lstStyle>
          <a:p>
            <a:pPr>
              <a:defRPr/>
            </a:pPr>
            <a:fld id="{9D8371CD-2A07-BE42-9985-88450FD92ECB}" type="slidenum">
              <a:rPr lang="it-IT" smtClean="0"/>
              <a:pPr>
                <a:defRPr/>
              </a:pPr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685800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1371600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2057400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2743200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dical professionals walking&#10;&#10;AI-generated content may be incorrect.">
            <a:extLst>
              <a:ext uri="{FF2B5EF4-FFF2-40B4-BE49-F238E27FC236}">
                <a16:creationId xmlns:a16="http://schemas.microsoft.com/office/drawing/2014/main" id="{2F667D9C-DFE0-EA2B-E9E2-8B086EB90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3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411012-13C7-FC4E-A044-A15D7FF4C1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267" y="6875809"/>
            <a:ext cx="2249813" cy="377144"/>
          </a:xfrm>
          <a:prstGeom prst="roundRect">
            <a:avLst/>
          </a:prstGeom>
          <a:solidFill>
            <a:schemeClr val="accent2"/>
          </a:solidFill>
        </p:spPr>
        <p:txBody>
          <a:bodyPr wrap="none" lIns="0" tIns="0" rIns="0" bIns="0" anchor="ctr" anchorCtr="0"/>
          <a:lstStyle>
            <a:lvl1pPr marL="0" indent="0" algn="ctr">
              <a:buSzPct val="150000"/>
              <a:buFont typeface=".PingFang SC Regular"/>
              <a:buNone/>
              <a:defRPr lang="en-US" sz="1650" b="1" kern="1200" spc="225" baseline="0" dirty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01/01/2026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011039A-57EE-9984-039C-25AE9B820A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855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8E0736-655D-7D66-A23A-444494BDAE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76BD6E-BD93-0A29-4FD7-0BE2FBE2D5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267" y="6875809"/>
            <a:ext cx="2249813" cy="377144"/>
          </a:xfrm>
          <a:prstGeom prst="roundRect">
            <a:avLst/>
          </a:prstGeom>
          <a:solidFill>
            <a:schemeClr val="accent2"/>
          </a:solidFill>
        </p:spPr>
        <p:txBody>
          <a:bodyPr wrap="none" lIns="0" tIns="0" rIns="0" bIns="0" anchor="ctr" anchorCtr="0"/>
          <a:lstStyle>
            <a:lvl1pPr marL="0" indent="0" algn="ctr">
              <a:buSzPct val="150000"/>
              <a:buFont typeface=".PingFang SC Regular"/>
              <a:buNone/>
              <a:defRPr lang="en-US" sz="1650" b="1" kern="1200" spc="225" baseline="0" dirty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01/01/2026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6C54DC-1598-9A49-AAFE-415BF9ED86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04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2111B9-0E17-678D-05EF-67A5FAF741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C8B0B18-237B-0985-BE04-053692B531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267" y="6875809"/>
            <a:ext cx="2249813" cy="377144"/>
          </a:xfrm>
          <a:prstGeom prst="roundRect">
            <a:avLst/>
          </a:prstGeom>
          <a:solidFill>
            <a:schemeClr val="accent2"/>
          </a:solidFill>
        </p:spPr>
        <p:txBody>
          <a:bodyPr wrap="none" lIns="0" tIns="0" rIns="0" bIns="0" anchor="ctr" anchorCtr="0"/>
          <a:lstStyle>
            <a:lvl1pPr marL="0" indent="0" algn="ctr">
              <a:buSzPct val="150000"/>
              <a:buFont typeface=".PingFang SC Regular"/>
              <a:buNone/>
              <a:defRPr lang="en-US" sz="1650" b="1" kern="1200" spc="225" baseline="0" dirty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01/01/2026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82E86E-2838-C383-2AB5-B1FA7E1954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492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EB9C7A5-06F1-10DF-04AE-5F02C327F0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971F7B7-7465-E765-3405-8E00608B8F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267" y="6875809"/>
            <a:ext cx="2249813" cy="377144"/>
          </a:xfrm>
          <a:prstGeom prst="roundRect">
            <a:avLst/>
          </a:prstGeom>
          <a:solidFill>
            <a:schemeClr val="accent2"/>
          </a:solidFill>
        </p:spPr>
        <p:txBody>
          <a:bodyPr wrap="none" lIns="0" tIns="0" rIns="0" bIns="0" anchor="ctr" anchorCtr="0"/>
          <a:lstStyle>
            <a:lvl1pPr marL="0" indent="0" algn="ctr">
              <a:buSzPct val="150000"/>
              <a:buFont typeface=".PingFang SC Regular"/>
              <a:buNone/>
              <a:defRPr lang="en-US" sz="1650" b="1" kern="1200" spc="225" baseline="0" dirty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01/01/2026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BCEEFD-E3E0-1027-9DD0-DCAD2E2E6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922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985BF8-3F7E-F9F6-7859-88A3EF21D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2E511A5-443D-A760-DEB8-BD7C21D28E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267" y="6875809"/>
            <a:ext cx="2249813" cy="377144"/>
          </a:xfrm>
          <a:prstGeom prst="roundRect">
            <a:avLst/>
          </a:prstGeom>
          <a:solidFill>
            <a:schemeClr val="accent2"/>
          </a:solidFill>
        </p:spPr>
        <p:txBody>
          <a:bodyPr wrap="none" lIns="0" tIns="0" rIns="0" bIns="0" anchor="ctr" anchorCtr="0"/>
          <a:lstStyle>
            <a:lvl1pPr marL="0" indent="0" algn="ctr">
              <a:buSzPct val="150000"/>
              <a:buFont typeface=".PingFang SC Regular"/>
              <a:buNone/>
              <a:defRPr lang="en-US" sz="1650" b="1" kern="1200" spc="225" baseline="0" dirty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01/01/2026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0AB14EA-A1B3-9C04-B670-0A72F770C2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096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6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3DAF18-8B42-0551-381B-0A385C93C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CDDFFD8-AD96-6AFF-1856-56C5CD199C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267" y="6875809"/>
            <a:ext cx="2249813" cy="377144"/>
          </a:xfrm>
          <a:prstGeom prst="roundRect">
            <a:avLst/>
          </a:prstGeom>
          <a:solidFill>
            <a:schemeClr val="accent2"/>
          </a:solidFill>
        </p:spPr>
        <p:txBody>
          <a:bodyPr wrap="none" lIns="0" tIns="0" rIns="0" bIns="0" anchor="ctr" anchorCtr="0"/>
          <a:lstStyle>
            <a:lvl1pPr marL="0" indent="0" algn="ctr">
              <a:buSzPct val="150000"/>
              <a:buFont typeface=".PingFang SC Regular"/>
              <a:buNone/>
              <a:defRPr lang="en-US" sz="1650" b="1" kern="1200" spc="225" baseline="0" dirty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01/01/2026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AAB719D-1406-A6D2-57B4-60BA4BBE3F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83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1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1">
            <a:extLst>
              <a:ext uri="{FF2B5EF4-FFF2-40B4-BE49-F238E27FC236}">
                <a16:creationId xmlns:a16="http://schemas.microsoft.com/office/drawing/2014/main" id="{B5E592B7-A15C-E0FC-5773-1206C8DAC261}"/>
              </a:ext>
            </a:extLst>
          </p:cNvPr>
          <p:cNvSpPr/>
          <p:nvPr userDrawn="1"/>
        </p:nvSpPr>
        <p:spPr>
          <a:xfrm>
            <a:off x="538222" y="1864101"/>
            <a:ext cx="8556896" cy="4545903"/>
          </a:xfrm>
          <a:prstGeom prst="roundRect">
            <a:avLst>
              <a:gd name="adj" fmla="val 6720"/>
            </a:avLst>
          </a:prstGeom>
          <a:solidFill>
            <a:schemeClr val="accent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egnaposto testo 39">
            <a:extLst>
              <a:ext uri="{FF2B5EF4-FFF2-40B4-BE49-F238E27FC236}">
                <a16:creationId xmlns:a16="http://schemas.microsoft.com/office/drawing/2014/main" id="{390BDD87-A40F-F3EE-6C1F-E1E0C7A7FF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38222" y="1300164"/>
            <a:ext cx="4819592" cy="563937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2700" b="1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Section N</a:t>
            </a:r>
          </a:p>
        </p:txBody>
      </p:sp>
      <p:pic>
        <p:nvPicPr>
          <p:cNvPr id="10" name="Elemento grafico 11">
            <a:extLst>
              <a:ext uri="{FF2B5EF4-FFF2-40B4-BE49-F238E27FC236}">
                <a16:creationId xmlns:a16="http://schemas.microsoft.com/office/drawing/2014/main" id="{C8586F08-48E4-062F-1131-D5C428A170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-886" r="-2427" b="34513"/>
          <a:stretch/>
        </p:blipFill>
        <p:spPr bwMode="white">
          <a:xfrm>
            <a:off x="538223" y="7351196"/>
            <a:ext cx="3591171" cy="2935805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A7F7644-1111-C0A5-52B3-89272092ED1A}"/>
              </a:ext>
            </a:extLst>
          </p:cNvPr>
          <p:cNvSpPr/>
          <p:nvPr userDrawn="1"/>
        </p:nvSpPr>
        <p:spPr>
          <a:xfrm>
            <a:off x="8088716" y="5600701"/>
            <a:ext cx="671513" cy="671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Graphic 14">
            <a:extLst>
              <a:ext uri="{FF2B5EF4-FFF2-40B4-BE49-F238E27FC236}">
                <a16:creationId xmlns:a16="http://schemas.microsoft.com/office/drawing/2014/main" id="{C724B7F0-44A7-6EEC-8A49-90F5C1D899AB}"/>
              </a:ext>
            </a:extLst>
          </p:cNvPr>
          <p:cNvSpPr/>
          <p:nvPr userDrawn="1"/>
        </p:nvSpPr>
        <p:spPr bwMode="black">
          <a:xfrm>
            <a:off x="8334465" y="5784266"/>
            <a:ext cx="180012" cy="304379"/>
          </a:xfrm>
          <a:custGeom>
            <a:avLst/>
            <a:gdLst>
              <a:gd name="connsiteX0" fmla="*/ 11805 w 84570"/>
              <a:gd name="connsiteY0" fmla="*/ 2143 h 164443"/>
              <a:gd name="connsiteX1" fmla="*/ 2280 w 84570"/>
              <a:gd name="connsiteY1" fmla="*/ 2143 h 164443"/>
              <a:gd name="connsiteX2" fmla="*/ 1328 w 84570"/>
              <a:gd name="connsiteY2" fmla="*/ 11668 h 164443"/>
              <a:gd name="connsiteX3" fmla="*/ 2280 w 84570"/>
              <a:gd name="connsiteY3" fmla="*/ 12621 h 164443"/>
              <a:gd name="connsiteX4" fmla="*/ 67050 w 84570"/>
              <a:gd name="connsiteY4" fmla="*/ 82153 h 164443"/>
              <a:gd name="connsiteX5" fmla="*/ 2280 w 84570"/>
              <a:gd name="connsiteY5" fmla="*/ 151686 h 164443"/>
              <a:gd name="connsiteX6" fmla="*/ 1328 w 84570"/>
              <a:gd name="connsiteY6" fmla="*/ 161211 h 164443"/>
              <a:gd name="connsiteX7" fmla="*/ 2280 w 84570"/>
              <a:gd name="connsiteY7" fmla="*/ 162163 h 164443"/>
              <a:gd name="connsiteX8" fmla="*/ 11805 w 84570"/>
              <a:gd name="connsiteY8" fmla="*/ 163116 h 164443"/>
              <a:gd name="connsiteX9" fmla="*/ 12758 w 84570"/>
              <a:gd name="connsiteY9" fmla="*/ 162163 h 164443"/>
              <a:gd name="connsiteX10" fmla="*/ 82290 w 84570"/>
              <a:gd name="connsiteY10" fmla="*/ 87868 h 164443"/>
              <a:gd name="connsiteX11" fmla="*/ 83243 w 84570"/>
              <a:gd name="connsiteY11" fmla="*/ 78343 h 164443"/>
              <a:gd name="connsiteX12" fmla="*/ 82290 w 84570"/>
              <a:gd name="connsiteY12" fmla="*/ 77391 h 164443"/>
              <a:gd name="connsiteX13" fmla="*/ 11805 w 84570"/>
              <a:gd name="connsiteY13" fmla="*/ 2143 h 16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570" h="164443">
                <a:moveTo>
                  <a:pt x="11805" y="2143"/>
                </a:moveTo>
                <a:cubicBezTo>
                  <a:pt x="8948" y="-714"/>
                  <a:pt x="4185" y="-714"/>
                  <a:pt x="2280" y="2143"/>
                </a:cubicBezTo>
                <a:cubicBezTo>
                  <a:pt x="-577" y="5001"/>
                  <a:pt x="-577" y="8811"/>
                  <a:pt x="1328" y="11668"/>
                </a:cubicBezTo>
                <a:lnTo>
                  <a:pt x="2280" y="12621"/>
                </a:lnTo>
                <a:lnTo>
                  <a:pt x="67050" y="82153"/>
                </a:lnTo>
                <a:lnTo>
                  <a:pt x="2280" y="151686"/>
                </a:lnTo>
                <a:cubicBezTo>
                  <a:pt x="-577" y="154543"/>
                  <a:pt x="-577" y="158353"/>
                  <a:pt x="1328" y="161211"/>
                </a:cubicBezTo>
                <a:lnTo>
                  <a:pt x="2280" y="162163"/>
                </a:lnTo>
                <a:cubicBezTo>
                  <a:pt x="5138" y="165021"/>
                  <a:pt x="8948" y="165021"/>
                  <a:pt x="11805" y="163116"/>
                </a:cubicBezTo>
                <a:lnTo>
                  <a:pt x="12758" y="162163"/>
                </a:lnTo>
                <a:lnTo>
                  <a:pt x="82290" y="87868"/>
                </a:lnTo>
                <a:cubicBezTo>
                  <a:pt x="85148" y="85011"/>
                  <a:pt x="85148" y="81201"/>
                  <a:pt x="83243" y="78343"/>
                </a:cubicBezTo>
                <a:lnTo>
                  <a:pt x="82290" y="77391"/>
                </a:lnTo>
                <a:lnTo>
                  <a:pt x="11805" y="2143"/>
                </a:lnTo>
                <a:close/>
              </a:path>
            </a:pathLst>
          </a:custGeom>
          <a:solidFill>
            <a:schemeClr val="tx1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0DCA47-D1B9-991B-9BCD-01776035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06" y="2550722"/>
            <a:ext cx="7036211" cy="3172662"/>
          </a:xfrm>
          <a:prstGeom prst="rect">
            <a:avLst/>
          </a:prstGeom>
        </p:spPr>
        <p:txBody>
          <a:bodyPr lIns="0" rIns="0" anchor="ctr"/>
          <a:lstStyle>
            <a:lvl1pPr>
              <a:lnSpc>
                <a:spcPct val="100000"/>
              </a:lnSpc>
              <a:defRPr lang="en-US" sz="4200" b="1" kern="1200" dirty="0" smtClean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9C3CB12E-701D-9DAE-0D78-66090CC55F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29301" y="1140159"/>
            <a:ext cx="12458699" cy="8349122"/>
          </a:xfrm>
          <a:custGeom>
            <a:avLst/>
            <a:gdLst>
              <a:gd name="connsiteX0" fmla="*/ 169961 w 8305800"/>
              <a:gd name="connsiteY0" fmla="*/ 0 h 5566082"/>
              <a:gd name="connsiteX1" fmla="*/ 8305800 w 8305800"/>
              <a:gd name="connsiteY1" fmla="*/ 0 h 5566082"/>
              <a:gd name="connsiteX2" fmla="*/ 8305800 w 8305800"/>
              <a:gd name="connsiteY2" fmla="*/ 5566082 h 5566082"/>
              <a:gd name="connsiteX3" fmla="*/ 129152 w 8305800"/>
              <a:gd name="connsiteY3" fmla="*/ 5566082 h 5566082"/>
              <a:gd name="connsiteX4" fmla="*/ 103805 w 8305800"/>
              <a:gd name="connsiteY4" fmla="*/ 5560965 h 5566082"/>
              <a:gd name="connsiteX5" fmla="*/ 0 w 8305800"/>
              <a:gd name="connsiteY5" fmla="*/ 5404360 h 5566082"/>
              <a:gd name="connsiteX6" fmla="*/ 0 w 8305800"/>
              <a:gd name="connsiteY6" fmla="*/ 3513230 h 5566082"/>
              <a:gd name="connsiteX7" fmla="*/ 1973555 w 8305800"/>
              <a:gd name="connsiteY7" fmla="*/ 3513230 h 5566082"/>
              <a:gd name="connsiteX8" fmla="*/ 2177211 w 8305800"/>
              <a:gd name="connsiteY8" fmla="*/ 3309574 h 5566082"/>
              <a:gd name="connsiteX9" fmla="*/ 2177211 w 8305800"/>
              <a:gd name="connsiteY9" fmla="*/ 686284 h 5566082"/>
              <a:gd name="connsiteX10" fmla="*/ 1973555 w 8305800"/>
              <a:gd name="connsiteY10" fmla="*/ 482628 h 5566082"/>
              <a:gd name="connsiteX11" fmla="*/ 0 w 8305800"/>
              <a:gd name="connsiteY11" fmla="*/ 482628 h 5566082"/>
              <a:gd name="connsiteX12" fmla="*/ 0 w 8305800"/>
              <a:gd name="connsiteY12" fmla="*/ 169961 h 5566082"/>
              <a:gd name="connsiteX13" fmla="*/ 169961 w 8305800"/>
              <a:gd name="connsiteY13" fmla="*/ 0 h 556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05800" h="5566082">
                <a:moveTo>
                  <a:pt x="169961" y="0"/>
                </a:moveTo>
                <a:lnTo>
                  <a:pt x="8305800" y="0"/>
                </a:lnTo>
                <a:lnTo>
                  <a:pt x="8305800" y="5566082"/>
                </a:lnTo>
                <a:lnTo>
                  <a:pt x="129152" y="5566082"/>
                </a:lnTo>
                <a:lnTo>
                  <a:pt x="103805" y="5560965"/>
                </a:lnTo>
                <a:cubicBezTo>
                  <a:pt x="42803" y="5535163"/>
                  <a:pt x="0" y="5474761"/>
                  <a:pt x="0" y="5404360"/>
                </a:cubicBezTo>
                <a:lnTo>
                  <a:pt x="0" y="3513230"/>
                </a:lnTo>
                <a:lnTo>
                  <a:pt x="1973555" y="3513230"/>
                </a:lnTo>
                <a:cubicBezTo>
                  <a:pt x="2086032" y="3513230"/>
                  <a:pt x="2177211" y="3422050"/>
                  <a:pt x="2177211" y="3309574"/>
                </a:cubicBezTo>
                <a:lnTo>
                  <a:pt x="2177211" y="686284"/>
                </a:lnTo>
                <a:cubicBezTo>
                  <a:pt x="2177211" y="573808"/>
                  <a:pt x="2086032" y="482628"/>
                  <a:pt x="1973555" y="482628"/>
                </a:cubicBezTo>
                <a:lnTo>
                  <a:pt x="0" y="482628"/>
                </a:lnTo>
                <a:lnTo>
                  <a:pt x="0" y="169961"/>
                </a:lnTo>
                <a:cubicBezTo>
                  <a:pt x="0" y="76094"/>
                  <a:pt x="76094" y="0"/>
                  <a:pt x="169961" y="0"/>
                </a:cubicBezTo>
                <a:close/>
              </a:path>
            </a:pathLst>
          </a:custGeom>
        </p:spPr>
      </p:pic>
      <p:sp>
        <p:nvSpPr>
          <p:cNvPr id="4" name="CasellaDiTesto 67">
            <a:extLst>
              <a:ext uri="{FF2B5EF4-FFF2-40B4-BE49-F238E27FC236}">
                <a16:creationId xmlns:a16="http://schemas.microsoft.com/office/drawing/2014/main" id="{BAA6B31E-ED10-DAFE-17C6-46CE8A39C083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D76930-3CD5-7966-F88C-AA52B950AD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67265" y="275389"/>
            <a:ext cx="2075612" cy="6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7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2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21">
            <a:extLst>
              <a:ext uri="{FF2B5EF4-FFF2-40B4-BE49-F238E27FC236}">
                <a16:creationId xmlns:a16="http://schemas.microsoft.com/office/drawing/2014/main" id="{DC1268F4-53DF-BCF2-C99B-AD4500AA720B}"/>
              </a:ext>
            </a:extLst>
          </p:cNvPr>
          <p:cNvSpPr/>
          <p:nvPr userDrawn="1"/>
        </p:nvSpPr>
        <p:spPr>
          <a:xfrm>
            <a:off x="538222" y="1864101"/>
            <a:ext cx="8556896" cy="4545903"/>
          </a:xfrm>
          <a:prstGeom prst="roundRect">
            <a:avLst>
              <a:gd name="adj" fmla="val 6720"/>
            </a:avLst>
          </a:prstGeom>
          <a:solidFill>
            <a:schemeClr val="accent5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egnaposto testo 39">
            <a:extLst>
              <a:ext uri="{FF2B5EF4-FFF2-40B4-BE49-F238E27FC236}">
                <a16:creationId xmlns:a16="http://schemas.microsoft.com/office/drawing/2014/main" id="{390BDD87-A40F-F3EE-6C1F-E1E0C7A7FF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38222" y="1300164"/>
            <a:ext cx="4819592" cy="563937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lnSpc>
                <a:spcPct val="100000"/>
              </a:lnSpc>
              <a:buNone/>
              <a:defRPr lang="en-US" sz="2700" b="1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Section N</a:t>
            </a:r>
          </a:p>
        </p:txBody>
      </p:sp>
      <p:pic>
        <p:nvPicPr>
          <p:cNvPr id="10" name="Elemento grafico 11">
            <a:extLst>
              <a:ext uri="{FF2B5EF4-FFF2-40B4-BE49-F238E27FC236}">
                <a16:creationId xmlns:a16="http://schemas.microsoft.com/office/drawing/2014/main" id="{C8586F08-48E4-062F-1131-D5C428A170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-886" r="-2427" b="34513"/>
          <a:stretch/>
        </p:blipFill>
        <p:spPr bwMode="white">
          <a:xfrm>
            <a:off x="538223" y="7351196"/>
            <a:ext cx="3591171" cy="2935805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A7F7644-1111-C0A5-52B3-89272092ED1A}"/>
              </a:ext>
            </a:extLst>
          </p:cNvPr>
          <p:cNvSpPr/>
          <p:nvPr userDrawn="1"/>
        </p:nvSpPr>
        <p:spPr>
          <a:xfrm>
            <a:off x="8088716" y="5600701"/>
            <a:ext cx="671513" cy="671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Graphic 14">
            <a:extLst>
              <a:ext uri="{FF2B5EF4-FFF2-40B4-BE49-F238E27FC236}">
                <a16:creationId xmlns:a16="http://schemas.microsoft.com/office/drawing/2014/main" id="{C724B7F0-44A7-6EEC-8A49-90F5C1D899AB}"/>
              </a:ext>
            </a:extLst>
          </p:cNvPr>
          <p:cNvSpPr/>
          <p:nvPr userDrawn="1"/>
        </p:nvSpPr>
        <p:spPr bwMode="black">
          <a:xfrm>
            <a:off x="8334465" y="5784266"/>
            <a:ext cx="180012" cy="304379"/>
          </a:xfrm>
          <a:custGeom>
            <a:avLst/>
            <a:gdLst>
              <a:gd name="connsiteX0" fmla="*/ 11805 w 84570"/>
              <a:gd name="connsiteY0" fmla="*/ 2143 h 164443"/>
              <a:gd name="connsiteX1" fmla="*/ 2280 w 84570"/>
              <a:gd name="connsiteY1" fmla="*/ 2143 h 164443"/>
              <a:gd name="connsiteX2" fmla="*/ 1328 w 84570"/>
              <a:gd name="connsiteY2" fmla="*/ 11668 h 164443"/>
              <a:gd name="connsiteX3" fmla="*/ 2280 w 84570"/>
              <a:gd name="connsiteY3" fmla="*/ 12621 h 164443"/>
              <a:gd name="connsiteX4" fmla="*/ 67050 w 84570"/>
              <a:gd name="connsiteY4" fmla="*/ 82153 h 164443"/>
              <a:gd name="connsiteX5" fmla="*/ 2280 w 84570"/>
              <a:gd name="connsiteY5" fmla="*/ 151686 h 164443"/>
              <a:gd name="connsiteX6" fmla="*/ 1328 w 84570"/>
              <a:gd name="connsiteY6" fmla="*/ 161211 h 164443"/>
              <a:gd name="connsiteX7" fmla="*/ 2280 w 84570"/>
              <a:gd name="connsiteY7" fmla="*/ 162163 h 164443"/>
              <a:gd name="connsiteX8" fmla="*/ 11805 w 84570"/>
              <a:gd name="connsiteY8" fmla="*/ 163116 h 164443"/>
              <a:gd name="connsiteX9" fmla="*/ 12758 w 84570"/>
              <a:gd name="connsiteY9" fmla="*/ 162163 h 164443"/>
              <a:gd name="connsiteX10" fmla="*/ 82290 w 84570"/>
              <a:gd name="connsiteY10" fmla="*/ 87868 h 164443"/>
              <a:gd name="connsiteX11" fmla="*/ 83243 w 84570"/>
              <a:gd name="connsiteY11" fmla="*/ 78343 h 164443"/>
              <a:gd name="connsiteX12" fmla="*/ 82290 w 84570"/>
              <a:gd name="connsiteY12" fmla="*/ 77391 h 164443"/>
              <a:gd name="connsiteX13" fmla="*/ 11805 w 84570"/>
              <a:gd name="connsiteY13" fmla="*/ 2143 h 16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570" h="164443">
                <a:moveTo>
                  <a:pt x="11805" y="2143"/>
                </a:moveTo>
                <a:cubicBezTo>
                  <a:pt x="8948" y="-714"/>
                  <a:pt x="4185" y="-714"/>
                  <a:pt x="2280" y="2143"/>
                </a:cubicBezTo>
                <a:cubicBezTo>
                  <a:pt x="-577" y="5001"/>
                  <a:pt x="-577" y="8811"/>
                  <a:pt x="1328" y="11668"/>
                </a:cubicBezTo>
                <a:lnTo>
                  <a:pt x="2280" y="12621"/>
                </a:lnTo>
                <a:lnTo>
                  <a:pt x="67050" y="82153"/>
                </a:lnTo>
                <a:lnTo>
                  <a:pt x="2280" y="151686"/>
                </a:lnTo>
                <a:cubicBezTo>
                  <a:pt x="-577" y="154543"/>
                  <a:pt x="-577" y="158353"/>
                  <a:pt x="1328" y="161211"/>
                </a:cubicBezTo>
                <a:lnTo>
                  <a:pt x="2280" y="162163"/>
                </a:lnTo>
                <a:cubicBezTo>
                  <a:pt x="5138" y="165021"/>
                  <a:pt x="8948" y="165021"/>
                  <a:pt x="11805" y="163116"/>
                </a:cubicBezTo>
                <a:lnTo>
                  <a:pt x="12758" y="162163"/>
                </a:lnTo>
                <a:lnTo>
                  <a:pt x="82290" y="87868"/>
                </a:lnTo>
                <a:cubicBezTo>
                  <a:pt x="85148" y="85011"/>
                  <a:pt x="85148" y="81201"/>
                  <a:pt x="83243" y="78343"/>
                </a:cubicBezTo>
                <a:lnTo>
                  <a:pt x="82290" y="77391"/>
                </a:lnTo>
                <a:lnTo>
                  <a:pt x="11805" y="2143"/>
                </a:lnTo>
                <a:close/>
              </a:path>
            </a:pathLst>
          </a:custGeom>
          <a:solidFill>
            <a:schemeClr val="tx1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655FF6-7470-5D7E-9CEE-E155D9C65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06" y="2550722"/>
            <a:ext cx="7036211" cy="3172662"/>
          </a:xfrm>
          <a:prstGeom prst="rect">
            <a:avLst/>
          </a:prstGeom>
        </p:spPr>
        <p:txBody>
          <a:bodyPr lIns="0" rIns="0" anchor="ctr"/>
          <a:lstStyle>
            <a:lvl1pPr>
              <a:lnSpc>
                <a:spcPct val="100000"/>
              </a:lnSpc>
              <a:defRPr lang="en-US" sz="4200" b="1" kern="1200" dirty="0" smtClean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B1DEBD50-4F4D-1F53-9A6C-627E34A24B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29300" y="1140159"/>
            <a:ext cx="12458700" cy="8349123"/>
          </a:xfrm>
          <a:custGeom>
            <a:avLst/>
            <a:gdLst>
              <a:gd name="connsiteX0" fmla="*/ 169961 w 8305800"/>
              <a:gd name="connsiteY0" fmla="*/ 0 h 5566082"/>
              <a:gd name="connsiteX1" fmla="*/ 8305800 w 8305800"/>
              <a:gd name="connsiteY1" fmla="*/ 0 h 5566082"/>
              <a:gd name="connsiteX2" fmla="*/ 8305800 w 8305800"/>
              <a:gd name="connsiteY2" fmla="*/ 5566082 h 5566082"/>
              <a:gd name="connsiteX3" fmla="*/ 129152 w 8305800"/>
              <a:gd name="connsiteY3" fmla="*/ 5566082 h 5566082"/>
              <a:gd name="connsiteX4" fmla="*/ 103805 w 8305800"/>
              <a:gd name="connsiteY4" fmla="*/ 5560965 h 5566082"/>
              <a:gd name="connsiteX5" fmla="*/ 0 w 8305800"/>
              <a:gd name="connsiteY5" fmla="*/ 5404360 h 5566082"/>
              <a:gd name="connsiteX6" fmla="*/ 0 w 8305800"/>
              <a:gd name="connsiteY6" fmla="*/ 3513230 h 5566082"/>
              <a:gd name="connsiteX7" fmla="*/ 1973555 w 8305800"/>
              <a:gd name="connsiteY7" fmla="*/ 3513230 h 5566082"/>
              <a:gd name="connsiteX8" fmla="*/ 2177211 w 8305800"/>
              <a:gd name="connsiteY8" fmla="*/ 3309574 h 5566082"/>
              <a:gd name="connsiteX9" fmla="*/ 2177211 w 8305800"/>
              <a:gd name="connsiteY9" fmla="*/ 686284 h 5566082"/>
              <a:gd name="connsiteX10" fmla="*/ 1973555 w 8305800"/>
              <a:gd name="connsiteY10" fmla="*/ 482628 h 5566082"/>
              <a:gd name="connsiteX11" fmla="*/ 0 w 8305800"/>
              <a:gd name="connsiteY11" fmla="*/ 482628 h 5566082"/>
              <a:gd name="connsiteX12" fmla="*/ 0 w 8305800"/>
              <a:gd name="connsiteY12" fmla="*/ 169961 h 5566082"/>
              <a:gd name="connsiteX13" fmla="*/ 169961 w 8305800"/>
              <a:gd name="connsiteY13" fmla="*/ 0 h 556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05800" h="5566082">
                <a:moveTo>
                  <a:pt x="169961" y="0"/>
                </a:moveTo>
                <a:lnTo>
                  <a:pt x="8305800" y="0"/>
                </a:lnTo>
                <a:lnTo>
                  <a:pt x="8305800" y="5566082"/>
                </a:lnTo>
                <a:lnTo>
                  <a:pt x="129152" y="5566082"/>
                </a:lnTo>
                <a:lnTo>
                  <a:pt x="103805" y="5560965"/>
                </a:lnTo>
                <a:cubicBezTo>
                  <a:pt x="42803" y="5535163"/>
                  <a:pt x="0" y="5474761"/>
                  <a:pt x="0" y="5404360"/>
                </a:cubicBezTo>
                <a:lnTo>
                  <a:pt x="0" y="3513230"/>
                </a:lnTo>
                <a:lnTo>
                  <a:pt x="1973555" y="3513230"/>
                </a:lnTo>
                <a:cubicBezTo>
                  <a:pt x="2086032" y="3513230"/>
                  <a:pt x="2177211" y="3422050"/>
                  <a:pt x="2177211" y="3309574"/>
                </a:cubicBezTo>
                <a:lnTo>
                  <a:pt x="2177211" y="686284"/>
                </a:lnTo>
                <a:cubicBezTo>
                  <a:pt x="2177211" y="573808"/>
                  <a:pt x="2086032" y="482628"/>
                  <a:pt x="1973555" y="482628"/>
                </a:cubicBezTo>
                <a:lnTo>
                  <a:pt x="0" y="482628"/>
                </a:lnTo>
                <a:lnTo>
                  <a:pt x="0" y="169961"/>
                </a:lnTo>
                <a:cubicBezTo>
                  <a:pt x="0" y="76094"/>
                  <a:pt x="76094" y="0"/>
                  <a:pt x="169961" y="0"/>
                </a:cubicBezTo>
                <a:close/>
              </a:path>
            </a:pathLst>
          </a:custGeom>
        </p:spPr>
      </p:pic>
      <p:sp>
        <p:nvSpPr>
          <p:cNvPr id="12" name="CasellaDiTesto 67">
            <a:extLst>
              <a:ext uri="{FF2B5EF4-FFF2-40B4-BE49-F238E27FC236}">
                <a16:creationId xmlns:a16="http://schemas.microsoft.com/office/drawing/2014/main" id="{0F86D279-280E-6BCB-3FBD-69A43FCF3006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F79EC9-C4F9-8C04-FD19-BB6522AAC9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67265" y="275389"/>
            <a:ext cx="2075612" cy="6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20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3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21">
            <a:extLst>
              <a:ext uri="{FF2B5EF4-FFF2-40B4-BE49-F238E27FC236}">
                <a16:creationId xmlns:a16="http://schemas.microsoft.com/office/drawing/2014/main" id="{DC1268F4-53DF-BCF2-C99B-AD4500AA720B}"/>
              </a:ext>
            </a:extLst>
          </p:cNvPr>
          <p:cNvSpPr/>
          <p:nvPr userDrawn="1"/>
        </p:nvSpPr>
        <p:spPr>
          <a:xfrm>
            <a:off x="538222" y="1864101"/>
            <a:ext cx="8556896" cy="4545903"/>
          </a:xfrm>
          <a:prstGeom prst="roundRect">
            <a:avLst>
              <a:gd name="adj" fmla="val 6720"/>
            </a:avLst>
          </a:prstGeom>
          <a:solidFill>
            <a:schemeClr val="accent2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egnaposto testo 39">
            <a:extLst>
              <a:ext uri="{FF2B5EF4-FFF2-40B4-BE49-F238E27FC236}">
                <a16:creationId xmlns:a16="http://schemas.microsoft.com/office/drawing/2014/main" id="{390BDD87-A40F-F3EE-6C1F-E1E0C7A7FF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38222" y="1300164"/>
            <a:ext cx="4819592" cy="563937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2700" b="1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Section N</a:t>
            </a:r>
          </a:p>
        </p:txBody>
      </p:sp>
      <p:pic>
        <p:nvPicPr>
          <p:cNvPr id="10" name="Elemento grafico 11">
            <a:extLst>
              <a:ext uri="{FF2B5EF4-FFF2-40B4-BE49-F238E27FC236}">
                <a16:creationId xmlns:a16="http://schemas.microsoft.com/office/drawing/2014/main" id="{C8586F08-48E4-062F-1131-D5C428A170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-886" r="-2427" b="34513"/>
          <a:stretch/>
        </p:blipFill>
        <p:spPr bwMode="white">
          <a:xfrm>
            <a:off x="538223" y="7351196"/>
            <a:ext cx="3591171" cy="2935805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A7F7644-1111-C0A5-52B3-89272092ED1A}"/>
              </a:ext>
            </a:extLst>
          </p:cNvPr>
          <p:cNvSpPr/>
          <p:nvPr userDrawn="1"/>
        </p:nvSpPr>
        <p:spPr>
          <a:xfrm>
            <a:off x="8088716" y="5600701"/>
            <a:ext cx="671513" cy="67151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Graphic 14">
            <a:extLst>
              <a:ext uri="{FF2B5EF4-FFF2-40B4-BE49-F238E27FC236}">
                <a16:creationId xmlns:a16="http://schemas.microsoft.com/office/drawing/2014/main" id="{C724B7F0-44A7-6EEC-8A49-90F5C1D899AB}"/>
              </a:ext>
            </a:extLst>
          </p:cNvPr>
          <p:cNvSpPr/>
          <p:nvPr userDrawn="1"/>
        </p:nvSpPr>
        <p:spPr>
          <a:xfrm>
            <a:off x="8334465" y="5784266"/>
            <a:ext cx="180012" cy="304379"/>
          </a:xfrm>
          <a:custGeom>
            <a:avLst/>
            <a:gdLst>
              <a:gd name="connsiteX0" fmla="*/ 11805 w 84570"/>
              <a:gd name="connsiteY0" fmla="*/ 2143 h 164443"/>
              <a:gd name="connsiteX1" fmla="*/ 2280 w 84570"/>
              <a:gd name="connsiteY1" fmla="*/ 2143 h 164443"/>
              <a:gd name="connsiteX2" fmla="*/ 1328 w 84570"/>
              <a:gd name="connsiteY2" fmla="*/ 11668 h 164443"/>
              <a:gd name="connsiteX3" fmla="*/ 2280 w 84570"/>
              <a:gd name="connsiteY3" fmla="*/ 12621 h 164443"/>
              <a:gd name="connsiteX4" fmla="*/ 67050 w 84570"/>
              <a:gd name="connsiteY4" fmla="*/ 82153 h 164443"/>
              <a:gd name="connsiteX5" fmla="*/ 2280 w 84570"/>
              <a:gd name="connsiteY5" fmla="*/ 151686 h 164443"/>
              <a:gd name="connsiteX6" fmla="*/ 1328 w 84570"/>
              <a:gd name="connsiteY6" fmla="*/ 161211 h 164443"/>
              <a:gd name="connsiteX7" fmla="*/ 2280 w 84570"/>
              <a:gd name="connsiteY7" fmla="*/ 162163 h 164443"/>
              <a:gd name="connsiteX8" fmla="*/ 11805 w 84570"/>
              <a:gd name="connsiteY8" fmla="*/ 163116 h 164443"/>
              <a:gd name="connsiteX9" fmla="*/ 12758 w 84570"/>
              <a:gd name="connsiteY9" fmla="*/ 162163 h 164443"/>
              <a:gd name="connsiteX10" fmla="*/ 82290 w 84570"/>
              <a:gd name="connsiteY10" fmla="*/ 87868 h 164443"/>
              <a:gd name="connsiteX11" fmla="*/ 83243 w 84570"/>
              <a:gd name="connsiteY11" fmla="*/ 78343 h 164443"/>
              <a:gd name="connsiteX12" fmla="*/ 82290 w 84570"/>
              <a:gd name="connsiteY12" fmla="*/ 77391 h 164443"/>
              <a:gd name="connsiteX13" fmla="*/ 11805 w 84570"/>
              <a:gd name="connsiteY13" fmla="*/ 2143 h 16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570" h="164443">
                <a:moveTo>
                  <a:pt x="11805" y="2143"/>
                </a:moveTo>
                <a:cubicBezTo>
                  <a:pt x="8948" y="-714"/>
                  <a:pt x="4185" y="-714"/>
                  <a:pt x="2280" y="2143"/>
                </a:cubicBezTo>
                <a:cubicBezTo>
                  <a:pt x="-577" y="5001"/>
                  <a:pt x="-577" y="8811"/>
                  <a:pt x="1328" y="11668"/>
                </a:cubicBezTo>
                <a:lnTo>
                  <a:pt x="2280" y="12621"/>
                </a:lnTo>
                <a:lnTo>
                  <a:pt x="67050" y="82153"/>
                </a:lnTo>
                <a:lnTo>
                  <a:pt x="2280" y="151686"/>
                </a:lnTo>
                <a:cubicBezTo>
                  <a:pt x="-577" y="154543"/>
                  <a:pt x="-577" y="158353"/>
                  <a:pt x="1328" y="161211"/>
                </a:cubicBezTo>
                <a:lnTo>
                  <a:pt x="2280" y="162163"/>
                </a:lnTo>
                <a:cubicBezTo>
                  <a:pt x="5138" y="165021"/>
                  <a:pt x="8948" y="165021"/>
                  <a:pt x="11805" y="163116"/>
                </a:cubicBezTo>
                <a:lnTo>
                  <a:pt x="12758" y="162163"/>
                </a:lnTo>
                <a:lnTo>
                  <a:pt x="82290" y="87868"/>
                </a:lnTo>
                <a:cubicBezTo>
                  <a:pt x="85148" y="85011"/>
                  <a:pt x="85148" y="81201"/>
                  <a:pt x="83243" y="78343"/>
                </a:cubicBezTo>
                <a:lnTo>
                  <a:pt x="82290" y="77391"/>
                </a:lnTo>
                <a:lnTo>
                  <a:pt x="11805" y="2143"/>
                </a:ln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D7AE9F-3776-E2B1-19E6-2BECD8614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06" y="2550722"/>
            <a:ext cx="7036211" cy="3172662"/>
          </a:xfrm>
          <a:prstGeom prst="rect">
            <a:avLst/>
          </a:prstGeom>
        </p:spPr>
        <p:txBody>
          <a:bodyPr lIns="0" rIns="0" anchor="ctr"/>
          <a:lstStyle>
            <a:lvl1pPr>
              <a:lnSpc>
                <a:spcPct val="100000"/>
              </a:lnSpc>
              <a:defRPr lang="en-US" sz="4200" b="1" kern="1200" dirty="0" smtClean="0">
                <a:solidFill>
                  <a:schemeClr val="accent1">
                    <a:lumMod val="75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C4461712-A76D-CE7E-976D-EF5D2633E1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29300" y="1140159"/>
            <a:ext cx="12458700" cy="8349123"/>
          </a:xfrm>
          <a:custGeom>
            <a:avLst/>
            <a:gdLst>
              <a:gd name="connsiteX0" fmla="*/ 169961 w 8305800"/>
              <a:gd name="connsiteY0" fmla="*/ 0 h 5566082"/>
              <a:gd name="connsiteX1" fmla="*/ 8305800 w 8305800"/>
              <a:gd name="connsiteY1" fmla="*/ 0 h 5566082"/>
              <a:gd name="connsiteX2" fmla="*/ 8305800 w 8305800"/>
              <a:gd name="connsiteY2" fmla="*/ 5566082 h 5566082"/>
              <a:gd name="connsiteX3" fmla="*/ 129152 w 8305800"/>
              <a:gd name="connsiteY3" fmla="*/ 5566082 h 5566082"/>
              <a:gd name="connsiteX4" fmla="*/ 103805 w 8305800"/>
              <a:gd name="connsiteY4" fmla="*/ 5560965 h 5566082"/>
              <a:gd name="connsiteX5" fmla="*/ 0 w 8305800"/>
              <a:gd name="connsiteY5" fmla="*/ 5404360 h 5566082"/>
              <a:gd name="connsiteX6" fmla="*/ 0 w 8305800"/>
              <a:gd name="connsiteY6" fmla="*/ 3513230 h 5566082"/>
              <a:gd name="connsiteX7" fmla="*/ 1973555 w 8305800"/>
              <a:gd name="connsiteY7" fmla="*/ 3513230 h 5566082"/>
              <a:gd name="connsiteX8" fmla="*/ 2177211 w 8305800"/>
              <a:gd name="connsiteY8" fmla="*/ 3309574 h 5566082"/>
              <a:gd name="connsiteX9" fmla="*/ 2177211 w 8305800"/>
              <a:gd name="connsiteY9" fmla="*/ 686284 h 5566082"/>
              <a:gd name="connsiteX10" fmla="*/ 1973555 w 8305800"/>
              <a:gd name="connsiteY10" fmla="*/ 482628 h 5566082"/>
              <a:gd name="connsiteX11" fmla="*/ 0 w 8305800"/>
              <a:gd name="connsiteY11" fmla="*/ 482628 h 5566082"/>
              <a:gd name="connsiteX12" fmla="*/ 0 w 8305800"/>
              <a:gd name="connsiteY12" fmla="*/ 169961 h 5566082"/>
              <a:gd name="connsiteX13" fmla="*/ 169961 w 8305800"/>
              <a:gd name="connsiteY13" fmla="*/ 0 h 556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05800" h="5566082">
                <a:moveTo>
                  <a:pt x="169961" y="0"/>
                </a:moveTo>
                <a:lnTo>
                  <a:pt x="8305800" y="0"/>
                </a:lnTo>
                <a:lnTo>
                  <a:pt x="8305800" y="5566082"/>
                </a:lnTo>
                <a:lnTo>
                  <a:pt x="129152" y="5566082"/>
                </a:lnTo>
                <a:lnTo>
                  <a:pt x="103805" y="5560965"/>
                </a:lnTo>
                <a:cubicBezTo>
                  <a:pt x="42803" y="5535163"/>
                  <a:pt x="0" y="5474761"/>
                  <a:pt x="0" y="5404360"/>
                </a:cubicBezTo>
                <a:lnTo>
                  <a:pt x="0" y="3513230"/>
                </a:lnTo>
                <a:lnTo>
                  <a:pt x="1973555" y="3513230"/>
                </a:lnTo>
                <a:cubicBezTo>
                  <a:pt x="2086032" y="3513230"/>
                  <a:pt x="2177211" y="3422050"/>
                  <a:pt x="2177211" y="3309574"/>
                </a:cubicBezTo>
                <a:lnTo>
                  <a:pt x="2177211" y="686284"/>
                </a:lnTo>
                <a:cubicBezTo>
                  <a:pt x="2177211" y="573808"/>
                  <a:pt x="2086032" y="482628"/>
                  <a:pt x="1973555" y="482628"/>
                </a:cubicBezTo>
                <a:lnTo>
                  <a:pt x="0" y="482628"/>
                </a:lnTo>
                <a:lnTo>
                  <a:pt x="0" y="169961"/>
                </a:lnTo>
                <a:cubicBezTo>
                  <a:pt x="0" y="76094"/>
                  <a:pt x="76094" y="0"/>
                  <a:pt x="169961" y="0"/>
                </a:cubicBezTo>
                <a:close/>
              </a:path>
            </a:pathLst>
          </a:custGeom>
        </p:spPr>
      </p:pic>
      <p:sp>
        <p:nvSpPr>
          <p:cNvPr id="12" name="CasellaDiTesto 67">
            <a:extLst>
              <a:ext uri="{FF2B5EF4-FFF2-40B4-BE49-F238E27FC236}">
                <a16:creationId xmlns:a16="http://schemas.microsoft.com/office/drawing/2014/main" id="{827198ED-E453-7E3B-2155-88C8DBA8CB6C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B96EB2-2227-1BB0-1900-404537914B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67265" y="275389"/>
            <a:ext cx="2075612" cy="6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04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4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21">
            <a:extLst>
              <a:ext uri="{FF2B5EF4-FFF2-40B4-BE49-F238E27FC236}">
                <a16:creationId xmlns:a16="http://schemas.microsoft.com/office/drawing/2014/main" id="{B5E592B7-A15C-E0FC-5773-1206C8DAC261}"/>
              </a:ext>
            </a:extLst>
          </p:cNvPr>
          <p:cNvSpPr/>
          <p:nvPr userDrawn="1"/>
        </p:nvSpPr>
        <p:spPr>
          <a:xfrm>
            <a:off x="538222" y="1864101"/>
            <a:ext cx="8556896" cy="4545903"/>
          </a:xfrm>
          <a:prstGeom prst="roundRect">
            <a:avLst>
              <a:gd name="adj" fmla="val 6720"/>
            </a:avLst>
          </a:prstGeom>
          <a:solidFill>
            <a:schemeClr val="accent3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egnaposto testo 39">
            <a:extLst>
              <a:ext uri="{FF2B5EF4-FFF2-40B4-BE49-F238E27FC236}">
                <a16:creationId xmlns:a16="http://schemas.microsoft.com/office/drawing/2014/main" id="{390BDD87-A40F-F3EE-6C1F-E1E0C7A7FF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38222" y="1300164"/>
            <a:ext cx="4819592" cy="563937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2700" b="1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Section N</a:t>
            </a:r>
          </a:p>
        </p:txBody>
      </p:sp>
      <p:pic>
        <p:nvPicPr>
          <p:cNvPr id="10" name="Elemento grafico 11">
            <a:extLst>
              <a:ext uri="{FF2B5EF4-FFF2-40B4-BE49-F238E27FC236}">
                <a16:creationId xmlns:a16="http://schemas.microsoft.com/office/drawing/2014/main" id="{C8586F08-48E4-062F-1131-D5C428A170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-886" r="-2427" b="34513"/>
          <a:stretch/>
        </p:blipFill>
        <p:spPr bwMode="white">
          <a:xfrm>
            <a:off x="538223" y="7351196"/>
            <a:ext cx="3591171" cy="2935805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A7F7644-1111-C0A5-52B3-89272092ED1A}"/>
              </a:ext>
            </a:extLst>
          </p:cNvPr>
          <p:cNvSpPr/>
          <p:nvPr userDrawn="1"/>
        </p:nvSpPr>
        <p:spPr>
          <a:xfrm>
            <a:off x="8088716" y="5600701"/>
            <a:ext cx="671513" cy="671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Graphic 14">
            <a:extLst>
              <a:ext uri="{FF2B5EF4-FFF2-40B4-BE49-F238E27FC236}">
                <a16:creationId xmlns:a16="http://schemas.microsoft.com/office/drawing/2014/main" id="{C724B7F0-44A7-6EEC-8A49-90F5C1D899AB}"/>
              </a:ext>
            </a:extLst>
          </p:cNvPr>
          <p:cNvSpPr/>
          <p:nvPr userDrawn="1"/>
        </p:nvSpPr>
        <p:spPr>
          <a:xfrm>
            <a:off x="8334465" y="5784266"/>
            <a:ext cx="180012" cy="304379"/>
          </a:xfrm>
          <a:custGeom>
            <a:avLst/>
            <a:gdLst>
              <a:gd name="connsiteX0" fmla="*/ 11805 w 84570"/>
              <a:gd name="connsiteY0" fmla="*/ 2143 h 164443"/>
              <a:gd name="connsiteX1" fmla="*/ 2280 w 84570"/>
              <a:gd name="connsiteY1" fmla="*/ 2143 h 164443"/>
              <a:gd name="connsiteX2" fmla="*/ 1328 w 84570"/>
              <a:gd name="connsiteY2" fmla="*/ 11668 h 164443"/>
              <a:gd name="connsiteX3" fmla="*/ 2280 w 84570"/>
              <a:gd name="connsiteY3" fmla="*/ 12621 h 164443"/>
              <a:gd name="connsiteX4" fmla="*/ 67050 w 84570"/>
              <a:gd name="connsiteY4" fmla="*/ 82153 h 164443"/>
              <a:gd name="connsiteX5" fmla="*/ 2280 w 84570"/>
              <a:gd name="connsiteY5" fmla="*/ 151686 h 164443"/>
              <a:gd name="connsiteX6" fmla="*/ 1328 w 84570"/>
              <a:gd name="connsiteY6" fmla="*/ 161211 h 164443"/>
              <a:gd name="connsiteX7" fmla="*/ 2280 w 84570"/>
              <a:gd name="connsiteY7" fmla="*/ 162163 h 164443"/>
              <a:gd name="connsiteX8" fmla="*/ 11805 w 84570"/>
              <a:gd name="connsiteY8" fmla="*/ 163116 h 164443"/>
              <a:gd name="connsiteX9" fmla="*/ 12758 w 84570"/>
              <a:gd name="connsiteY9" fmla="*/ 162163 h 164443"/>
              <a:gd name="connsiteX10" fmla="*/ 82290 w 84570"/>
              <a:gd name="connsiteY10" fmla="*/ 87868 h 164443"/>
              <a:gd name="connsiteX11" fmla="*/ 83243 w 84570"/>
              <a:gd name="connsiteY11" fmla="*/ 78343 h 164443"/>
              <a:gd name="connsiteX12" fmla="*/ 82290 w 84570"/>
              <a:gd name="connsiteY12" fmla="*/ 77391 h 164443"/>
              <a:gd name="connsiteX13" fmla="*/ 11805 w 84570"/>
              <a:gd name="connsiteY13" fmla="*/ 2143 h 16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570" h="164443">
                <a:moveTo>
                  <a:pt x="11805" y="2143"/>
                </a:moveTo>
                <a:cubicBezTo>
                  <a:pt x="8948" y="-714"/>
                  <a:pt x="4185" y="-714"/>
                  <a:pt x="2280" y="2143"/>
                </a:cubicBezTo>
                <a:cubicBezTo>
                  <a:pt x="-577" y="5001"/>
                  <a:pt x="-577" y="8811"/>
                  <a:pt x="1328" y="11668"/>
                </a:cubicBezTo>
                <a:lnTo>
                  <a:pt x="2280" y="12621"/>
                </a:lnTo>
                <a:lnTo>
                  <a:pt x="67050" y="82153"/>
                </a:lnTo>
                <a:lnTo>
                  <a:pt x="2280" y="151686"/>
                </a:lnTo>
                <a:cubicBezTo>
                  <a:pt x="-577" y="154543"/>
                  <a:pt x="-577" y="158353"/>
                  <a:pt x="1328" y="161211"/>
                </a:cubicBezTo>
                <a:lnTo>
                  <a:pt x="2280" y="162163"/>
                </a:lnTo>
                <a:cubicBezTo>
                  <a:pt x="5138" y="165021"/>
                  <a:pt x="8948" y="165021"/>
                  <a:pt x="11805" y="163116"/>
                </a:cubicBezTo>
                <a:lnTo>
                  <a:pt x="12758" y="162163"/>
                </a:lnTo>
                <a:lnTo>
                  <a:pt x="82290" y="87868"/>
                </a:lnTo>
                <a:cubicBezTo>
                  <a:pt x="85148" y="85011"/>
                  <a:pt x="85148" y="81201"/>
                  <a:pt x="83243" y="78343"/>
                </a:cubicBezTo>
                <a:lnTo>
                  <a:pt x="82290" y="77391"/>
                </a:lnTo>
                <a:lnTo>
                  <a:pt x="11805" y="2143"/>
                </a:lnTo>
                <a:close/>
              </a:path>
            </a:pathLst>
          </a:custGeom>
          <a:solidFill>
            <a:schemeClr val="tx1"/>
          </a:solidFill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CasellaDiTesto 67">
            <a:extLst>
              <a:ext uri="{FF2B5EF4-FFF2-40B4-BE49-F238E27FC236}">
                <a16:creationId xmlns:a16="http://schemas.microsoft.com/office/drawing/2014/main" id="{60B3C82C-CE9F-74CF-2846-A0CAE5910298}"/>
              </a:ext>
            </a:extLst>
          </p:cNvPr>
          <p:cNvSpPr txBox="1"/>
          <p:nvPr userDrawn="1"/>
        </p:nvSpPr>
        <p:spPr bwMode="white"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>
                <a:solidFill>
                  <a:schemeClr val="accent2"/>
                </a:solidFill>
                <a:effectLst/>
                <a:latin typeface="+mj-lt"/>
              </a:rPr>
              <a:t>#TOGETHER</a:t>
            </a:r>
            <a:r>
              <a:rPr lang="en-GB" sz="1800" b="1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>
                <a:solidFill>
                  <a:schemeClr val="accent2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0DCA47-D1B9-991B-9BCD-01776035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06" y="2550722"/>
            <a:ext cx="7036211" cy="3172662"/>
          </a:xfrm>
          <a:prstGeom prst="rect">
            <a:avLst/>
          </a:prstGeom>
        </p:spPr>
        <p:txBody>
          <a:bodyPr lIns="0" rIns="0" anchor="ctr"/>
          <a:lstStyle>
            <a:lvl1pPr>
              <a:lnSpc>
                <a:spcPct val="100000"/>
              </a:lnSpc>
              <a:defRPr lang="en-US" sz="4200" b="1" kern="1200" dirty="0" smtClean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2" name="Picture Placeholder 10">
            <a:extLst>
              <a:ext uri="{FF2B5EF4-FFF2-40B4-BE49-F238E27FC236}">
                <a16:creationId xmlns:a16="http://schemas.microsoft.com/office/drawing/2014/main" id="{974E1653-E5C4-A375-B804-089ED0A3FA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29300" y="1140159"/>
            <a:ext cx="12458700" cy="8349123"/>
          </a:xfrm>
          <a:custGeom>
            <a:avLst/>
            <a:gdLst>
              <a:gd name="connsiteX0" fmla="*/ 169961 w 8305800"/>
              <a:gd name="connsiteY0" fmla="*/ 0 h 5566082"/>
              <a:gd name="connsiteX1" fmla="*/ 8305800 w 8305800"/>
              <a:gd name="connsiteY1" fmla="*/ 0 h 5566082"/>
              <a:gd name="connsiteX2" fmla="*/ 8305800 w 8305800"/>
              <a:gd name="connsiteY2" fmla="*/ 5566082 h 5566082"/>
              <a:gd name="connsiteX3" fmla="*/ 129152 w 8305800"/>
              <a:gd name="connsiteY3" fmla="*/ 5566082 h 5566082"/>
              <a:gd name="connsiteX4" fmla="*/ 103805 w 8305800"/>
              <a:gd name="connsiteY4" fmla="*/ 5560965 h 5566082"/>
              <a:gd name="connsiteX5" fmla="*/ 0 w 8305800"/>
              <a:gd name="connsiteY5" fmla="*/ 5404360 h 5566082"/>
              <a:gd name="connsiteX6" fmla="*/ 0 w 8305800"/>
              <a:gd name="connsiteY6" fmla="*/ 3513230 h 5566082"/>
              <a:gd name="connsiteX7" fmla="*/ 1973555 w 8305800"/>
              <a:gd name="connsiteY7" fmla="*/ 3513230 h 5566082"/>
              <a:gd name="connsiteX8" fmla="*/ 2177211 w 8305800"/>
              <a:gd name="connsiteY8" fmla="*/ 3309574 h 5566082"/>
              <a:gd name="connsiteX9" fmla="*/ 2177211 w 8305800"/>
              <a:gd name="connsiteY9" fmla="*/ 686284 h 5566082"/>
              <a:gd name="connsiteX10" fmla="*/ 1973555 w 8305800"/>
              <a:gd name="connsiteY10" fmla="*/ 482628 h 5566082"/>
              <a:gd name="connsiteX11" fmla="*/ 0 w 8305800"/>
              <a:gd name="connsiteY11" fmla="*/ 482628 h 5566082"/>
              <a:gd name="connsiteX12" fmla="*/ 0 w 8305800"/>
              <a:gd name="connsiteY12" fmla="*/ 169961 h 5566082"/>
              <a:gd name="connsiteX13" fmla="*/ 169961 w 8305800"/>
              <a:gd name="connsiteY13" fmla="*/ 0 h 556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05800" h="5566082">
                <a:moveTo>
                  <a:pt x="169961" y="0"/>
                </a:moveTo>
                <a:lnTo>
                  <a:pt x="8305800" y="0"/>
                </a:lnTo>
                <a:lnTo>
                  <a:pt x="8305800" y="5566082"/>
                </a:lnTo>
                <a:lnTo>
                  <a:pt x="129152" y="5566082"/>
                </a:lnTo>
                <a:lnTo>
                  <a:pt x="103805" y="5560965"/>
                </a:lnTo>
                <a:cubicBezTo>
                  <a:pt x="42803" y="5535163"/>
                  <a:pt x="0" y="5474761"/>
                  <a:pt x="0" y="5404360"/>
                </a:cubicBezTo>
                <a:lnTo>
                  <a:pt x="0" y="3513230"/>
                </a:lnTo>
                <a:lnTo>
                  <a:pt x="1973555" y="3513230"/>
                </a:lnTo>
                <a:cubicBezTo>
                  <a:pt x="2086032" y="3513230"/>
                  <a:pt x="2177211" y="3422050"/>
                  <a:pt x="2177211" y="3309574"/>
                </a:cubicBezTo>
                <a:lnTo>
                  <a:pt x="2177211" y="686284"/>
                </a:lnTo>
                <a:cubicBezTo>
                  <a:pt x="2177211" y="573808"/>
                  <a:pt x="2086032" y="482628"/>
                  <a:pt x="1973555" y="482628"/>
                </a:cubicBezTo>
                <a:lnTo>
                  <a:pt x="0" y="482628"/>
                </a:lnTo>
                <a:lnTo>
                  <a:pt x="0" y="169961"/>
                </a:lnTo>
                <a:cubicBezTo>
                  <a:pt x="0" y="76094"/>
                  <a:pt x="76094" y="0"/>
                  <a:pt x="169961" y="0"/>
                </a:cubicBezTo>
                <a:close/>
              </a:path>
            </a:pathLst>
          </a:custGeom>
        </p:spPr>
      </p:pic>
      <p:sp>
        <p:nvSpPr>
          <p:cNvPr id="11" name="CasellaDiTesto 67">
            <a:extLst>
              <a:ext uri="{FF2B5EF4-FFF2-40B4-BE49-F238E27FC236}">
                <a16:creationId xmlns:a16="http://schemas.microsoft.com/office/drawing/2014/main" id="{EF8942D9-4D74-603C-E6F0-B36CC3FCFECB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3C3188A-B4C8-3C16-5CF8-C272D83F91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67265" y="275389"/>
            <a:ext cx="2075612" cy="6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8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USTOM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21">
            <a:extLst>
              <a:ext uri="{FF2B5EF4-FFF2-40B4-BE49-F238E27FC236}">
                <a16:creationId xmlns:a16="http://schemas.microsoft.com/office/drawing/2014/main" id="{DC1268F4-53DF-BCF2-C99B-AD4500AA720B}"/>
              </a:ext>
            </a:extLst>
          </p:cNvPr>
          <p:cNvSpPr/>
          <p:nvPr userDrawn="1"/>
        </p:nvSpPr>
        <p:spPr>
          <a:xfrm>
            <a:off x="538222" y="1864101"/>
            <a:ext cx="8556896" cy="4545903"/>
          </a:xfrm>
          <a:prstGeom prst="roundRect">
            <a:avLst>
              <a:gd name="adj" fmla="val 6720"/>
            </a:avLst>
          </a:prstGeom>
          <a:solidFill>
            <a:schemeClr val="accent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egnaposto testo 39">
            <a:extLst>
              <a:ext uri="{FF2B5EF4-FFF2-40B4-BE49-F238E27FC236}">
                <a16:creationId xmlns:a16="http://schemas.microsoft.com/office/drawing/2014/main" id="{390BDD87-A40F-F3EE-6C1F-E1E0C7A7FF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538222" y="1300164"/>
            <a:ext cx="4819592" cy="563937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lnSpc>
                <a:spcPct val="100000"/>
              </a:lnSpc>
              <a:buNone/>
              <a:defRPr lang="en-US" sz="2700" b="1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Section N</a:t>
            </a:r>
          </a:p>
        </p:txBody>
      </p:sp>
      <p:pic>
        <p:nvPicPr>
          <p:cNvPr id="10" name="Elemento grafico 11">
            <a:extLst>
              <a:ext uri="{FF2B5EF4-FFF2-40B4-BE49-F238E27FC236}">
                <a16:creationId xmlns:a16="http://schemas.microsoft.com/office/drawing/2014/main" id="{C8586F08-48E4-062F-1131-D5C428A170B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-886" r="-2427" b="34513"/>
          <a:stretch/>
        </p:blipFill>
        <p:spPr bwMode="white">
          <a:xfrm>
            <a:off x="538223" y="7351196"/>
            <a:ext cx="3591171" cy="2935805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A7F7644-1111-C0A5-52B3-89272092ED1A}"/>
              </a:ext>
            </a:extLst>
          </p:cNvPr>
          <p:cNvSpPr/>
          <p:nvPr userDrawn="1"/>
        </p:nvSpPr>
        <p:spPr>
          <a:xfrm>
            <a:off x="8088716" y="5600701"/>
            <a:ext cx="671513" cy="671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Graphic 14">
            <a:extLst>
              <a:ext uri="{FF2B5EF4-FFF2-40B4-BE49-F238E27FC236}">
                <a16:creationId xmlns:a16="http://schemas.microsoft.com/office/drawing/2014/main" id="{C724B7F0-44A7-6EEC-8A49-90F5C1D899AB}"/>
              </a:ext>
            </a:extLst>
          </p:cNvPr>
          <p:cNvSpPr/>
          <p:nvPr userDrawn="1"/>
        </p:nvSpPr>
        <p:spPr bwMode="black">
          <a:xfrm>
            <a:off x="8334465" y="5784266"/>
            <a:ext cx="180012" cy="304379"/>
          </a:xfrm>
          <a:custGeom>
            <a:avLst/>
            <a:gdLst>
              <a:gd name="connsiteX0" fmla="*/ 11805 w 84570"/>
              <a:gd name="connsiteY0" fmla="*/ 2143 h 164443"/>
              <a:gd name="connsiteX1" fmla="*/ 2280 w 84570"/>
              <a:gd name="connsiteY1" fmla="*/ 2143 h 164443"/>
              <a:gd name="connsiteX2" fmla="*/ 1328 w 84570"/>
              <a:gd name="connsiteY2" fmla="*/ 11668 h 164443"/>
              <a:gd name="connsiteX3" fmla="*/ 2280 w 84570"/>
              <a:gd name="connsiteY3" fmla="*/ 12621 h 164443"/>
              <a:gd name="connsiteX4" fmla="*/ 67050 w 84570"/>
              <a:gd name="connsiteY4" fmla="*/ 82153 h 164443"/>
              <a:gd name="connsiteX5" fmla="*/ 2280 w 84570"/>
              <a:gd name="connsiteY5" fmla="*/ 151686 h 164443"/>
              <a:gd name="connsiteX6" fmla="*/ 1328 w 84570"/>
              <a:gd name="connsiteY6" fmla="*/ 161211 h 164443"/>
              <a:gd name="connsiteX7" fmla="*/ 2280 w 84570"/>
              <a:gd name="connsiteY7" fmla="*/ 162163 h 164443"/>
              <a:gd name="connsiteX8" fmla="*/ 11805 w 84570"/>
              <a:gd name="connsiteY8" fmla="*/ 163116 h 164443"/>
              <a:gd name="connsiteX9" fmla="*/ 12758 w 84570"/>
              <a:gd name="connsiteY9" fmla="*/ 162163 h 164443"/>
              <a:gd name="connsiteX10" fmla="*/ 82290 w 84570"/>
              <a:gd name="connsiteY10" fmla="*/ 87868 h 164443"/>
              <a:gd name="connsiteX11" fmla="*/ 83243 w 84570"/>
              <a:gd name="connsiteY11" fmla="*/ 78343 h 164443"/>
              <a:gd name="connsiteX12" fmla="*/ 82290 w 84570"/>
              <a:gd name="connsiteY12" fmla="*/ 77391 h 164443"/>
              <a:gd name="connsiteX13" fmla="*/ 11805 w 84570"/>
              <a:gd name="connsiteY13" fmla="*/ 2143 h 16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4570" h="164443">
                <a:moveTo>
                  <a:pt x="11805" y="2143"/>
                </a:moveTo>
                <a:cubicBezTo>
                  <a:pt x="8948" y="-714"/>
                  <a:pt x="4185" y="-714"/>
                  <a:pt x="2280" y="2143"/>
                </a:cubicBezTo>
                <a:cubicBezTo>
                  <a:pt x="-577" y="5001"/>
                  <a:pt x="-577" y="8811"/>
                  <a:pt x="1328" y="11668"/>
                </a:cubicBezTo>
                <a:lnTo>
                  <a:pt x="2280" y="12621"/>
                </a:lnTo>
                <a:lnTo>
                  <a:pt x="67050" y="82153"/>
                </a:lnTo>
                <a:lnTo>
                  <a:pt x="2280" y="151686"/>
                </a:lnTo>
                <a:cubicBezTo>
                  <a:pt x="-577" y="154543"/>
                  <a:pt x="-577" y="158353"/>
                  <a:pt x="1328" y="161211"/>
                </a:cubicBezTo>
                <a:lnTo>
                  <a:pt x="2280" y="162163"/>
                </a:lnTo>
                <a:cubicBezTo>
                  <a:pt x="5138" y="165021"/>
                  <a:pt x="8948" y="165021"/>
                  <a:pt x="11805" y="163116"/>
                </a:cubicBezTo>
                <a:lnTo>
                  <a:pt x="12758" y="162163"/>
                </a:lnTo>
                <a:lnTo>
                  <a:pt x="82290" y="87868"/>
                </a:lnTo>
                <a:cubicBezTo>
                  <a:pt x="85148" y="85011"/>
                  <a:pt x="85148" y="81201"/>
                  <a:pt x="83243" y="78343"/>
                </a:cubicBezTo>
                <a:lnTo>
                  <a:pt x="82290" y="77391"/>
                </a:lnTo>
                <a:lnTo>
                  <a:pt x="11805" y="2143"/>
                </a:lnTo>
                <a:close/>
              </a:path>
            </a:pathLst>
          </a:custGeom>
          <a:solidFill>
            <a:schemeClr val="tx1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655FF6-7470-5D7E-9CEE-E155D9C65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06" y="2550722"/>
            <a:ext cx="7036211" cy="3172662"/>
          </a:xfrm>
          <a:prstGeom prst="rect">
            <a:avLst/>
          </a:prstGeom>
        </p:spPr>
        <p:txBody>
          <a:bodyPr lIns="0" rIns="0" anchor="ctr"/>
          <a:lstStyle>
            <a:lvl1pPr>
              <a:lnSpc>
                <a:spcPct val="100000"/>
              </a:lnSpc>
              <a:defRPr lang="en-US" sz="4200" b="1" kern="1200" dirty="0" smtClean="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9229DC42-B40A-2A7F-F6DB-B2C8E453E6B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829300" y="1140159"/>
            <a:ext cx="12458700" cy="8349123"/>
          </a:xfrm>
          <a:custGeom>
            <a:avLst/>
            <a:gdLst>
              <a:gd name="connsiteX0" fmla="*/ 169961 w 8305800"/>
              <a:gd name="connsiteY0" fmla="*/ 0 h 5566082"/>
              <a:gd name="connsiteX1" fmla="*/ 8305800 w 8305800"/>
              <a:gd name="connsiteY1" fmla="*/ 0 h 5566082"/>
              <a:gd name="connsiteX2" fmla="*/ 8305800 w 8305800"/>
              <a:gd name="connsiteY2" fmla="*/ 5566082 h 5566082"/>
              <a:gd name="connsiteX3" fmla="*/ 129152 w 8305800"/>
              <a:gd name="connsiteY3" fmla="*/ 5566082 h 5566082"/>
              <a:gd name="connsiteX4" fmla="*/ 103805 w 8305800"/>
              <a:gd name="connsiteY4" fmla="*/ 5560965 h 5566082"/>
              <a:gd name="connsiteX5" fmla="*/ 0 w 8305800"/>
              <a:gd name="connsiteY5" fmla="*/ 5404360 h 5566082"/>
              <a:gd name="connsiteX6" fmla="*/ 0 w 8305800"/>
              <a:gd name="connsiteY6" fmla="*/ 3513230 h 5566082"/>
              <a:gd name="connsiteX7" fmla="*/ 1973555 w 8305800"/>
              <a:gd name="connsiteY7" fmla="*/ 3513230 h 5566082"/>
              <a:gd name="connsiteX8" fmla="*/ 2177211 w 8305800"/>
              <a:gd name="connsiteY8" fmla="*/ 3309574 h 5566082"/>
              <a:gd name="connsiteX9" fmla="*/ 2177211 w 8305800"/>
              <a:gd name="connsiteY9" fmla="*/ 686284 h 5566082"/>
              <a:gd name="connsiteX10" fmla="*/ 1973555 w 8305800"/>
              <a:gd name="connsiteY10" fmla="*/ 482628 h 5566082"/>
              <a:gd name="connsiteX11" fmla="*/ 0 w 8305800"/>
              <a:gd name="connsiteY11" fmla="*/ 482628 h 5566082"/>
              <a:gd name="connsiteX12" fmla="*/ 0 w 8305800"/>
              <a:gd name="connsiteY12" fmla="*/ 169961 h 5566082"/>
              <a:gd name="connsiteX13" fmla="*/ 169961 w 8305800"/>
              <a:gd name="connsiteY13" fmla="*/ 0 h 5566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05800" h="5566082">
                <a:moveTo>
                  <a:pt x="169961" y="0"/>
                </a:moveTo>
                <a:lnTo>
                  <a:pt x="8305800" y="0"/>
                </a:lnTo>
                <a:lnTo>
                  <a:pt x="8305800" y="5566082"/>
                </a:lnTo>
                <a:lnTo>
                  <a:pt x="129152" y="5566082"/>
                </a:lnTo>
                <a:lnTo>
                  <a:pt x="103805" y="5560965"/>
                </a:lnTo>
                <a:cubicBezTo>
                  <a:pt x="42803" y="5535163"/>
                  <a:pt x="0" y="5474761"/>
                  <a:pt x="0" y="5404360"/>
                </a:cubicBezTo>
                <a:lnTo>
                  <a:pt x="0" y="3513230"/>
                </a:lnTo>
                <a:lnTo>
                  <a:pt x="1973555" y="3513230"/>
                </a:lnTo>
                <a:cubicBezTo>
                  <a:pt x="2086032" y="3513230"/>
                  <a:pt x="2177211" y="3422050"/>
                  <a:pt x="2177211" y="3309574"/>
                </a:cubicBezTo>
                <a:lnTo>
                  <a:pt x="2177211" y="686284"/>
                </a:lnTo>
                <a:cubicBezTo>
                  <a:pt x="2177211" y="573808"/>
                  <a:pt x="2086032" y="482628"/>
                  <a:pt x="1973555" y="482628"/>
                </a:cubicBezTo>
                <a:lnTo>
                  <a:pt x="0" y="482628"/>
                </a:lnTo>
                <a:lnTo>
                  <a:pt x="0" y="169961"/>
                </a:lnTo>
                <a:cubicBezTo>
                  <a:pt x="0" y="76094"/>
                  <a:pt x="76094" y="0"/>
                  <a:pt x="16996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2" name="CasellaDiTesto 67">
            <a:extLst>
              <a:ext uri="{FF2B5EF4-FFF2-40B4-BE49-F238E27FC236}">
                <a16:creationId xmlns:a16="http://schemas.microsoft.com/office/drawing/2014/main" id="{410B389A-2434-E23C-986D-7CA759A8D247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B29C64C-24BE-CA77-0D3B-6E0A6C7E0B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67265" y="275389"/>
            <a:ext cx="2075612" cy="66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22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LIST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7">
            <a:extLst>
              <a:ext uri="{FF2B5EF4-FFF2-40B4-BE49-F238E27FC236}">
                <a16:creationId xmlns:a16="http://schemas.microsoft.com/office/drawing/2014/main" id="{E8C19B4D-37A7-7450-5290-03756A1E02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703319" cy="9498078"/>
          </a:xfrm>
          <a:prstGeom prst="rect">
            <a:avLst/>
          </a:prstGeom>
        </p:spPr>
      </p:pic>
      <p:sp>
        <p:nvSpPr>
          <p:cNvPr id="16" name="Title 2">
            <a:extLst>
              <a:ext uri="{FF2B5EF4-FFF2-40B4-BE49-F238E27FC236}">
                <a16:creationId xmlns:a16="http://schemas.microsoft.com/office/drawing/2014/main" id="{009F1021-561F-2FDF-53EF-541B44C0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699" y="276126"/>
            <a:ext cx="13327610" cy="821153"/>
          </a:xfrm>
          <a:prstGeom prst="rect">
            <a:avLst/>
          </a:prstGeom>
        </p:spPr>
        <p:txBody>
          <a:bodyPr lIns="0" rIns="0"/>
          <a:lstStyle>
            <a:lvl1pPr>
              <a:defRPr sz="39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D96BE-B59E-D1B3-9BA8-402D32485B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05699" y="1692670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01	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CDFC709-D17E-C88F-CAEA-BF6A875F3D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05699" y="2753909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02	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C000C20-2614-42C5-9218-EA3C827299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5699" y="3815148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03	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50F991C-D725-595B-9931-E4FE4FBCDB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5699" y="4876387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04	</a:t>
            </a:r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CE084AC-282E-892B-395D-6B12E18499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05699" y="5937626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05	</a:t>
            </a:r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71D412-4A9D-AAC3-9BD9-F6B37C5927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699" y="6998865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06	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A13C1A0-C900-3191-30CD-A533B19BFD0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05699" y="8060101"/>
            <a:ext cx="13356248" cy="821154"/>
          </a:xfrm>
          <a:prstGeom prst="roundRect">
            <a:avLst/>
          </a:prstGeom>
          <a:solidFill>
            <a:schemeClr val="bg1"/>
          </a:solidFill>
        </p:spPr>
        <p:txBody>
          <a:bodyPr anchor="ctr"/>
          <a:lstStyle>
            <a:lvl1pPr>
              <a:buNone/>
              <a:defRPr lang="en-US" sz="2400" b="1" kern="1200" dirty="0" smtClean="0">
                <a:solidFill>
                  <a:schemeClr val="accent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SLOT 07	</a:t>
            </a:r>
            <a:endParaRPr lang="en-GB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AD3568A-5EDA-5D84-1E36-E3B44518099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005484" y="1692670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7D569E0-18EE-D083-7D64-5B0ABD959BA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005484" y="2753909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DE643AA-FF95-C23E-4435-DF070521D05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05484" y="3815148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15F55FE-37D7-7F2F-D7C1-A131DA3324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005484" y="4876387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3E903982-47FB-CB70-EFE6-2974984B3A4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005484" y="5937626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899C0B8-F12F-D725-7CD9-52057A23652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05484" y="6998865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C04E09FF-76AF-05C2-1611-90CA6F50CE8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05484" y="8060101"/>
            <a:ext cx="10352735" cy="821154"/>
          </a:xfrm>
          <a:prstGeom prst="rect">
            <a:avLst/>
          </a:prstGeom>
          <a:noFill/>
        </p:spPr>
        <p:txBody>
          <a:bodyPr anchor="ctr"/>
          <a:lstStyle>
            <a:lvl1pPr>
              <a:buNone/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>
              <a:defRPr lang="en-US" sz="2400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>
              <a:defRPr lang="en-GB" sz="240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Rectángulo 50">
            <a:extLst>
              <a:ext uri="{FF2B5EF4-FFF2-40B4-BE49-F238E27FC236}">
                <a16:creationId xmlns:a16="http://schemas.microsoft.com/office/drawing/2014/main" id="{5FF78818-0346-DA4F-D0BB-8DB07B763E98}"/>
              </a:ext>
            </a:extLst>
          </p:cNvPr>
          <p:cNvSpPr/>
          <p:nvPr userDrawn="1"/>
        </p:nvSpPr>
        <p:spPr>
          <a:xfrm>
            <a:off x="3465871" y="-21431"/>
            <a:ext cx="237448" cy="9540942"/>
          </a:xfrm>
          <a:prstGeom prst="rect">
            <a:avLst/>
          </a:prstGeom>
          <a:gradFill flip="none" rotWithShape="1">
            <a:gsLst>
              <a:gs pos="0">
                <a:srgbClr val="C4E86B"/>
              </a:gs>
              <a:gs pos="100000">
                <a:srgbClr val="C4E86B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n>
                <a:solidFill>
                  <a:schemeClr val="bg2">
                    <a:lumMod val="90000"/>
                  </a:schemeClr>
                </a:solidFill>
              </a:ln>
            </a:endParaRPr>
          </a:p>
        </p:txBody>
      </p:sp>
      <p:pic>
        <p:nvPicPr>
          <p:cNvPr id="32" name="Immagine 10">
            <a:extLst>
              <a:ext uri="{FF2B5EF4-FFF2-40B4-BE49-F238E27FC236}">
                <a16:creationId xmlns:a16="http://schemas.microsoft.com/office/drawing/2014/main" id="{4702CD1B-C667-746F-C25B-AFCAF47CE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33" name="CasellaDiTesto 67">
            <a:extLst>
              <a:ext uri="{FF2B5EF4-FFF2-40B4-BE49-F238E27FC236}">
                <a16:creationId xmlns:a16="http://schemas.microsoft.com/office/drawing/2014/main" id="{459158AB-DF9A-0A78-DD4A-9F891CC56DBB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105D967-5E5C-4C26-8D28-CC96CFF8C6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50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LIST2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1">
            <a:extLst>
              <a:ext uri="{FF2B5EF4-FFF2-40B4-BE49-F238E27FC236}">
                <a16:creationId xmlns:a16="http://schemas.microsoft.com/office/drawing/2014/main" id="{FC90D5FB-FAD3-71F9-46EA-A13C5E6D3BBE}"/>
              </a:ext>
            </a:extLst>
          </p:cNvPr>
          <p:cNvSpPr/>
          <p:nvPr userDrawn="1"/>
        </p:nvSpPr>
        <p:spPr>
          <a:xfrm>
            <a:off x="6159533" y="1746425"/>
            <a:ext cx="11583345" cy="7283276"/>
          </a:xfrm>
          <a:prstGeom prst="roundRect">
            <a:avLst>
              <a:gd name="adj" fmla="val 3346"/>
            </a:avLst>
          </a:prstGeom>
          <a:solidFill>
            <a:schemeClr val="bg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1">
            <a:extLst>
              <a:ext uri="{FF2B5EF4-FFF2-40B4-BE49-F238E27FC236}">
                <a16:creationId xmlns:a16="http://schemas.microsoft.com/office/drawing/2014/main" id="{C815E457-78A1-0E56-3A01-915ABCB58D96}"/>
              </a:ext>
            </a:extLst>
          </p:cNvPr>
          <p:cNvSpPr/>
          <p:nvPr userDrawn="1"/>
        </p:nvSpPr>
        <p:spPr>
          <a:xfrm>
            <a:off x="3783204" y="7421277"/>
            <a:ext cx="2034792" cy="1849068"/>
          </a:xfrm>
          <a:prstGeom prst="roundRect">
            <a:avLst>
              <a:gd name="adj" fmla="val 6720"/>
            </a:avLst>
          </a:prstGeom>
          <a:solidFill>
            <a:schemeClr val="accent2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A61C34-C7F6-78A1-0F39-E2C47ECA2114}"/>
              </a:ext>
            </a:extLst>
          </p:cNvPr>
          <p:cNvSpPr/>
          <p:nvPr userDrawn="1"/>
        </p:nvSpPr>
        <p:spPr>
          <a:xfrm rot="13500000">
            <a:off x="4250702" y="7789515"/>
            <a:ext cx="1099797" cy="1112592"/>
          </a:xfrm>
          <a:custGeom>
            <a:avLst/>
            <a:gdLst>
              <a:gd name="connsiteX0" fmla="*/ 339803 w 743106"/>
              <a:gd name="connsiteY0" fmla="*/ 0 h 751751"/>
              <a:gd name="connsiteX1" fmla="*/ 403303 w 743106"/>
              <a:gd name="connsiteY1" fmla="*/ 0 h 751751"/>
              <a:gd name="connsiteX2" fmla="*/ 403303 w 743106"/>
              <a:gd name="connsiteY2" fmla="*/ 630197 h 751751"/>
              <a:gd name="connsiteX3" fmla="*/ 698205 w 743106"/>
              <a:gd name="connsiteY3" fmla="*/ 335295 h 751751"/>
              <a:gd name="connsiteX4" fmla="*/ 743106 w 743106"/>
              <a:gd name="connsiteY4" fmla="*/ 380196 h 751751"/>
              <a:gd name="connsiteX5" fmla="*/ 416454 w 743106"/>
              <a:gd name="connsiteY5" fmla="*/ 706849 h 751751"/>
              <a:gd name="connsiteX6" fmla="*/ 416454 w 743106"/>
              <a:gd name="connsiteY6" fmla="*/ 706849 h 751751"/>
              <a:gd name="connsiteX7" fmla="*/ 371553 w 743106"/>
              <a:gd name="connsiteY7" fmla="*/ 751751 h 751751"/>
              <a:gd name="connsiteX8" fmla="*/ 0 w 743106"/>
              <a:gd name="connsiteY8" fmla="*/ 380198 h 751751"/>
              <a:gd name="connsiteX9" fmla="*/ 44901 w 743106"/>
              <a:gd name="connsiteY9" fmla="*/ 335297 h 751751"/>
              <a:gd name="connsiteX10" fmla="*/ 339803 w 743106"/>
              <a:gd name="connsiteY10" fmla="*/ 630198 h 751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3106" h="751751">
                <a:moveTo>
                  <a:pt x="339803" y="0"/>
                </a:moveTo>
                <a:lnTo>
                  <a:pt x="403303" y="0"/>
                </a:lnTo>
                <a:lnTo>
                  <a:pt x="403303" y="630197"/>
                </a:lnTo>
                <a:lnTo>
                  <a:pt x="698205" y="335295"/>
                </a:lnTo>
                <a:lnTo>
                  <a:pt x="743106" y="380196"/>
                </a:lnTo>
                <a:lnTo>
                  <a:pt x="416454" y="706849"/>
                </a:lnTo>
                <a:lnTo>
                  <a:pt x="416454" y="706849"/>
                </a:lnTo>
                <a:lnTo>
                  <a:pt x="371553" y="751751"/>
                </a:lnTo>
                <a:lnTo>
                  <a:pt x="0" y="380198"/>
                </a:lnTo>
                <a:lnTo>
                  <a:pt x="44901" y="335297"/>
                </a:lnTo>
                <a:lnTo>
                  <a:pt x="339803" y="6301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pic>
        <p:nvPicPr>
          <p:cNvPr id="22" name="Picture Placeholder 12" descr="A person holding a tablet with a glowing figure&#10;&#10;Description automatically generated">
            <a:extLst>
              <a:ext uri="{FF2B5EF4-FFF2-40B4-BE49-F238E27FC236}">
                <a16:creationId xmlns:a16="http://schemas.microsoft.com/office/drawing/2014/main" id="{A05E115A-2B9F-2870-1527-197C0AA6E4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3647" y="416102"/>
            <a:ext cx="5083091" cy="8653077"/>
          </a:xfrm>
          <a:custGeom>
            <a:avLst/>
            <a:gdLst>
              <a:gd name="connsiteX0" fmla="*/ 326504 w 3388727"/>
              <a:gd name="connsiteY0" fmla="*/ 0 h 5768718"/>
              <a:gd name="connsiteX1" fmla="*/ 3062224 w 3388727"/>
              <a:gd name="connsiteY1" fmla="*/ 0 h 5768718"/>
              <a:gd name="connsiteX2" fmla="*/ 3388727 w 3388727"/>
              <a:gd name="connsiteY2" fmla="*/ 325506 h 5768718"/>
              <a:gd name="connsiteX3" fmla="*/ 3388727 w 3388727"/>
              <a:gd name="connsiteY3" fmla="*/ 4665834 h 5768718"/>
              <a:gd name="connsiteX4" fmla="*/ 2246160 w 3388727"/>
              <a:gd name="connsiteY4" fmla="*/ 4665834 h 5768718"/>
              <a:gd name="connsiteX5" fmla="*/ 2163322 w 3388727"/>
              <a:gd name="connsiteY5" fmla="*/ 4748672 h 5768718"/>
              <a:gd name="connsiteX6" fmla="*/ 2163322 w 3388727"/>
              <a:gd name="connsiteY6" fmla="*/ 5768718 h 5768718"/>
              <a:gd name="connsiteX7" fmla="*/ 326504 w 3388727"/>
              <a:gd name="connsiteY7" fmla="*/ 5768718 h 5768718"/>
              <a:gd name="connsiteX8" fmla="*/ 0 w 3388727"/>
              <a:gd name="connsiteY8" fmla="*/ 5443213 h 5768718"/>
              <a:gd name="connsiteX9" fmla="*/ 0 w 3388727"/>
              <a:gd name="connsiteY9" fmla="*/ 325506 h 5768718"/>
              <a:gd name="connsiteX10" fmla="*/ 326504 w 3388727"/>
              <a:gd name="connsiteY10" fmla="*/ 0 h 5768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88727" h="5768718">
                <a:moveTo>
                  <a:pt x="326504" y="0"/>
                </a:moveTo>
                <a:lnTo>
                  <a:pt x="3062224" y="0"/>
                </a:lnTo>
                <a:cubicBezTo>
                  <a:pt x="3242547" y="0"/>
                  <a:pt x="3388727" y="145734"/>
                  <a:pt x="3388727" y="325506"/>
                </a:cubicBezTo>
                <a:lnTo>
                  <a:pt x="3388727" y="4665834"/>
                </a:lnTo>
                <a:lnTo>
                  <a:pt x="2246160" y="4665834"/>
                </a:lnTo>
                <a:cubicBezTo>
                  <a:pt x="2200410" y="4665834"/>
                  <a:pt x="2163322" y="4702922"/>
                  <a:pt x="2163322" y="4748672"/>
                </a:cubicBezTo>
                <a:lnTo>
                  <a:pt x="2163322" y="5768718"/>
                </a:lnTo>
                <a:lnTo>
                  <a:pt x="326504" y="5768718"/>
                </a:lnTo>
                <a:cubicBezTo>
                  <a:pt x="146181" y="5768718"/>
                  <a:pt x="0" y="5622984"/>
                  <a:pt x="0" y="5443213"/>
                </a:cubicBezTo>
                <a:lnTo>
                  <a:pt x="0" y="325506"/>
                </a:lnTo>
                <a:cubicBezTo>
                  <a:pt x="0" y="145734"/>
                  <a:pt x="146181" y="0"/>
                  <a:pt x="326504" y="0"/>
                </a:cubicBezTo>
                <a:close/>
              </a:path>
            </a:pathLst>
          </a:custGeom>
        </p:spPr>
      </p:pic>
      <p:sp>
        <p:nvSpPr>
          <p:cNvPr id="23" name="Title 2">
            <a:extLst>
              <a:ext uri="{FF2B5EF4-FFF2-40B4-BE49-F238E27FC236}">
                <a16:creationId xmlns:a16="http://schemas.microsoft.com/office/drawing/2014/main" id="{3F6E7B8B-82FF-429F-4FD4-1622288EE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32" y="276127"/>
            <a:ext cx="11573776" cy="729714"/>
          </a:xfrm>
          <a:prstGeom prst="rect">
            <a:avLst/>
          </a:prstGeom>
        </p:spPr>
        <p:txBody>
          <a:bodyPr lIns="0" rIns="0"/>
          <a:lstStyle>
            <a:lvl1pPr>
              <a:defRPr sz="3900"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CA387850-1116-1BF9-ECB8-59AE924FFE46}"/>
              </a:ext>
            </a:extLst>
          </p:cNvPr>
          <p:cNvSpPr>
            <a:spLocks noGrp="1"/>
          </p:cNvSpPr>
          <p:nvPr>
            <p:ph sz="quarter" idx="21"/>
          </p:nvPr>
        </p:nvSpPr>
        <p:spPr bwMode="white">
          <a:xfrm>
            <a:off x="6727371" y="2237015"/>
            <a:ext cx="10151707" cy="630356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pic>
        <p:nvPicPr>
          <p:cNvPr id="7" name="Immagine 10">
            <a:extLst>
              <a:ext uri="{FF2B5EF4-FFF2-40B4-BE49-F238E27FC236}">
                <a16:creationId xmlns:a16="http://schemas.microsoft.com/office/drawing/2014/main" id="{A670F4E9-CC01-A287-2606-8940E4CF9C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8" name="CasellaDiTesto 67">
            <a:extLst>
              <a:ext uri="{FF2B5EF4-FFF2-40B4-BE49-F238E27FC236}">
                <a16:creationId xmlns:a16="http://schemas.microsoft.com/office/drawing/2014/main" id="{201A0460-6958-F0CD-97E8-FE31CD4553C6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9340A2-FC59-92A5-3837-BBEC0D46F3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54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IMG+TEXT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10">
            <a:extLst>
              <a:ext uri="{FF2B5EF4-FFF2-40B4-BE49-F238E27FC236}">
                <a16:creationId xmlns:a16="http://schemas.microsoft.com/office/drawing/2014/main" id="{17A0FBFE-1E52-BE80-53AB-1F4B3C65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6" name="CasellaDiTesto 67">
            <a:extLst>
              <a:ext uri="{FF2B5EF4-FFF2-40B4-BE49-F238E27FC236}">
                <a16:creationId xmlns:a16="http://schemas.microsoft.com/office/drawing/2014/main" id="{BA606198-2066-4C85-8BA5-91F50CD79CC7}"/>
              </a:ext>
            </a:extLst>
          </p:cNvPr>
          <p:cNvSpPr txBox="1"/>
          <p:nvPr userDrawn="1"/>
        </p:nvSpPr>
        <p:spPr bwMode="white">
          <a:xfrm>
            <a:off x="5785165" y="9699290"/>
            <a:ext cx="12502835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BC812E-4742-FA87-0112-978577F5653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328373" y="276126"/>
            <a:ext cx="11414505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3F14D4-F956-A6F9-E0DA-DAEAB5AD7285}"/>
              </a:ext>
            </a:extLst>
          </p:cNvPr>
          <p:cNvSpPr>
            <a:spLocks noGrp="1"/>
          </p:cNvSpPr>
          <p:nvPr>
            <p:ph sz="quarter" idx="20"/>
          </p:nvPr>
        </p:nvSpPr>
        <p:spPr bwMode="white">
          <a:xfrm>
            <a:off x="6328373" y="1822541"/>
            <a:ext cx="1141450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60B40167-956F-6F2B-636F-7BA6CC47D2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784057" cy="10287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CEE8AC9-99E2-F3DE-9E62-BB05976931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7267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93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IMG+TEXT2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BC812E-4742-FA87-0112-978577F5653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328373" y="276126"/>
            <a:ext cx="11414505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804D8489-2A80-BB4F-4649-F1C69B37DC3F}"/>
              </a:ext>
            </a:extLst>
          </p:cNvPr>
          <p:cNvSpPr>
            <a:spLocks noGrp="1"/>
          </p:cNvSpPr>
          <p:nvPr>
            <p:ph sz="quarter" idx="20"/>
          </p:nvPr>
        </p:nvSpPr>
        <p:spPr bwMode="white">
          <a:xfrm>
            <a:off x="6328373" y="1822541"/>
            <a:ext cx="1141450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6" name="Immagine 10">
            <a:extLst>
              <a:ext uri="{FF2B5EF4-FFF2-40B4-BE49-F238E27FC236}">
                <a16:creationId xmlns:a16="http://schemas.microsoft.com/office/drawing/2014/main" id="{AE8C42E9-B0E5-CFC4-D977-7715664C7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8" name="CasellaDiTesto 67">
            <a:extLst>
              <a:ext uri="{FF2B5EF4-FFF2-40B4-BE49-F238E27FC236}">
                <a16:creationId xmlns:a16="http://schemas.microsoft.com/office/drawing/2014/main" id="{48C745A1-521E-653B-240E-794D12267658}"/>
              </a:ext>
            </a:extLst>
          </p:cNvPr>
          <p:cNvSpPr txBox="1"/>
          <p:nvPr userDrawn="1"/>
        </p:nvSpPr>
        <p:spPr bwMode="white">
          <a:xfrm>
            <a:off x="5785165" y="9699290"/>
            <a:ext cx="12502835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3DA7F0D2-C122-594F-9B89-818D6E637C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5784057" cy="10287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FF8C244-2B27-4185-C035-5BF7740F0F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7267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59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IMG+TEXT CUSTOM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10">
            <a:extLst>
              <a:ext uri="{FF2B5EF4-FFF2-40B4-BE49-F238E27FC236}">
                <a16:creationId xmlns:a16="http://schemas.microsoft.com/office/drawing/2014/main" id="{6B823A25-21B2-54A5-7740-5C669A634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5" name="CasellaDiTesto 67">
            <a:extLst>
              <a:ext uri="{FF2B5EF4-FFF2-40B4-BE49-F238E27FC236}">
                <a16:creationId xmlns:a16="http://schemas.microsoft.com/office/drawing/2014/main" id="{E3CFE73D-C427-44D2-8216-0267953A92F6}"/>
              </a:ext>
            </a:extLst>
          </p:cNvPr>
          <p:cNvSpPr txBox="1"/>
          <p:nvPr userDrawn="1"/>
        </p:nvSpPr>
        <p:spPr bwMode="white">
          <a:xfrm>
            <a:off x="5785165" y="9699290"/>
            <a:ext cx="12502835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0F91DE0-77F6-3FCE-4F76-4E45E50CCEA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5784057" cy="10287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AA045E2-938D-3966-3D4E-55B5043CEF1D}"/>
              </a:ext>
            </a:extLst>
          </p:cNvPr>
          <p:cNvSpPr>
            <a:spLocks noGrp="1"/>
          </p:cNvSpPr>
          <p:nvPr>
            <p:ph sz="quarter" idx="20"/>
          </p:nvPr>
        </p:nvSpPr>
        <p:spPr bwMode="white">
          <a:xfrm>
            <a:off x="6328373" y="1822541"/>
            <a:ext cx="1141450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A5F7E8-714B-5BCE-9E0F-DC0670DF2130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328373" y="276126"/>
            <a:ext cx="11414505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649B48A-9C9A-A426-5B0B-60238BD133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7267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78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TEXT+IMG1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FE3F9D-E10A-3CCB-2AC9-52400D1E4098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4692" y="276126"/>
            <a:ext cx="11404934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3E44A42-7BF2-E3C0-9BE4-E9D4465AC580}"/>
              </a:ext>
            </a:extLst>
          </p:cNvPr>
          <p:cNvSpPr>
            <a:spLocks noGrp="1"/>
          </p:cNvSpPr>
          <p:nvPr>
            <p:ph sz="quarter" idx="21"/>
          </p:nvPr>
        </p:nvSpPr>
        <p:spPr bwMode="white">
          <a:xfrm>
            <a:off x="554692" y="1822541"/>
            <a:ext cx="1141450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F4032D96-0280-B85B-40ED-6FA551EBC9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03943" y="0"/>
            <a:ext cx="5784057" cy="1028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3EC0C-CC43-DB62-4BFE-C150AE8E7D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2565" b="-3"/>
          <a:stretch>
            <a:fillRect/>
          </a:stretch>
        </p:blipFill>
        <p:spPr>
          <a:xfrm>
            <a:off x="-1" y="9463381"/>
            <a:ext cx="12502835" cy="78254"/>
          </a:xfrm>
          <a:prstGeom prst="rect">
            <a:avLst/>
          </a:prstGeom>
        </p:spPr>
      </p:pic>
      <p:pic>
        <p:nvPicPr>
          <p:cNvPr id="8" name="Immagine 10">
            <a:extLst>
              <a:ext uri="{FF2B5EF4-FFF2-40B4-BE49-F238E27FC236}">
                <a16:creationId xmlns:a16="http://schemas.microsoft.com/office/drawing/2014/main" id="{9962F965-7134-6603-CB5E-9B138AAF0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633" t="-82038" b="-5"/>
          <a:stretch>
            <a:fillRect/>
          </a:stretch>
        </p:blipFill>
        <p:spPr>
          <a:xfrm>
            <a:off x="1" y="9463380"/>
            <a:ext cx="12502835" cy="78252"/>
          </a:xfrm>
          <a:prstGeom prst="rect">
            <a:avLst/>
          </a:prstGeom>
        </p:spPr>
      </p:pic>
      <p:sp>
        <p:nvSpPr>
          <p:cNvPr id="9" name="CasellaDiTesto 67">
            <a:extLst>
              <a:ext uri="{FF2B5EF4-FFF2-40B4-BE49-F238E27FC236}">
                <a16:creationId xmlns:a16="http://schemas.microsoft.com/office/drawing/2014/main" id="{D6E1F466-0E38-5B70-02EC-CB1F2E332A5C}"/>
              </a:ext>
            </a:extLst>
          </p:cNvPr>
          <p:cNvSpPr txBox="1"/>
          <p:nvPr userDrawn="1"/>
        </p:nvSpPr>
        <p:spPr bwMode="white">
          <a:xfrm>
            <a:off x="1" y="9699290"/>
            <a:ext cx="12502835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989E50E7-DB27-29F2-6D05-A78157CF372C}"/>
              </a:ext>
            </a:extLst>
          </p:cNvPr>
          <p:cNvSpPr txBox="1">
            <a:spLocks/>
          </p:cNvSpPr>
          <p:nvPr userDrawn="1"/>
        </p:nvSpPr>
        <p:spPr>
          <a:xfrm>
            <a:off x="10135521" y="9767827"/>
            <a:ext cx="1833676" cy="26161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6D2ADB9-18AF-6C46-9B8E-358A92A26A60}" type="slidenum">
              <a:rPr lang="it-IT" sz="1575" kern="120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sz="1575" kern="1200" dirty="0">
              <a:solidFill>
                <a:schemeClr val="tx1"/>
              </a:solidFill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1662D12-728F-D197-862C-EA23776B53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7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TEXT+IMG2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FE3F9D-E10A-3CCB-2AC9-52400D1E4098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4693" y="276126"/>
            <a:ext cx="11414504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FB67363A-F7AD-7F42-FAAC-7FA081552B0F}"/>
              </a:ext>
            </a:extLst>
          </p:cNvPr>
          <p:cNvSpPr>
            <a:spLocks noGrp="1"/>
          </p:cNvSpPr>
          <p:nvPr>
            <p:ph sz="quarter" idx="21"/>
          </p:nvPr>
        </p:nvSpPr>
        <p:spPr bwMode="white">
          <a:xfrm>
            <a:off x="554692" y="1822541"/>
            <a:ext cx="1141450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AF38668A-F8DC-8BAA-59AB-5E35A74527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03943" y="0"/>
            <a:ext cx="5784057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84F86-4598-8B71-420D-40902886D1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2565" b="-3"/>
          <a:stretch>
            <a:fillRect/>
          </a:stretch>
        </p:blipFill>
        <p:spPr>
          <a:xfrm>
            <a:off x="-1" y="9463381"/>
            <a:ext cx="12502835" cy="78254"/>
          </a:xfrm>
          <a:prstGeom prst="rect">
            <a:avLst/>
          </a:prstGeom>
        </p:spPr>
      </p:pic>
      <p:pic>
        <p:nvPicPr>
          <p:cNvPr id="7" name="Immagine 10">
            <a:extLst>
              <a:ext uri="{FF2B5EF4-FFF2-40B4-BE49-F238E27FC236}">
                <a16:creationId xmlns:a16="http://schemas.microsoft.com/office/drawing/2014/main" id="{FFEACA6F-3382-27E8-4F2A-59582563D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633" t="-82038" b="-5"/>
          <a:stretch>
            <a:fillRect/>
          </a:stretch>
        </p:blipFill>
        <p:spPr>
          <a:xfrm>
            <a:off x="1" y="9463380"/>
            <a:ext cx="12502835" cy="78252"/>
          </a:xfrm>
          <a:prstGeom prst="rect">
            <a:avLst/>
          </a:prstGeom>
        </p:spPr>
      </p:pic>
      <p:sp>
        <p:nvSpPr>
          <p:cNvPr id="9" name="CasellaDiTesto 67">
            <a:extLst>
              <a:ext uri="{FF2B5EF4-FFF2-40B4-BE49-F238E27FC236}">
                <a16:creationId xmlns:a16="http://schemas.microsoft.com/office/drawing/2014/main" id="{EAF0B062-D558-86BB-FDDC-B5AD8BACE14B}"/>
              </a:ext>
            </a:extLst>
          </p:cNvPr>
          <p:cNvSpPr txBox="1"/>
          <p:nvPr userDrawn="1"/>
        </p:nvSpPr>
        <p:spPr bwMode="white">
          <a:xfrm>
            <a:off x="1" y="9699290"/>
            <a:ext cx="12502835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1C8B1656-12CF-D658-E6DC-636E595A9565}"/>
              </a:ext>
            </a:extLst>
          </p:cNvPr>
          <p:cNvSpPr txBox="1">
            <a:spLocks/>
          </p:cNvSpPr>
          <p:nvPr userDrawn="1"/>
        </p:nvSpPr>
        <p:spPr>
          <a:xfrm>
            <a:off x="10135521" y="9767827"/>
            <a:ext cx="1833676" cy="26161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6D2ADB9-18AF-6C46-9B8E-358A92A26A60}" type="slidenum">
              <a:rPr lang="it-IT" sz="1575" kern="120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sz="1575" kern="1200" dirty="0">
              <a:solidFill>
                <a:schemeClr val="tx1"/>
              </a:solidFill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D95BEE-FCCB-9172-58F0-8501131CDA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513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TEXT+IMG CUSTOM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FE3F9D-E10A-3CCB-2AC9-52400D1E4098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4693" y="276126"/>
            <a:ext cx="11414504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094B3155-EC17-18DC-B210-9769DC440D4C}"/>
              </a:ext>
            </a:extLst>
          </p:cNvPr>
          <p:cNvSpPr>
            <a:spLocks noGrp="1"/>
          </p:cNvSpPr>
          <p:nvPr>
            <p:ph sz="quarter" idx="22"/>
          </p:nvPr>
        </p:nvSpPr>
        <p:spPr bwMode="white">
          <a:xfrm>
            <a:off x="554692" y="1822541"/>
            <a:ext cx="1141450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F389D2-81FD-81E3-181D-E4C185C9BB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503943" y="0"/>
            <a:ext cx="5784057" cy="10287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03F7B8-7C85-6D69-2CB3-ABECE92D4D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82565" b="-3"/>
          <a:stretch>
            <a:fillRect/>
          </a:stretch>
        </p:blipFill>
        <p:spPr>
          <a:xfrm>
            <a:off x="-1" y="9463381"/>
            <a:ext cx="12502835" cy="78254"/>
          </a:xfrm>
          <a:prstGeom prst="rect">
            <a:avLst/>
          </a:prstGeom>
        </p:spPr>
      </p:pic>
      <p:pic>
        <p:nvPicPr>
          <p:cNvPr id="20" name="Immagine 10">
            <a:extLst>
              <a:ext uri="{FF2B5EF4-FFF2-40B4-BE49-F238E27FC236}">
                <a16:creationId xmlns:a16="http://schemas.microsoft.com/office/drawing/2014/main" id="{B0584E3B-BDD8-A66C-A477-DEC7BFF7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633" t="-82038" b="-5"/>
          <a:stretch>
            <a:fillRect/>
          </a:stretch>
        </p:blipFill>
        <p:spPr>
          <a:xfrm>
            <a:off x="1" y="9463380"/>
            <a:ext cx="12502835" cy="78252"/>
          </a:xfrm>
          <a:prstGeom prst="rect">
            <a:avLst/>
          </a:prstGeom>
        </p:spPr>
      </p:pic>
      <p:sp>
        <p:nvSpPr>
          <p:cNvPr id="21" name="CasellaDiTesto 67">
            <a:extLst>
              <a:ext uri="{FF2B5EF4-FFF2-40B4-BE49-F238E27FC236}">
                <a16:creationId xmlns:a16="http://schemas.microsoft.com/office/drawing/2014/main" id="{CAA9C875-B8D8-DCCE-2E74-8EBBBBD86BC3}"/>
              </a:ext>
            </a:extLst>
          </p:cNvPr>
          <p:cNvSpPr txBox="1"/>
          <p:nvPr userDrawn="1"/>
        </p:nvSpPr>
        <p:spPr bwMode="white">
          <a:xfrm>
            <a:off x="1" y="9699290"/>
            <a:ext cx="12502835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FFA0965F-1BE4-F221-AFC8-818BF6FAD81F}"/>
              </a:ext>
            </a:extLst>
          </p:cNvPr>
          <p:cNvSpPr txBox="1">
            <a:spLocks/>
          </p:cNvSpPr>
          <p:nvPr userDrawn="1"/>
        </p:nvSpPr>
        <p:spPr>
          <a:xfrm>
            <a:off x="10135521" y="9767827"/>
            <a:ext cx="1833676" cy="26161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6D2ADB9-18AF-6C46-9B8E-358A92A26A60}" type="slidenum">
              <a:rPr lang="it-IT" sz="1575" kern="120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sz="1575" kern="1200" dirty="0">
              <a:solidFill>
                <a:schemeClr val="tx1"/>
              </a:solidFill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E899E3-EFBA-6E52-761F-4714EE054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37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PONSOR PARTNER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7FBCE65-DDC9-C97F-91B6-C8A614AC0475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4693" y="276126"/>
            <a:ext cx="17188185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9EFDACD-CA0A-714C-B74C-EAEB81452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1052" y="167264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930F4988-97E0-7CE9-CE00-AD131595EA8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891804" y="167264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7003CB1-E6AE-FA53-2E27-63497D861CD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242556" y="167264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02AB00B-CE4F-F269-E509-07C4EE1569D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593308" y="167264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D469ADF4-C24E-65CE-F2C5-5BA218D573E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1052" y="359363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CC7439E-82A8-69E4-9BAA-FAA6CA37664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891804" y="359363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AB5B230-7E96-8F9B-75EF-F709A5F87F7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42556" y="359363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C5D6AC57-6D82-CDB1-9ADC-D7EB0396F6F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3593308" y="3593631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AF2ECC2-2E96-B8A4-08D5-FB7EDC23434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41052" y="5516872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73A411-6377-2D05-E3D0-CEFB211945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891804" y="5516872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BA83011E-A831-3451-869C-5658D659B90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242556" y="5516872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A9DDDF26-F876-04A7-2EA4-BCDD06EA7E6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3593308" y="5516872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E5F45808-ABC1-F2A3-CBB7-85881A85889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41052" y="7435613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BDFC7196-4854-93FE-6457-07B1D23F245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891804" y="7435613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21BF7B3B-AFAB-B223-59CE-D396D4C7861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42556" y="7435613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7E3E7AF6-B75F-CCC6-7D95-5ACAC8153AD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3593308" y="7435613"/>
            <a:ext cx="4140000" cy="165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24" name="Immagine 10">
            <a:extLst>
              <a:ext uri="{FF2B5EF4-FFF2-40B4-BE49-F238E27FC236}">
                <a16:creationId xmlns:a16="http://schemas.microsoft.com/office/drawing/2014/main" id="{FD0DC256-6AB2-81A6-6A20-B930F0D82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25" name="CasellaDiTesto 67">
            <a:extLst>
              <a:ext uri="{FF2B5EF4-FFF2-40B4-BE49-F238E27FC236}">
                <a16:creationId xmlns:a16="http://schemas.microsoft.com/office/drawing/2014/main" id="{0C8ED2ED-5D19-DF8B-2A81-4D72E4DC3B28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5E301D8-4E6F-444C-0A19-BFD945E241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19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7FBCE65-DDC9-C97F-91B6-C8A614AC0475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4693" y="276126"/>
            <a:ext cx="17188185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2448692-9C57-B787-8470-D86C941448D0}"/>
              </a:ext>
            </a:extLst>
          </p:cNvPr>
          <p:cNvSpPr>
            <a:spLocks noGrp="1"/>
          </p:cNvSpPr>
          <p:nvPr>
            <p:ph sz="quarter" idx="21"/>
          </p:nvPr>
        </p:nvSpPr>
        <p:spPr bwMode="white">
          <a:xfrm>
            <a:off x="554692" y="1822541"/>
            <a:ext cx="17188185" cy="7170288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7" name="Immagine 10">
            <a:extLst>
              <a:ext uri="{FF2B5EF4-FFF2-40B4-BE49-F238E27FC236}">
                <a16:creationId xmlns:a16="http://schemas.microsoft.com/office/drawing/2014/main" id="{A2AED8B5-42CB-F59B-C185-DD80316471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8" name="CasellaDiTesto 67">
            <a:extLst>
              <a:ext uri="{FF2B5EF4-FFF2-40B4-BE49-F238E27FC236}">
                <a16:creationId xmlns:a16="http://schemas.microsoft.com/office/drawing/2014/main" id="{B56E2B73-A1AE-10BA-4BEC-A3E12CEF10AA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08C0BD-8103-1A09-ED23-E3EDD4366E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5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EMPTY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91347AD-AE22-2A95-EAF5-1D2A6EFB293C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554693" y="276126"/>
            <a:ext cx="16324385" cy="707211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lang="en-US" sz="3900" b="1" kern="1200" dirty="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3" name="Elemento grafico 11">
            <a:extLst>
              <a:ext uri="{FF2B5EF4-FFF2-40B4-BE49-F238E27FC236}">
                <a16:creationId xmlns:a16="http://schemas.microsoft.com/office/drawing/2014/main" id="{3EA4F364-CB60-1284-C9E0-CCE6D7534A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-886" r="-2427" b="34513"/>
          <a:stretch/>
        </p:blipFill>
        <p:spPr bwMode="white">
          <a:xfrm>
            <a:off x="538223" y="7351196"/>
            <a:ext cx="3591171" cy="2935805"/>
          </a:xfrm>
          <a:prstGeom prst="rect">
            <a:avLst/>
          </a:prstGeom>
        </p:spPr>
      </p:pic>
      <p:sp>
        <p:nvSpPr>
          <p:cNvPr id="11" name="CasellaDiTesto 67">
            <a:extLst>
              <a:ext uri="{FF2B5EF4-FFF2-40B4-BE49-F238E27FC236}">
                <a16:creationId xmlns:a16="http://schemas.microsoft.com/office/drawing/2014/main" id="{63F2C285-FD22-3682-ED40-D8725EAE4A17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67624B7-DC07-B80B-449F-69B2978F8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34937" y="257662"/>
            <a:ext cx="637047" cy="77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36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CLAIM">
    <p:bg>
      <p:bgPr>
        <a:solidFill>
          <a:srgbClr val="08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71A4CBA-A7F8-896A-1D52-06348766C6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8288000" cy="9519510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492CCA0E-5BC9-4CF8-6E8C-83794DD394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693" y="1532294"/>
            <a:ext cx="8589307" cy="729714"/>
          </a:xfrm>
          <a:prstGeom prst="rect">
            <a:avLst/>
          </a:prstGeom>
        </p:spPr>
        <p:txBody>
          <a:bodyPr lIns="0" rIns="0"/>
          <a:lstStyle>
            <a:lvl1pPr algn="l">
              <a:defRPr lang="en-GB" sz="3900" b="1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</a:lstStyle>
          <a:p>
            <a:r>
              <a:rPr lang="en-US" dirty="0"/>
              <a:t>Click to edit important claim</a:t>
            </a:r>
            <a:endParaRPr lang="en-GB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28D4918-F37F-07EB-4C38-669B815F86B0}"/>
              </a:ext>
            </a:extLst>
          </p:cNvPr>
          <p:cNvSpPr>
            <a:spLocks noGrp="1"/>
          </p:cNvSpPr>
          <p:nvPr>
            <p:ph sz="quarter" idx="21"/>
          </p:nvPr>
        </p:nvSpPr>
        <p:spPr bwMode="white">
          <a:xfrm>
            <a:off x="554693" y="2745634"/>
            <a:ext cx="8589307" cy="4469005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pic>
        <p:nvPicPr>
          <p:cNvPr id="18" name="Immagine 10">
            <a:extLst>
              <a:ext uri="{FF2B5EF4-FFF2-40B4-BE49-F238E27FC236}">
                <a16:creationId xmlns:a16="http://schemas.microsoft.com/office/drawing/2014/main" id="{B9AECD73-042E-A51A-3C6D-B4099F4454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76524"/>
            <a:ext cx="18288000" cy="42986"/>
          </a:xfrm>
          <a:prstGeom prst="rect">
            <a:avLst/>
          </a:prstGeom>
        </p:spPr>
      </p:pic>
      <p:sp>
        <p:nvSpPr>
          <p:cNvPr id="19" name="CasellaDiTesto 67">
            <a:extLst>
              <a:ext uri="{FF2B5EF4-FFF2-40B4-BE49-F238E27FC236}">
                <a16:creationId xmlns:a16="http://schemas.microsoft.com/office/drawing/2014/main" id="{BC83949A-19F2-03B9-623A-E251F5910D9A}"/>
              </a:ext>
            </a:extLst>
          </p:cNvPr>
          <p:cNvSpPr txBox="1"/>
          <p:nvPr userDrawn="1"/>
        </p:nvSpPr>
        <p:spPr>
          <a:xfrm>
            <a:off x="5232162" y="9699290"/>
            <a:ext cx="7823676" cy="415498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marL="0" marR="0" lvl="0" indent="0" algn="ctr" defTabSz="13716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#TOGETHER</a:t>
            </a:r>
            <a:r>
              <a:rPr lang="en-GB" sz="1800" b="1" dirty="0">
                <a:solidFill>
                  <a:schemeClr val="tx1"/>
                </a:solidFill>
                <a:effectLst/>
                <a:latin typeface="+mj-lt"/>
              </a:rPr>
              <a:t>4</a:t>
            </a:r>
            <a:r>
              <a:rPr lang="en-GB" sz="1575" b="1" dirty="0">
                <a:solidFill>
                  <a:schemeClr val="accent1"/>
                </a:solidFill>
                <a:effectLst/>
                <a:latin typeface="+mj-lt"/>
              </a:rPr>
              <a:t>SUCCESS</a:t>
            </a:r>
            <a:endParaRPr kumimoji="0" lang="en-GB" sz="1575" b="0" i="0" u="none" strike="noStrike" kern="1200" cap="none" spc="45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941250-B6E9-81B3-44D9-CD5785C2E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906" y="9652965"/>
            <a:ext cx="1592355" cy="5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421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LOSING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BE74F8-1C50-EBF9-AA18-CC6364FE24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5BDE458-D49E-4631-0017-A4C9EA5F5DA9}"/>
              </a:ext>
            </a:extLst>
          </p:cNvPr>
          <p:cNvGrpSpPr/>
          <p:nvPr userDrawn="1"/>
        </p:nvGrpSpPr>
        <p:grpSpPr>
          <a:xfrm flipH="1">
            <a:off x="-13" y="6481719"/>
            <a:ext cx="8800100" cy="3805281"/>
            <a:chOff x="2692448" y="811364"/>
            <a:chExt cx="5694953" cy="282069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9392CE-445D-6CC6-A877-F551957C4BC8}"/>
                </a:ext>
              </a:extLst>
            </p:cNvPr>
            <p:cNvSpPr/>
            <p:nvPr userDrawn="1"/>
          </p:nvSpPr>
          <p:spPr>
            <a:xfrm>
              <a:off x="3415123" y="811364"/>
              <a:ext cx="4811626" cy="2820693"/>
            </a:xfrm>
            <a:prstGeom prst="rect">
              <a:avLst/>
            </a:prstGeom>
            <a:solidFill>
              <a:schemeClr val="accent1">
                <a:alpha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A21125-98A9-98F0-0DC5-351922255303}"/>
                </a:ext>
              </a:extLst>
            </p:cNvPr>
            <p:cNvSpPr/>
            <p:nvPr userDrawn="1"/>
          </p:nvSpPr>
          <p:spPr>
            <a:xfrm>
              <a:off x="8226749" y="811364"/>
              <a:ext cx="160652" cy="2820693"/>
            </a:xfrm>
            <a:prstGeom prst="rect">
              <a:avLst/>
            </a:prstGeom>
            <a:solidFill>
              <a:srgbClr val="C5E86C">
                <a:alpha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857FFD9C-4037-441E-B6CA-1E27BC3AA628}"/>
                </a:ext>
              </a:extLst>
            </p:cNvPr>
            <p:cNvSpPr/>
            <p:nvPr userDrawn="1"/>
          </p:nvSpPr>
          <p:spPr>
            <a:xfrm>
              <a:off x="2692448" y="811364"/>
              <a:ext cx="4241752" cy="2820693"/>
            </a:xfrm>
            <a:prstGeom prst="rect">
              <a:avLst/>
            </a:prstGeom>
            <a:solidFill>
              <a:srgbClr val="0B2F6C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3716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7" name="Title 4">
            <a:extLst>
              <a:ext uri="{FF2B5EF4-FFF2-40B4-BE49-F238E27FC236}">
                <a16:creationId xmlns:a16="http://schemas.microsoft.com/office/drawing/2014/main" id="{1CD8DA7C-BAAF-9A05-5FEA-F63C4061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87" y="7699972"/>
            <a:ext cx="7895293" cy="1845975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 sz="4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F852548-CA30-FE1C-4126-6C15122A7D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47605" y="322684"/>
            <a:ext cx="2595272" cy="828197"/>
          </a:xfrm>
          <a:prstGeom prst="rect">
            <a:avLst/>
          </a:prstGeom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516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urface with a light on it&#10;&#10;AI-generated content may be incorrect.">
            <a:extLst>
              <a:ext uri="{FF2B5EF4-FFF2-40B4-BE49-F238E27FC236}">
                <a16:creationId xmlns:a16="http://schemas.microsoft.com/office/drawing/2014/main" id="{C43201C5-D3F4-FE86-9A8F-EB3243A8C66D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72445-CFB7-4D6D-3FF8-E48F9AB27B38}"/>
              </a:ext>
            </a:extLst>
          </p:cNvPr>
          <p:cNvSpPr txBox="1">
            <a:spLocks/>
          </p:cNvSpPr>
          <p:nvPr userDrawn="1"/>
        </p:nvSpPr>
        <p:spPr>
          <a:xfrm>
            <a:off x="15889046" y="9767827"/>
            <a:ext cx="1833676" cy="26161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rgbClr val="0070C0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F6D2ADB9-18AF-6C46-9B8E-358A92A26A60}" type="slidenum">
              <a:rPr lang="it-IT" sz="1575" kern="1200" smtClean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it-IT" sz="1575" kern="1200" dirty="0">
              <a:solidFill>
                <a:schemeClr val="tx1"/>
              </a:solidFill>
              <a:latin typeface="Montserra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57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06" r:id="rId4"/>
    <p:sldLayoutId id="2147484109" r:id="rId5"/>
    <p:sldLayoutId id="2147484114" r:id="rId6"/>
    <p:sldLayoutId id="2147484049" r:id="rId7"/>
    <p:sldLayoutId id="2147484097" r:id="rId8"/>
    <p:sldLayoutId id="2147484050" r:id="rId9"/>
    <p:sldLayoutId id="2147484100" r:id="rId10"/>
    <p:sldLayoutId id="2147484051" r:id="rId11"/>
    <p:sldLayoutId id="2147484110" r:id="rId12"/>
    <p:sldLayoutId id="2147484115" r:id="rId13"/>
    <p:sldLayoutId id="2147484054" r:id="rId14"/>
    <p:sldLayoutId id="2147484103" r:id="rId15"/>
    <p:sldLayoutId id="2147484104" r:id="rId16"/>
    <p:sldLayoutId id="2147484102" r:id="rId17"/>
    <p:sldLayoutId id="2147484098" r:id="rId18"/>
    <p:sldLayoutId id="2147484105" r:id="rId19"/>
    <p:sldLayoutId id="2147484107" r:id="rId20"/>
    <p:sldLayoutId id="2147484053" r:id="rId21"/>
    <p:sldLayoutId id="2147484092" r:id="rId22"/>
    <p:sldLayoutId id="2147484108" r:id="rId23"/>
    <p:sldLayoutId id="2147484116" r:id="rId24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5pPr>
      <a:lvl6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6pPr>
      <a:lvl7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7pPr>
      <a:lvl8pPr marL="2057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8pPr>
      <a:lvl9pPr marL="2743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Montserrat" panose="00000500000000000000" pitchFamily="2" charset="0"/>
        </a:defRPr>
      </a:lvl9pPr>
    </p:titleStyle>
    <p:bodyStyle>
      <a:lvl1pPr marL="342900" indent="-342900" algn="l" rtl="0" eaLnBrk="1" fontAlgn="base" hangingPunct="1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028700" indent="-34290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714500" indent="-34290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2400300" indent="-34290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086100" indent="-34290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0EBB-3EED-2B33-425C-7E0DF808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Modern PAS Application Prototyping Using AI Agent</a:t>
            </a:r>
            <a:endParaRPr lang="en-GB" sz="4800" dirty="0">
              <a:solidFill>
                <a:schemeClr val="accent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C3128-3A46-7D47-1876-88E3452BAB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13/07/2026</a:t>
            </a:r>
          </a:p>
        </p:txBody>
      </p:sp>
    </p:spTree>
    <p:extLst>
      <p:ext uri="{BB962C8B-B14F-4D97-AF65-F5344CB8AC3E}">
        <p14:creationId xmlns:p14="http://schemas.microsoft.com/office/powerpoint/2010/main" val="3492149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8CC194-98E0-30BA-8CD3-338AD77B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DA6D6A-E462-4A5D-9E48-B4B10F0BBF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54693" y="1222039"/>
            <a:ext cx="17188185" cy="7881017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37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4D676D-2FBD-5BA8-8DB5-5AE6F721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7522577"/>
      </p:ext>
    </p:extLst>
  </p:cSld>
  <p:clrMapOvr>
    <a:masterClrMapping/>
  </p:clrMapOvr>
</p:sld>
</file>

<file path=ppt/theme/theme1.xml><?xml version="1.0" encoding="utf-8"?>
<a:theme xmlns:a="http://schemas.openxmlformats.org/drawingml/2006/main" name="1 DARK MOD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D4F91"/>
      </a:accent1>
      <a:accent2>
        <a:srgbClr val="C5E86C"/>
      </a:accent2>
      <a:accent3>
        <a:srgbClr val="4198B5"/>
      </a:accent3>
      <a:accent4>
        <a:srgbClr val="BEC6C3"/>
      </a:accent4>
      <a:accent5>
        <a:srgbClr val="32748A"/>
      </a:accent5>
      <a:accent6>
        <a:srgbClr val="00A3E0"/>
      </a:accent6>
      <a:hlink>
        <a:srgbClr val="2CCCD3"/>
      </a:hlink>
      <a:folHlink>
        <a:srgbClr val="B9D9EB"/>
      </a:folHlink>
    </a:clrScheme>
    <a:fontScheme name="Personalizzato 1">
      <a:majorFont>
        <a:latin typeface="Montserrat"/>
        <a:ea typeface="Roboto"/>
        <a:cs typeface="Roboto"/>
      </a:majorFont>
      <a:minorFont>
        <a:latin typeface="Montserrat"/>
        <a:ea typeface="Roboto"/>
        <a:cs typeface="Robot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6 - Light" id="{84016FB2-2D8D-43A3-933B-698701C3387F}" vid="{F5421E9C-BD73-4E7E-B717-CB385DD3BDB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C2CAD7CF75EB4EA0B06B0EB4ED5799" ma:contentTypeVersion="4" ma:contentTypeDescription="Creare un nuovo documento." ma:contentTypeScope="" ma:versionID="8baab38d2d87fd5258250ea1779a237c">
  <xsd:schema xmlns:xsd="http://www.w3.org/2001/XMLSchema" xmlns:xs="http://www.w3.org/2001/XMLSchema" xmlns:p="http://schemas.microsoft.com/office/2006/metadata/properties" xmlns:ns2="45b2106b-c8ab-4dc1-ad56-ca4714d7f291" targetNamespace="http://schemas.microsoft.com/office/2006/metadata/properties" ma:root="true" ma:fieldsID="5705b82ccf37ff307a8430c97b494c73" ns2:_="">
    <xsd:import namespace="45b2106b-c8ab-4dc1-ad56-ca4714d7f2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2106b-c8ab-4dc1-ad56-ca4714d7f2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9A4995-23DE-45CA-993B-12493A80E4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b2106b-c8ab-4dc1-ad56-ca4714d7f2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B53DF9-E48B-406F-92D1-7F6F2DB076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263369-5780-440B-8EEC-57A749B9408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45b2106b-c8ab-4dc1-ad56-ca4714d7f291"/>
    <ds:schemaRef ds:uri="http://schemas.microsoft.com/office/2006/metadata/properties"/>
    <ds:schemaRef ds:uri="http://schemas.microsoft.com/office/2006/documentManagement/typ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4153a30-97aa-49dd-8839-66f72081522c}" enabled="1" method="Standard" siteId="{9ffff5c3-bdfa-4a9d-b595-ff68329945e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 TEMPLATE 2026 - Light</Template>
  <TotalTime>10</TotalTime>
  <Words>12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.PingFang SC Regular</vt:lpstr>
      <vt:lpstr>Arial</vt:lpstr>
      <vt:lpstr>Montserrat</vt:lpstr>
      <vt:lpstr>1 DARK MODE</vt:lpstr>
      <vt:lpstr>Modern PAS Application Prototyping Using AI Agent</vt:lpstr>
      <vt:lpstr>Problem Statement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K</dc:creator>
  <cp:keywords/>
  <dc:description/>
  <cp:lastModifiedBy>Vignesh K</cp:lastModifiedBy>
  <cp:revision>1</cp:revision>
  <dcterms:created xsi:type="dcterms:W3CDTF">2026-07-13T05:05:07Z</dcterms:created>
  <dcterms:modified xsi:type="dcterms:W3CDTF">2026-07-13T05:15:47Z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0x010100BAC2CAD7CF75EB4EA0B06B0EB4ED5799</vt:lpwstr>
  </property>
  <property fmtid="{D5CDD505-2E9C-101B-9397-08002B2CF9AE}" pid="3" name="MediaServiceImageTags">
    <vt:lpwstr/>
  </property>
</Properties>
</file>