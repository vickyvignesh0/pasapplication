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9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79" r:id="rId6"/>
  </p:sldMasterIdLst>
  <p:notesMasterIdLst>
    <p:notesMasterId r:id="rId30"/>
  </p:notesMasterIdLst>
  <p:handoutMasterIdLst>
    <p:handoutMasterId r:id="rId31"/>
  </p:handoutMasterIdLst>
  <p:sldIdLst>
    <p:sldId id="11149" r:id="rId7"/>
    <p:sldId id="11269" r:id="rId8"/>
    <p:sldId id="11165" r:id="rId9"/>
    <p:sldId id="11272" r:id="rId10"/>
    <p:sldId id="11259" r:id="rId11"/>
    <p:sldId id="2147474979" r:id="rId12"/>
    <p:sldId id="11167" r:id="rId13"/>
    <p:sldId id="11298" r:id="rId14"/>
    <p:sldId id="2147474980" r:id="rId15"/>
    <p:sldId id="2147474983" r:id="rId16"/>
    <p:sldId id="2147474984" r:id="rId17"/>
    <p:sldId id="11260" r:id="rId18"/>
    <p:sldId id="11279" r:id="rId19"/>
    <p:sldId id="11277" r:id="rId20"/>
    <p:sldId id="2147474985" r:id="rId21"/>
    <p:sldId id="11266" r:id="rId22"/>
    <p:sldId id="11280" r:id="rId23"/>
    <p:sldId id="11275" r:id="rId24"/>
    <p:sldId id="11283" r:id="rId25"/>
    <p:sldId id="2147474982" r:id="rId26"/>
    <p:sldId id="11276" r:id="rId27"/>
    <p:sldId id="11273" r:id="rId28"/>
    <p:sldId id="11258" r:id="rId29"/>
  </p:sldIdLst>
  <p:sldSz cx="12192000" cy="6858000"/>
  <p:notesSz cx="6858000" cy="9144000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ontserrat" pitchFamily="2" charset="77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ontserrat" pitchFamily="2" charset="77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ontserrat" pitchFamily="2" charset="77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ontserrat" pitchFamily="2" charset="77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ontserrat" pitchFamily="2" charset="77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Montserrat" pitchFamily="2" charset="77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Montserrat" pitchFamily="2" charset="77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Montserrat" pitchFamily="2" charset="77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Montserrat" pitchFamily="2" charset="77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3DBC46-8709-479D-A63E-89573E6826EC}" v="3" dt="2026-07-12T20:52:08.9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45" autoAdjust="0"/>
    <p:restoredTop sz="96327"/>
  </p:normalViewPr>
  <p:slideViewPr>
    <p:cSldViewPr snapToGrid="0" snapToObjects="1">
      <p:cViewPr varScale="1">
        <p:scale>
          <a:sx n="63" d="100"/>
          <a:sy n="63" d="100"/>
        </p:scale>
        <p:origin x="848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gnesh K" userId="ecd0f09a-3144-46db-93c3-cffbf370fa84" providerId="ADAL" clId="{DE3E4F05-1F55-4770-AD98-AE62B78D67B5}"/>
    <pc:docChg chg="undo custSel addSld delSld modSld">
      <pc:chgData name="Vignesh K" userId="ecd0f09a-3144-46db-93c3-cffbf370fa84" providerId="ADAL" clId="{DE3E4F05-1F55-4770-AD98-AE62B78D67B5}" dt="2026-07-12T20:52:29.890" v="6" actId="47"/>
      <pc:docMkLst>
        <pc:docMk/>
      </pc:docMkLst>
      <pc:sldChg chg="modSp mod">
        <pc:chgData name="Vignesh K" userId="ecd0f09a-3144-46db-93c3-cffbf370fa84" providerId="ADAL" clId="{DE3E4F05-1F55-4770-AD98-AE62B78D67B5}" dt="2026-07-12T20:52:08.905" v="4"/>
        <pc:sldMkLst>
          <pc:docMk/>
          <pc:sldMk cId="43270784" sldId="11149"/>
        </pc:sldMkLst>
        <pc:spChg chg="mod">
          <ac:chgData name="Vignesh K" userId="ecd0f09a-3144-46db-93c3-cffbf370fa84" providerId="ADAL" clId="{DE3E4F05-1F55-4770-AD98-AE62B78D67B5}" dt="2026-07-12T20:52:08.905" v="4"/>
          <ac:spMkLst>
            <pc:docMk/>
            <pc:sldMk cId="43270784" sldId="11149"/>
            <ac:spMk id="2" creationId="{BF0F081D-BDE6-B1F3-BB6B-F30B8C5F02E2}"/>
          </ac:spMkLst>
        </pc:spChg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569462810" sldId="11167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4215377327" sldId="11259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3105946796" sldId="11260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872257750" sldId="11266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2328789685" sldId="11272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114159013" sldId="11273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3165977402" sldId="11275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3862259685" sldId="11276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854410349" sldId="11277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84640228" sldId="11279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544214035" sldId="11280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3576448280" sldId="11283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598324104" sldId="11298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2012544756" sldId="2147474979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284623004" sldId="2147474980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4204356262" sldId="2147474982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1060448710" sldId="2147474983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2305488232" sldId="2147474984"/>
        </pc:sldMkLst>
      </pc:sldChg>
      <pc:sldChg chg="add del">
        <pc:chgData name="Vignesh K" userId="ecd0f09a-3144-46db-93c3-cffbf370fa84" providerId="ADAL" clId="{DE3E4F05-1F55-4770-AD98-AE62B78D67B5}" dt="2026-07-12T20:52:29.890" v="6" actId="47"/>
        <pc:sldMkLst>
          <pc:docMk/>
          <pc:sldMk cId="3740837686" sldId="2147474985"/>
        </pc:sldMkLst>
      </pc:sldChg>
      <pc:sldMasterChg chg="addSldLayout delSldLayout">
        <pc:chgData name="Vignesh K" userId="ecd0f09a-3144-46db-93c3-cffbf370fa84" providerId="ADAL" clId="{DE3E4F05-1F55-4770-AD98-AE62B78D67B5}" dt="2026-07-12T20:52:29.890" v="6" actId="47"/>
        <pc:sldMasterMkLst>
          <pc:docMk/>
          <pc:sldMasterMk cId="0" sldId="2147483648"/>
        </pc:sldMasterMkLst>
        <pc:sldLayoutChg chg="add del">
          <pc:chgData name="Vignesh K" userId="ecd0f09a-3144-46db-93c3-cffbf370fa84" providerId="ADAL" clId="{DE3E4F05-1F55-4770-AD98-AE62B78D67B5}" dt="2026-07-12T20:52:29.890" v="6" actId="47"/>
          <pc:sldLayoutMkLst>
            <pc:docMk/>
            <pc:sldMasterMk cId="0" sldId="2147483648"/>
            <pc:sldLayoutMk cId="2949416254" sldId="214748373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0C671-DF44-4694-ACCE-CBAE2DF902D9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F63B27-4B47-4AEC-9401-CBAE0700A46C}">
      <dgm:prSet phldrT="[Text]"/>
      <dgm:spPr>
        <a:effectLst>
          <a:glow rad="127000">
            <a:schemeClr val="accent3"/>
          </a:glow>
        </a:effectLst>
      </dgm:spPr>
      <dgm:t>
        <a:bodyPr/>
        <a:lstStyle/>
        <a:p>
          <a:r>
            <a:rPr lang="en-GB" b="1" noProof="0" dirty="0"/>
            <a:t>Define &amp; Assess Situation</a:t>
          </a:r>
        </a:p>
      </dgm:t>
    </dgm:pt>
    <dgm:pt modelId="{2EDB4425-3D91-4AE9-872A-C1787A38C707}" type="parTrans" cxnId="{B401E565-77DE-436A-9817-0349C5216C13}">
      <dgm:prSet/>
      <dgm:spPr/>
      <dgm:t>
        <a:bodyPr/>
        <a:lstStyle/>
        <a:p>
          <a:endParaRPr lang="en-US"/>
        </a:p>
      </dgm:t>
    </dgm:pt>
    <dgm:pt modelId="{5D3404FC-B5B8-4B74-9DE0-A22658DC76E3}" type="sibTrans" cxnId="{B401E565-77DE-436A-9817-0349C5216C13}">
      <dgm:prSet/>
      <dgm:spPr/>
      <dgm:t>
        <a:bodyPr/>
        <a:lstStyle/>
        <a:p>
          <a:endParaRPr lang="en-US"/>
        </a:p>
      </dgm:t>
    </dgm:pt>
    <dgm:pt modelId="{625EA3CB-984B-435B-89C2-F83DEB040758}">
      <dgm:prSet phldrT="[Text]"/>
      <dgm:spPr>
        <a:effectLst>
          <a:glow rad="127000">
            <a:schemeClr val="accent3"/>
          </a:glow>
        </a:effectLst>
      </dgm:spPr>
      <dgm:t>
        <a:bodyPr/>
        <a:lstStyle/>
        <a:p>
          <a:r>
            <a:rPr lang="en-GB" b="1" noProof="0" dirty="0"/>
            <a:t>Determine &amp; Initiate Actions</a:t>
          </a:r>
        </a:p>
      </dgm:t>
    </dgm:pt>
    <dgm:pt modelId="{C6EA58D8-5E4B-4B7A-A7CC-254B45F8064F}" type="parTrans" cxnId="{2BB638FB-7111-4B4C-B62C-82AE7648F2FE}">
      <dgm:prSet/>
      <dgm:spPr/>
      <dgm:t>
        <a:bodyPr/>
        <a:lstStyle/>
        <a:p>
          <a:endParaRPr lang="en-US"/>
        </a:p>
      </dgm:t>
    </dgm:pt>
    <dgm:pt modelId="{BEC1776B-C8D1-4D1E-A387-3E1095F1A7CC}" type="sibTrans" cxnId="{2BB638FB-7111-4B4C-B62C-82AE7648F2FE}">
      <dgm:prSet/>
      <dgm:spPr/>
      <dgm:t>
        <a:bodyPr/>
        <a:lstStyle/>
        <a:p>
          <a:endParaRPr lang="en-US"/>
        </a:p>
      </dgm:t>
    </dgm:pt>
    <dgm:pt modelId="{994075F7-82E8-4F38-A90C-B546315CAC19}">
      <dgm:prSet phldrT="[Text]"/>
      <dgm:spPr>
        <a:effectLst>
          <a:glow rad="127000">
            <a:schemeClr val="accent3"/>
          </a:glow>
        </a:effectLst>
      </dgm:spPr>
      <dgm:t>
        <a:bodyPr/>
        <a:lstStyle/>
        <a:p>
          <a:r>
            <a:rPr lang="en-GB" b="1" noProof="0" dirty="0"/>
            <a:t>Communicate </a:t>
          </a:r>
        </a:p>
      </dgm:t>
    </dgm:pt>
    <dgm:pt modelId="{3F1BA1F1-68BC-4959-90DA-62FB4672D7EB}" type="parTrans" cxnId="{E1BB8F43-2F95-46E0-89E2-45400D8F3A99}">
      <dgm:prSet/>
      <dgm:spPr/>
      <dgm:t>
        <a:bodyPr/>
        <a:lstStyle/>
        <a:p>
          <a:endParaRPr lang="en-US"/>
        </a:p>
      </dgm:t>
    </dgm:pt>
    <dgm:pt modelId="{2E66C121-EDEF-40E0-8336-A7D0874D0B50}" type="sibTrans" cxnId="{E1BB8F43-2F95-46E0-89E2-45400D8F3A99}">
      <dgm:prSet/>
      <dgm:spPr/>
      <dgm:t>
        <a:bodyPr/>
        <a:lstStyle/>
        <a:p>
          <a:endParaRPr lang="en-US"/>
        </a:p>
      </dgm:t>
    </dgm:pt>
    <dgm:pt modelId="{1DBD517D-3E85-47E9-8883-7C42BC025752}">
      <dgm:prSet phldrT="[Text]"/>
      <dgm:spPr>
        <a:effectLst>
          <a:glow rad="127000">
            <a:schemeClr val="accent3"/>
          </a:glow>
        </a:effectLst>
      </dgm:spPr>
      <dgm:t>
        <a:bodyPr/>
        <a:lstStyle/>
        <a:p>
          <a:r>
            <a:rPr lang="en-GB" b="1" noProof="0" dirty="0"/>
            <a:t>Monitor &amp; Report</a:t>
          </a:r>
        </a:p>
      </dgm:t>
    </dgm:pt>
    <dgm:pt modelId="{FDD55FC9-2662-48E7-B9AC-1F7DB767BB8C}" type="parTrans" cxnId="{53F3C20D-09F8-4D00-9300-B980CDAFF467}">
      <dgm:prSet/>
      <dgm:spPr/>
      <dgm:t>
        <a:bodyPr/>
        <a:lstStyle/>
        <a:p>
          <a:endParaRPr lang="en-US"/>
        </a:p>
      </dgm:t>
    </dgm:pt>
    <dgm:pt modelId="{DC51333A-CB4A-48A7-BAA3-7E4BCEED16A2}" type="sibTrans" cxnId="{53F3C20D-09F8-4D00-9300-B980CDAFF467}">
      <dgm:prSet/>
      <dgm:spPr/>
      <dgm:t>
        <a:bodyPr/>
        <a:lstStyle/>
        <a:p>
          <a:endParaRPr lang="en-US"/>
        </a:p>
      </dgm:t>
    </dgm:pt>
    <dgm:pt modelId="{4EE075EB-561F-4BF8-A58C-42B993F98BAA}" type="pres">
      <dgm:prSet presAssocID="{8CD0C671-DF44-4694-ACCE-CBAE2DF902D9}" presName="cycle" presStyleCnt="0">
        <dgm:presLayoutVars>
          <dgm:dir/>
          <dgm:resizeHandles val="exact"/>
        </dgm:presLayoutVars>
      </dgm:prSet>
      <dgm:spPr/>
    </dgm:pt>
    <dgm:pt modelId="{C1CAB1FD-4980-4C18-A12F-4D09AFE0E7B8}" type="pres">
      <dgm:prSet presAssocID="{F2F63B27-4B47-4AEC-9401-CBAE0700A46C}" presName="node" presStyleLbl="node1" presStyleIdx="0" presStyleCnt="4">
        <dgm:presLayoutVars>
          <dgm:bulletEnabled val="1"/>
        </dgm:presLayoutVars>
      </dgm:prSet>
      <dgm:spPr/>
    </dgm:pt>
    <dgm:pt modelId="{5F418B12-D1E4-4B4E-A3E5-D916316E602F}" type="pres">
      <dgm:prSet presAssocID="{F2F63B27-4B47-4AEC-9401-CBAE0700A46C}" presName="spNode" presStyleCnt="0"/>
      <dgm:spPr/>
    </dgm:pt>
    <dgm:pt modelId="{89F665E4-E2B3-4374-AF5B-44A95F3C83E9}" type="pres">
      <dgm:prSet presAssocID="{5D3404FC-B5B8-4B74-9DE0-A22658DC76E3}" presName="sibTrans" presStyleLbl="sibTrans1D1" presStyleIdx="0" presStyleCnt="4"/>
      <dgm:spPr/>
    </dgm:pt>
    <dgm:pt modelId="{496C6575-2757-4317-9508-BFF704E8AAE4}" type="pres">
      <dgm:prSet presAssocID="{625EA3CB-984B-435B-89C2-F83DEB040758}" presName="node" presStyleLbl="node1" presStyleIdx="1" presStyleCnt="4">
        <dgm:presLayoutVars>
          <dgm:bulletEnabled val="1"/>
        </dgm:presLayoutVars>
      </dgm:prSet>
      <dgm:spPr/>
    </dgm:pt>
    <dgm:pt modelId="{1A81D403-6B5B-4D1C-B6EB-E8903DEA95B7}" type="pres">
      <dgm:prSet presAssocID="{625EA3CB-984B-435B-89C2-F83DEB040758}" presName="spNode" presStyleCnt="0"/>
      <dgm:spPr/>
    </dgm:pt>
    <dgm:pt modelId="{D1D1A546-9E50-4222-A836-929CC993ED6E}" type="pres">
      <dgm:prSet presAssocID="{BEC1776B-C8D1-4D1E-A387-3E1095F1A7CC}" presName="sibTrans" presStyleLbl="sibTrans1D1" presStyleIdx="1" presStyleCnt="4"/>
      <dgm:spPr/>
    </dgm:pt>
    <dgm:pt modelId="{DFC1D8A1-5A61-4299-9473-38BF89FA14BF}" type="pres">
      <dgm:prSet presAssocID="{994075F7-82E8-4F38-A90C-B546315CAC19}" presName="node" presStyleLbl="node1" presStyleIdx="2" presStyleCnt="4">
        <dgm:presLayoutVars>
          <dgm:bulletEnabled val="1"/>
        </dgm:presLayoutVars>
      </dgm:prSet>
      <dgm:spPr/>
    </dgm:pt>
    <dgm:pt modelId="{8364D7E0-DCFA-414A-91B5-E5A43EDFB225}" type="pres">
      <dgm:prSet presAssocID="{994075F7-82E8-4F38-A90C-B546315CAC19}" presName="spNode" presStyleCnt="0"/>
      <dgm:spPr/>
    </dgm:pt>
    <dgm:pt modelId="{049C03D8-8DB7-4FC2-8D0F-69C51D8153E8}" type="pres">
      <dgm:prSet presAssocID="{2E66C121-EDEF-40E0-8336-A7D0874D0B50}" presName="sibTrans" presStyleLbl="sibTrans1D1" presStyleIdx="2" presStyleCnt="4"/>
      <dgm:spPr/>
    </dgm:pt>
    <dgm:pt modelId="{257CC125-3475-423A-8276-2917E2CD3D58}" type="pres">
      <dgm:prSet presAssocID="{1DBD517D-3E85-47E9-8883-7C42BC025752}" presName="node" presStyleLbl="node1" presStyleIdx="3" presStyleCnt="4">
        <dgm:presLayoutVars>
          <dgm:bulletEnabled val="1"/>
        </dgm:presLayoutVars>
      </dgm:prSet>
      <dgm:spPr/>
    </dgm:pt>
    <dgm:pt modelId="{A4DF134A-86CC-4478-9999-EE0ADEB9FB63}" type="pres">
      <dgm:prSet presAssocID="{1DBD517D-3E85-47E9-8883-7C42BC025752}" presName="spNode" presStyleCnt="0"/>
      <dgm:spPr/>
    </dgm:pt>
    <dgm:pt modelId="{16DD248D-C3AF-4392-94C0-3243B351A792}" type="pres">
      <dgm:prSet presAssocID="{DC51333A-CB4A-48A7-BAA3-7E4BCEED16A2}" presName="sibTrans" presStyleLbl="sibTrans1D1" presStyleIdx="3" presStyleCnt="4"/>
      <dgm:spPr/>
    </dgm:pt>
  </dgm:ptLst>
  <dgm:cxnLst>
    <dgm:cxn modelId="{120DA205-AF7F-4733-AB42-8C1270C2E60B}" type="presOf" srcId="{BEC1776B-C8D1-4D1E-A387-3E1095F1A7CC}" destId="{D1D1A546-9E50-4222-A836-929CC993ED6E}" srcOrd="0" destOrd="0" presId="urn:microsoft.com/office/officeart/2005/8/layout/cycle5"/>
    <dgm:cxn modelId="{53F3C20D-09F8-4D00-9300-B980CDAFF467}" srcId="{8CD0C671-DF44-4694-ACCE-CBAE2DF902D9}" destId="{1DBD517D-3E85-47E9-8883-7C42BC025752}" srcOrd="3" destOrd="0" parTransId="{FDD55FC9-2662-48E7-B9AC-1F7DB767BB8C}" sibTransId="{DC51333A-CB4A-48A7-BAA3-7E4BCEED16A2}"/>
    <dgm:cxn modelId="{43981523-D9C5-471D-BE59-554421C8C932}" type="presOf" srcId="{1DBD517D-3E85-47E9-8883-7C42BC025752}" destId="{257CC125-3475-423A-8276-2917E2CD3D58}" srcOrd="0" destOrd="0" presId="urn:microsoft.com/office/officeart/2005/8/layout/cycle5"/>
    <dgm:cxn modelId="{E1BB8F43-2F95-46E0-89E2-45400D8F3A99}" srcId="{8CD0C671-DF44-4694-ACCE-CBAE2DF902D9}" destId="{994075F7-82E8-4F38-A90C-B546315CAC19}" srcOrd="2" destOrd="0" parTransId="{3F1BA1F1-68BC-4959-90DA-62FB4672D7EB}" sibTransId="{2E66C121-EDEF-40E0-8336-A7D0874D0B50}"/>
    <dgm:cxn modelId="{B401E565-77DE-436A-9817-0349C5216C13}" srcId="{8CD0C671-DF44-4694-ACCE-CBAE2DF902D9}" destId="{F2F63B27-4B47-4AEC-9401-CBAE0700A46C}" srcOrd="0" destOrd="0" parTransId="{2EDB4425-3D91-4AE9-872A-C1787A38C707}" sibTransId="{5D3404FC-B5B8-4B74-9DE0-A22658DC76E3}"/>
    <dgm:cxn modelId="{513B334E-FCDB-4327-8393-6E9D3B57B86B}" type="presOf" srcId="{994075F7-82E8-4F38-A90C-B546315CAC19}" destId="{DFC1D8A1-5A61-4299-9473-38BF89FA14BF}" srcOrd="0" destOrd="0" presId="urn:microsoft.com/office/officeart/2005/8/layout/cycle5"/>
    <dgm:cxn modelId="{CD883E6F-2ABA-46C6-8570-9EF604A8D237}" type="presOf" srcId="{2E66C121-EDEF-40E0-8336-A7D0874D0B50}" destId="{049C03D8-8DB7-4FC2-8D0F-69C51D8153E8}" srcOrd="0" destOrd="0" presId="urn:microsoft.com/office/officeart/2005/8/layout/cycle5"/>
    <dgm:cxn modelId="{36295259-9E17-4AB7-9A84-BC30AAD57721}" type="presOf" srcId="{F2F63B27-4B47-4AEC-9401-CBAE0700A46C}" destId="{C1CAB1FD-4980-4C18-A12F-4D09AFE0E7B8}" srcOrd="0" destOrd="0" presId="urn:microsoft.com/office/officeart/2005/8/layout/cycle5"/>
    <dgm:cxn modelId="{555B26A2-E88A-414C-8FC5-D093E35D0DE4}" type="presOf" srcId="{DC51333A-CB4A-48A7-BAA3-7E4BCEED16A2}" destId="{16DD248D-C3AF-4392-94C0-3243B351A792}" srcOrd="0" destOrd="0" presId="urn:microsoft.com/office/officeart/2005/8/layout/cycle5"/>
    <dgm:cxn modelId="{EE81F5B9-E3AD-4063-A9F7-2D1257A06EBC}" type="presOf" srcId="{5D3404FC-B5B8-4B74-9DE0-A22658DC76E3}" destId="{89F665E4-E2B3-4374-AF5B-44A95F3C83E9}" srcOrd="0" destOrd="0" presId="urn:microsoft.com/office/officeart/2005/8/layout/cycle5"/>
    <dgm:cxn modelId="{1B3ED9C2-60A7-4BB2-B474-55AA336ADC75}" type="presOf" srcId="{8CD0C671-DF44-4694-ACCE-CBAE2DF902D9}" destId="{4EE075EB-561F-4BF8-A58C-42B993F98BAA}" srcOrd="0" destOrd="0" presId="urn:microsoft.com/office/officeart/2005/8/layout/cycle5"/>
    <dgm:cxn modelId="{D79DCDC5-22E5-4CA4-99FA-DD181CC9D53C}" type="presOf" srcId="{625EA3CB-984B-435B-89C2-F83DEB040758}" destId="{496C6575-2757-4317-9508-BFF704E8AAE4}" srcOrd="0" destOrd="0" presId="urn:microsoft.com/office/officeart/2005/8/layout/cycle5"/>
    <dgm:cxn modelId="{2BB638FB-7111-4B4C-B62C-82AE7648F2FE}" srcId="{8CD0C671-DF44-4694-ACCE-CBAE2DF902D9}" destId="{625EA3CB-984B-435B-89C2-F83DEB040758}" srcOrd="1" destOrd="0" parTransId="{C6EA58D8-5E4B-4B7A-A7CC-254B45F8064F}" sibTransId="{BEC1776B-C8D1-4D1E-A387-3E1095F1A7CC}"/>
    <dgm:cxn modelId="{F33C49F9-189D-422A-A5D2-6F4940288D80}" type="presParOf" srcId="{4EE075EB-561F-4BF8-A58C-42B993F98BAA}" destId="{C1CAB1FD-4980-4C18-A12F-4D09AFE0E7B8}" srcOrd="0" destOrd="0" presId="urn:microsoft.com/office/officeart/2005/8/layout/cycle5"/>
    <dgm:cxn modelId="{B292855D-45DD-49CE-AB55-158F71249E71}" type="presParOf" srcId="{4EE075EB-561F-4BF8-A58C-42B993F98BAA}" destId="{5F418B12-D1E4-4B4E-A3E5-D916316E602F}" srcOrd="1" destOrd="0" presId="urn:microsoft.com/office/officeart/2005/8/layout/cycle5"/>
    <dgm:cxn modelId="{CE353CC1-C644-4AEE-ADF5-5AD92091099E}" type="presParOf" srcId="{4EE075EB-561F-4BF8-A58C-42B993F98BAA}" destId="{89F665E4-E2B3-4374-AF5B-44A95F3C83E9}" srcOrd="2" destOrd="0" presId="urn:microsoft.com/office/officeart/2005/8/layout/cycle5"/>
    <dgm:cxn modelId="{566A4CCC-1457-4977-AEAC-C619A59A4F88}" type="presParOf" srcId="{4EE075EB-561F-4BF8-A58C-42B993F98BAA}" destId="{496C6575-2757-4317-9508-BFF704E8AAE4}" srcOrd="3" destOrd="0" presId="urn:microsoft.com/office/officeart/2005/8/layout/cycle5"/>
    <dgm:cxn modelId="{3AA67717-EFD5-41A1-94BB-F5E277E40F69}" type="presParOf" srcId="{4EE075EB-561F-4BF8-A58C-42B993F98BAA}" destId="{1A81D403-6B5B-4D1C-B6EB-E8903DEA95B7}" srcOrd="4" destOrd="0" presId="urn:microsoft.com/office/officeart/2005/8/layout/cycle5"/>
    <dgm:cxn modelId="{7B9A63C7-536D-47DC-BD31-3C5964C40E35}" type="presParOf" srcId="{4EE075EB-561F-4BF8-A58C-42B993F98BAA}" destId="{D1D1A546-9E50-4222-A836-929CC993ED6E}" srcOrd="5" destOrd="0" presId="urn:microsoft.com/office/officeart/2005/8/layout/cycle5"/>
    <dgm:cxn modelId="{87B7ACF6-5369-45FB-A99E-C2D7BDA91C6D}" type="presParOf" srcId="{4EE075EB-561F-4BF8-A58C-42B993F98BAA}" destId="{DFC1D8A1-5A61-4299-9473-38BF89FA14BF}" srcOrd="6" destOrd="0" presId="urn:microsoft.com/office/officeart/2005/8/layout/cycle5"/>
    <dgm:cxn modelId="{E0E334BE-657D-46E5-B693-683CF4C2A7DF}" type="presParOf" srcId="{4EE075EB-561F-4BF8-A58C-42B993F98BAA}" destId="{8364D7E0-DCFA-414A-91B5-E5A43EDFB225}" srcOrd="7" destOrd="0" presId="urn:microsoft.com/office/officeart/2005/8/layout/cycle5"/>
    <dgm:cxn modelId="{2773057A-839F-4AA8-A15A-B9E7DA035435}" type="presParOf" srcId="{4EE075EB-561F-4BF8-A58C-42B993F98BAA}" destId="{049C03D8-8DB7-4FC2-8D0F-69C51D8153E8}" srcOrd="8" destOrd="0" presId="urn:microsoft.com/office/officeart/2005/8/layout/cycle5"/>
    <dgm:cxn modelId="{BF5663FF-36ED-4F68-ABE9-197A62056E22}" type="presParOf" srcId="{4EE075EB-561F-4BF8-A58C-42B993F98BAA}" destId="{257CC125-3475-423A-8276-2917E2CD3D58}" srcOrd="9" destOrd="0" presId="urn:microsoft.com/office/officeart/2005/8/layout/cycle5"/>
    <dgm:cxn modelId="{1CC8E60A-322F-4922-BCEE-D26BF553FF92}" type="presParOf" srcId="{4EE075EB-561F-4BF8-A58C-42B993F98BAA}" destId="{A4DF134A-86CC-4478-9999-EE0ADEB9FB63}" srcOrd="10" destOrd="0" presId="urn:microsoft.com/office/officeart/2005/8/layout/cycle5"/>
    <dgm:cxn modelId="{8F37164E-D073-4E71-983D-5020133AE16E}" type="presParOf" srcId="{4EE075EB-561F-4BF8-A58C-42B993F98BAA}" destId="{16DD248D-C3AF-4392-94C0-3243B351A792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CAB1FD-4980-4C18-A12F-4D09AFE0E7B8}">
      <dsp:nvSpPr>
        <dsp:cNvPr id="0" name=""/>
        <dsp:cNvSpPr/>
      </dsp:nvSpPr>
      <dsp:spPr>
        <a:xfrm>
          <a:off x="871581" y="178"/>
          <a:ext cx="649597" cy="4222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127000">
            <a:schemeClr val="accent3"/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b="1" kern="1200" noProof="0" dirty="0"/>
            <a:t>Define &amp; Assess Situation</a:t>
          </a:r>
        </a:p>
      </dsp:txBody>
      <dsp:txXfrm>
        <a:off x="892193" y="20790"/>
        <a:ext cx="608373" cy="381014"/>
      </dsp:txXfrm>
    </dsp:sp>
    <dsp:sp modelId="{89F665E4-E2B3-4374-AF5B-44A95F3C83E9}">
      <dsp:nvSpPr>
        <dsp:cNvPr id="0" name=""/>
        <dsp:cNvSpPr/>
      </dsp:nvSpPr>
      <dsp:spPr>
        <a:xfrm>
          <a:off x="497717" y="211297"/>
          <a:ext cx="1397326" cy="1397326"/>
        </a:xfrm>
        <a:custGeom>
          <a:avLst/>
          <a:gdLst/>
          <a:ahLst/>
          <a:cxnLst/>
          <a:rect l="0" t="0" r="0" b="0"/>
          <a:pathLst>
            <a:path>
              <a:moveTo>
                <a:pt x="1113454" y="136454"/>
              </a:moveTo>
              <a:arcTo wR="698663" hR="698663" stAng="18385168" swAng="163653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6C6575-2757-4317-9508-BFF704E8AAE4}">
      <dsp:nvSpPr>
        <dsp:cNvPr id="0" name=""/>
        <dsp:cNvSpPr/>
      </dsp:nvSpPr>
      <dsp:spPr>
        <a:xfrm>
          <a:off x="1570245" y="698841"/>
          <a:ext cx="649597" cy="4222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127000">
            <a:schemeClr val="accent3"/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b="1" kern="1200" noProof="0" dirty="0"/>
            <a:t>Determine &amp; Initiate Actions</a:t>
          </a:r>
        </a:p>
      </dsp:txBody>
      <dsp:txXfrm>
        <a:off x="1590857" y="719453"/>
        <a:ext cx="608373" cy="381014"/>
      </dsp:txXfrm>
    </dsp:sp>
    <dsp:sp modelId="{D1D1A546-9E50-4222-A836-929CC993ED6E}">
      <dsp:nvSpPr>
        <dsp:cNvPr id="0" name=""/>
        <dsp:cNvSpPr/>
      </dsp:nvSpPr>
      <dsp:spPr>
        <a:xfrm>
          <a:off x="497717" y="211297"/>
          <a:ext cx="1397326" cy="1397326"/>
        </a:xfrm>
        <a:custGeom>
          <a:avLst/>
          <a:gdLst/>
          <a:ahLst/>
          <a:cxnLst/>
          <a:rect l="0" t="0" r="0" b="0"/>
          <a:pathLst>
            <a:path>
              <a:moveTo>
                <a:pt x="1324978" y="1008275"/>
              </a:moveTo>
              <a:arcTo wR="698663" hR="698663" stAng="1578298" swAng="163653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C1D8A1-5A61-4299-9473-38BF89FA14BF}">
      <dsp:nvSpPr>
        <dsp:cNvPr id="0" name=""/>
        <dsp:cNvSpPr/>
      </dsp:nvSpPr>
      <dsp:spPr>
        <a:xfrm>
          <a:off x="871581" y="1397505"/>
          <a:ext cx="649597" cy="4222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127000">
            <a:schemeClr val="accent3"/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b="1" kern="1200" noProof="0" dirty="0"/>
            <a:t>Communicate </a:t>
          </a:r>
        </a:p>
      </dsp:txBody>
      <dsp:txXfrm>
        <a:off x="892193" y="1418117"/>
        <a:ext cx="608373" cy="381014"/>
      </dsp:txXfrm>
    </dsp:sp>
    <dsp:sp modelId="{049C03D8-8DB7-4FC2-8D0F-69C51D8153E8}">
      <dsp:nvSpPr>
        <dsp:cNvPr id="0" name=""/>
        <dsp:cNvSpPr/>
      </dsp:nvSpPr>
      <dsp:spPr>
        <a:xfrm>
          <a:off x="497717" y="211297"/>
          <a:ext cx="1397326" cy="1397326"/>
        </a:xfrm>
        <a:custGeom>
          <a:avLst/>
          <a:gdLst/>
          <a:ahLst/>
          <a:cxnLst/>
          <a:rect l="0" t="0" r="0" b="0"/>
          <a:pathLst>
            <a:path>
              <a:moveTo>
                <a:pt x="283872" y="1260872"/>
              </a:moveTo>
              <a:arcTo wR="698663" hR="698663" stAng="7585168" swAng="163653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7CC125-3475-423A-8276-2917E2CD3D58}">
      <dsp:nvSpPr>
        <dsp:cNvPr id="0" name=""/>
        <dsp:cNvSpPr/>
      </dsp:nvSpPr>
      <dsp:spPr>
        <a:xfrm>
          <a:off x="172918" y="698841"/>
          <a:ext cx="649597" cy="4222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127000">
            <a:schemeClr val="accent3"/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b="1" kern="1200" noProof="0" dirty="0"/>
            <a:t>Monitor &amp; Report</a:t>
          </a:r>
        </a:p>
      </dsp:txBody>
      <dsp:txXfrm>
        <a:off x="193530" y="719453"/>
        <a:ext cx="608373" cy="381014"/>
      </dsp:txXfrm>
    </dsp:sp>
    <dsp:sp modelId="{16DD248D-C3AF-4392-94C0-3243B351A792}">
      <dsp:nvSpPr>
        <dsp:cNvPr id="0" name=""/>
        <dsp:cNvSpPr/>
      </dsp:nvSpPr>
      <dsp:spPr>
        <a:xfrm>
          <a:off x="497717" y="211297"/>
          <a:ext cx="1397326" cy="1397326"/>
        </a:xfrm>
        <a:custGeom>
          <a:avLst/>
          <a:gdLst/>
          <a:ahLst/>
          <a:cxnLst/>
          <a:rect l="0" t="0" r="0" b="0"/>
          <a:pathLst>
            <a:path>
              <a:moveTo>
                <a:pt x="72347" y="389051"/>
              </a:moveTo>
              <a:arcTo wR="698663" hR="698663" stAng="12378298" swAng="163653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5192A2E-7B03-D04A-AC77-7121298548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Montserrat Medium" pitchFamily="2" charset="77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2CEA613-9ADF-F54D-BAA4-06F96C99E0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Montserrat Medium" pitchFamily="2" charset="77"/>
              </a:defRPr>
            </a:lvl1pPr>
          </a:lstStyle>
          <a:p>
            <a:pPr>
              <a:defRPr/>
            </a:pPr>
            <a:fld id="{903FC7FE-252D-5143-A21D-47B7E1BE1659}" type="datetimeFigureOut">
              <a:rPr lang="it-IT"/>
              <a:pPr>
                <a:defRPr/>
              </a:pPr>
              <a:t>13/07/2026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7B9A50E-B08D-0D45-A62D-102EBC4612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Montserrat Medium" pitchFamily="2" charset="77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1882ED7-7CB3-DE48-A89F-2849D8C38C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Montserrat Medium" pitchFamily="2" charset="77"/>
              </a:defRPr>
            </a:lvl1pPr>
          </a:lstStyle>
          <a:p>
            <a:pPr>
              <a:defRPr/>
            </a:pPr>
            <a:fld id="{57C1681C-E851-6B49-B24A-1D3D5D4DB005}" type="slidenum">
              <a:rPr lang="it-IT"/>
              <a:pPr>
                <a:defRPr/>
              </a:pPr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2:59:42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0 385 23846,'0'-385'0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3:09:18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0 350 23846,'0'-350'0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2:32:29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1111 23846,'0'-1111'0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2:32:44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1111 23846,'0'-1111'0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2:32:52.4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0 777 23846,'0'-777'0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2:33:23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0 777 23846,'0'-777'0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2:34:47.6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24575,'1672'0'-1365,"-1653"0"-5461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2:35:01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24575,'1672'0'-1365,"-1653"0"-5461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2:36:03.8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1292 1293 24148,'-1292'-1292'0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2:36:37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0 511 24266,'1761'-511'0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0:31:18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1111 23846,'0'-1111'0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0:32:25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1111 23846,'0'-1111'0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0:32:39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2741 23846,'0'-2740'0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0:33:00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2741 23846,'0'-2740'0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0:33:15.7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1111 23846,'0'-1111'0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4:34:19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1161 581 24521,'0'22'0,"-2"1"0,0 0 0,-1-1 0,-1 1 0,-1-1 0,-1 0 0,0 0 0,-2-1 0,0 1 0,-1-1 0,-1-1 0,-1 0 0,0 0 0,-2-1 0,0 0 0,0-1 0,-2 0 0,0-1 0,-1-1 0,0 0 0,-1-1 0,-1-1 0,0 0 0,-1-1 0,0-1 0,-1 0 0,0-1 0,0-1 0,-1-1 0,0-1 0,-1 0 0,0-2 0,0 0 0,0-1 0,0-1 0,-1-1 0,0-1 0,1 0 0,-1-2 0,0 0 0,0-2 0,1 0 0,-1-1 0,1-1 0,-1-1 0,1-1 0,0 0 0,1-2 0,0 0 0,0-1 0,0-1 0,1-1 0,1-1 0,-1 0 0,2-1 0,-1-1 0,2 0 0,0-1 0,0-1 0,2 0 0,-1-1 0,2-1 0,0 0 0,1-1 0,1 0 0,0-1 0,2 0 0,0 0 0,1-1 0,0-1 0,2 1 0,0-1 0,1 0 0,2 0 0,0-1 0,0 1 0,2-1 0,1 0 0,0 1 0,2-1 0,0 0 0,1 0 0,2 1 0,0-1 0,0 1 0,2 0 0,1 0 0,0 1 0,2-1 0,0 2 0,1-1 0,0 1 0,2 0 0,0 1 0,1 0 0,1 1 0,0 1 0,2 0 0,-1 0 0,2 1 0,0 1 0,0 1 0,2 0 0,-1 1 0,2 1 0,-1 0 0,1 1 0,1 2 0,0-1 0,0 2 0,0 1 0,1 0 0,0 1 0,1 1 0,-1 1 0,1 1 0,-1 1 0,1 1 0,0 0 0,0 2 0,-1 0 0,1 1 0,0 1 0,-1 1 0,0 1 0,0 1 0,0 1 0,0 0 0,-1 1 0,0 2 0,-1-1 0,0 2 0,0 1 0,-1 0 0,0 1 0,-1 1 0,0 0 0,-1 1 0,-1 1 0,0 1 0,-1 0 0,0 0 0,-2 1 0,0 1 0,0 0 0,-2 1 0,0 0 0,-1 1 0,-1-1 0,-1 2 0,0-1 0,-2 1 0,0 0 0,-1 0 0,-1 1 0,-1-1 0,-1 1 0,0 0 0,-2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4:36:23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1161 581 24521,'0'22'0,"-2"1"0,0 0 0,-1-1 0,-1 1 0,-1-1 0,-1 0 0,0 0 0,-2-1 0,0 1 0,-1-1 0,-1-1 0,-1 0 0,0 0 0,-2-1 0,0 0 0,0-1 0,-2 0 0,0-1 0,-1-1 0,0 0 0,-1-1 0,-1-1 0,0 0 0,-1-1 0,0-1 0,-1 0 0,0-1 0,0-1 0,-1-1 0,0-1 0,-1 0 0,0-2 0,0 0 0,0-1 0,0-1 0,-1-1 0,0-1 0,1 0 0,-1-2 0,0 0 0,0-2 0,1 0 0,-1-1 0,1-1 0,-1-1 0,1-1 0,0 0 0,1-2 0,0 0 0,0-1 0,0-1 0,1-1 0,1-1 0,-1 0 0,2-1 0,-1-1 0,2 0 0,0-1 0,0-1 0,2 0 0,-1-1 0,2-1 0,0 0 0,1-1 0,1 0 0,0-1 0,2 0 0,0 0 0,1-1 0,0-1 0,2 1 0,0-1 0,1 0 0,2 0 0,0-1 0,0 1 0,2-1 0,1 0 0,0 1 0,2-1 0,0 0 0,1 0 0,2 1 0,0-1 0,0 1 0,2 0 0,1 0 0,0 1 0,2-1 0,0 2 0,1-1 0,0 1 0,2 0 0,0 1 0,1 0 0,1 1 0,0 1 0,2 0 0,-1 0 0,2 1 0,0 1 0,0 1 0,2 0 0,-1 1 0,2 1 0,-1 0 0,1 1 0,1 2 0,0-1 0,0 2 0,0 1 0,1 0 0,0 1 0,1 1 0,-1 1 0,1 1 0,-1 1 0,1 1 0,0 0 0,0 2 0,-1 0 0,1 1 0,0 1 0,-1 1 0,0 1 0,0 1 0,0 1 0,0 0 0,-1 1 0,0 2 0,-1-1 0,0 2 0,0 1 0,-1 0 0,0 1 0,-1 1 0,0 0 0,-1 1 0,-1 1 0,0 1 0,-1 0 0,0 0 0,-2 1 0,0 1 0,0 0 0,-2 1 0,0 0 0,-1 1 0,-1-1 0,-1 2 0,0-1 0,-2 1 0,0 0 0,-1 0 0,-1 1 0,-1-1 0,-1 1 0,0 0 0,-2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C57B2BE-8AE1-A440-9CAF-4FC62EA246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Montserrat Medium" pitchFamily="2" charset="77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94A0E54-3832-E74D-B0AE-A812468F303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Montserrat Medium" pitchFamily="2" charset="77"/>
              </a:defRPr>
            </a:lvl1pPr>
          </a:lstStyle>
          <a:p>
            <a:pPr>
              <a:defRPr/>
            </a:pPr>
            <a:fld id="{9E9479ED-9E75-F644-B004-51F8CAD37EE0}" type="datetimeFigureOut">
              <a:rPr lang="it-IT"/>
              <a:pPr>
                <a:defRPr/>
              </a:pPr>
              <a:t>13/07/2026</a:t>
            </a:fld>
            <a:endParaRPr lang="it-IT" dirty="0"/>
          </a:p>
        </p:txBody>
      </p:sp>
      <p:sp>
        <p:nvSpPr>
          <p:cNvPr id="4" name="Segnaposto immagine diapositiva 3">
            <a:extLst>
              <a:ext uri="{FF2B5EF4-FFF2-40B4-BE49-F238E27FC236}">
                <a16:creationId xmlns:a16="http://schemas.microsoft.com/office/drawing/2014/main" id="{5FC28909-520E-C040-AF04-8B7A06D3B0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it-IT" noProof="0" dirty="0"/>
          </a:p>
        </p:txBody>
      </p:sp>
      <p:sp>
        <p:nvSpPr>
          <p:cNvPr id="5" name="Segnaposto note 4">
            <a:extLst>
              <a:ext uri="{FF2B5EF4-FFF2-40B4-BE49-F238E27FC236}">
                <a16:creationId xmlns:a16="http://schemas.microsoft.com/office/drawing/2014/main" id="{F01B3513-3328-F84F-92BC-F1A3ED456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noProof="0" dirty="0"/>
              <a:t>Fare clic per modificare gli stili del testo dello schema</a:t>
            </a:r>
          </a:p>
          <a:p>
            <a:pPr lvl="1"/>
            <a:r>
              <a:rPr lang="it-IT" noProof="0" dirty="0"/>
              <a:t>Secondo livello</a:t>
            </a:r>
          </a:p>
          <a:p>
            <a:pPr lvl="2"/>
            <a:r>
              <a:rPr lang="it-IT" noProof="0" dirty="0"/>
              <a:t>Terzo livello</a:t>
            </a:r>
          </a:p>
          <a:p>
            <a:pPr lvl="3"/>
            <a:r>
              <a:rPr lang="it-IT" noProof="0" dirty="0"/>
              <a:t>Quarto livello</a:t>
            </a:r>
          </a:p>
          <a:p>
            <a:pPr lvl="4"/>
            <a:r>
              <a:rPr lang="it-IT" noProof="0" dirty="0"/>
              <a:t>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A328447-5EC9-B44E-AD9A-B6988ECB42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Montserrat Medium" pitchFamily="2" charset="77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F24DDB7-E3E7-8145-A76F-CF0FF843B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Montserrat Medium" pitchFamily="2" charset="77"/>
              </a:defRPr>
            </a:lvl1pPr>
          </a:lstStyle>
          <a:p>
            <a:pPr>
              <a:defRPr/>
            </a:pPr>
            <a:fld id="{9D8371CD-2A07-BE42-9985-88450FD92ECB}" type="slidenum">
              <a:rPr lang="it-IT"/>
              <a:pPr>
                <a:defRPr/>
              </a:pPr>
              <a:t>‹#›</a:t>
            </a:fld>
            <a:endParaRPr lang="it-IT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ontserrat Medium" pitchFamily="2" charset="77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ontserrat Medium" pitchFamily="2" charset="77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ontserrat Medium" pitchFamily="2" charset="77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ontserrat Medium" pitchFamily="2" charset="77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ontserrat Medium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5718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30478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87105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37744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44170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F1C3B-9EAA-5851-C1C6-161AECC18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7134CA2-9A1C-9E6A-03D6-83B89B861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B9ED1F7-0DAF-BE09-5D91-34DAC6A74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54F579-51C3-4741-AE1F-B96E09BF5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09601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733E0-C4BF-402A-B344-A3F99854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E8C729-C21E-DFD5-33D3-793F76AA1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3D4C3F9-B4FF-69C7-3E4F-8596EAA4C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029FF0-560F-6C00-AF41-586627F63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2575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BCBF7-0E6A-C7C4-451E-488D4522E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9A1987D-5282-472A-95AD-A6889ADDD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E47B7F3-678E-DD94-AB40-86368AFB5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E78074-BC09-3BA6-0E73-83F48421A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91081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88A8A-B1B3-97CD-E744-C0DC1E0A8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50E0BBB-9FCF-8E0C-9D1C-29FA210A5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26DE96C-AB0A-AA20-DB83-A147F9E6F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B312FD-994B-5A71-567C-ABABBB167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425490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1062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13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19460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96416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2192A-2F2D-D267-C3BB-313F23E9A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5139186-86C4-A734-EA7F-AA8797664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6B2792B-435B-A794-14FB-12CB7196A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985082-793B-1697-3823-9828913F0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15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037219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16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866641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17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084940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18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93232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21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314818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22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78795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23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74289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8.jpeg"/><Relationship Id="rId4" Type="http://schemas.openxmlformats.org/officeDocument/2006/relationships/image" Target="../media/image1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over, Title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3">
            <a:extLst>
              <a:ext uri="{FF2B5EF4-FFF2-40B4-BE49-F238E27FC236}">
                <a16:creationId xmlns:a16="http://schemas.microsoft.com/office/drawing/2014/main" id="{EE51CF94-0726-884A-865D-A17D58D84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01263" y="265113"/>
            <a:ext cx="1506537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314960" y="2722879"/>
            <a:ext cx="9144000" cy="111220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14960" y="3927158"/>
            <a:ext cx="2661920" cy="1223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Montserrat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890709B-2BEB-4387-8D51-1141ADCB69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00" y="517418"/>
            <a:ext cx="8801100" cy="6340582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06E1D3DD-A822-3C4C-843B-63D8636A52F6}"/>
              </a:ext>
            </a:extLst>
          </p:cNvPr>
          <p:cNvSpPr/>
          <p:nvPr/>
        </p:nvSpPr>
        <p:spPr>
          <a:xfrm rot="16200000">
            <a:off x="4088606" y="-2113756"/>
            <a:ext cx="3430588" cy="116078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solidFill>
                <a:schemeClr val="accent1"/>
              </a:solidFill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04148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 for Reg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7A1BB60-1082-71BC-89FB-723BF5C02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56318" y="271800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sellaDiTesto 3">
            <a:extLst>
              <a:ext uri="{FF2B5EF4-FFF2-40B4-BE49-F238E27FC236}">
                <a16:creationId xmlns:a16="http://schemas.microsoft.com/office/drawing/2014/main" id="{4F901170-F055-3E78-4866-94323686DDE7}"/>
              </a:ext>
            </a:extLst>
          </p:cNvPr>
          <p:cNvSpPr txBox="1"/>
          <p:nvPr/>
        </p:nvSpPr>
        <p:spPr>
          <a:xfrm>
            <a:off x="9274629" y="6297572"/>
            <a:ext cx="2331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1"/>
                </a:solidFill>
                <a:latin typeface="Montserrat Bold" panose="00000800000000000000" pitchFamily="2" charset="0"/>
              </a:rPr>
              <a:t>#TOGETHER</a:t>
            </a:r>
            <a:r>
              <a:rPr lang="en-GB" sz="1400" dirty="0">
                <a:solidFill>
                  <a:schemeClr val="accent2"/>
                </a:solidFill>
                <a:latin typeface="Montserrat Bold" panose="00000800000000000000" pitchFamily="2" charset="0"/>
              </a:rPr>
              <a:t>4</a:t>
            </a:r>
            <a:r>
              <a:rPr lang="en-GB" sz="1400" dirty="0">
                <a:solidFill>
                  <a:schemeClr val="accent1"/>
                </a:solidFill>
                <a:latin typeface="Montserrat Bold" panose="00000800000000000000" pitchFamily="2" charset="0"/>
              </a:rPr>
              <a:t>SUCCESS</a:t>
            </a:r>
          </a:p>
        </p:txBody>
      </p:sp>
      <p:pic>
        <p:nvPicPr>
          <p:cNvPr id="7" name="corporate background">
            <a:extLst>
              <a:ext uri="{FF2B5EF4-FFF2-40B4-BE49-F238E27FC236}">
                <a16:creationId xmlns:a16="http://schemas.microsoft.com/office/drawing/2014/main" id="{361CF5D1-2DB5-0D65-8FC3-DB0D4EA61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5210" b="18864"/>
          <a:stretch/>
        </p:blipFill>
        <p:spPr>
          <a:xfrm>
            <a:off x="0" y="882294"/>
            <a:ext cx="12192000" cy="5207018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1533460" y="2814746"/>
            <a:ext cx="9144000" cy="111220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REGION TITLE STYLE</a:t>
            </a:r>
            <a:endParaRPr lang="it-IT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8D9DB80-5945-44CB-9A4A-5122320B86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3460" y="4137709"/>
            <a:ext cx="2838450" cy="503651"/>
          </a:xfrm>
          <a:prstGeom prst="rect">
            <a:avLst/>
          </a:prstGeom>
        </p:spPr>
        <p:txBody>
          <a:bodyPr/>
          <a:lstStyle>
            <a:lvl1pPr marL="0" indent="0">
              <a:buSzPct val="150000"/>
              <a:buFont typeface=".PingFang SC Regular"/>
              <a:buNone/>
              <a:defRPr sz="12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9B28019C-8F4B-AEFE-D395-076AE7F8D05F}"/>
              </a:ext>
            </a:extLst>
          </p:cNvPr>
          <p:cNvGrpSpPr/>
          <p:nvPr/>
        </p:nvGrpSpPr>
        <p:grpSpPr>
          <a:xfrm>
            <a:off x="1109706" y="5147679"/>
            <a:ext cx="11082294" cy="1476000"/>
            <a:chOff x="1634259" y="5147679"/>
            <a:chExt cx="11082294" cy="1476000"/>
          </a:xfrm>
        </p:grpSpPr>
        <p:pic>
          <p:nvPicPr>
            <p:cNvPr id="11" name="Graphique 10">
              <a:extLst>
                <a:ext uri="{FF2B5EF4-FFF2-40B4-BE49-F238E27FC236}">
                  <a16:creationId xmlns:a16="http://schemas.microsoft.com/office/drawing/2014/main" id="{51964E7F-1957-737D-754A-3492E96695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34259" y="5147679"/>
              <a:ext cx="6229602" cy="1476000"/>
            </a:xfrm>
            <a:prstGeom prst="rect">
              <a:avLst/>
            </a:prstGeom>
          </p:spPr>
        </p:pic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4369A24E-2CC8-37F6-18CB-CA3EF6F2CABA}"/>
                </a:ext>
              </a:extLst>
            </p:cNvPr>
            <p:cNvCxnSpPr>
              <a:cxnSpLocks/>
            </p:cNvCxnSpPr>
            <p:nvPr/>
          </p:nvCxnSpPr>
          <p:spPr>
            <a:xfrm>
              <a:off x="7480570" y="6089312"/>
              <a:ext cx="5235983" cy="0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A7CE928-8D2A-840C-AB02-8DDB6433A81A}"/>
              </a:ext>
            </a:extLst>
          </p:cNvPr>
          <p:cNvSpPr/>
          <p:nvPr/>
        </p:nvSpPr>
        <p:spPr>
          <a:xfrm>
            <a:off x="16592" y="882294"/>
            <a:ext cx="12177735" cy="5207018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872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4">
            <a:extLst>
              <a:ext uri="{FF2B5EF4-FFF2-40B4-BE49-F238E27FC236}">
                <a16:creationId xmlns:a16="http://schemas.microsoft.com/office/drawing/2014/main" id="{261B5817-CBB6-437D-8B67-B39A1582B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" r="17"/>
          <a:stretch/>
        </p:blipFill>
        <p:spPr bwMode="auto">
          <a:xfrm>
            <a:off x="0" y="3726791"/>
            <a:ext cx="3395306" cy="3131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Segnaposto numero diapositiva 5">
            <a:extLst>
              <a:ext uri="{FF2B5EF4-FFF2-40B4-BE49-F238E27FC236}">
                <a16:creationId xmlns:a16="http://schemas.microsoft.com/office/drawing/2014/main" id="{457A96CB-58A7-4222-91FF-A0C1526118B7}"/>
              </a:ext>
            </a:extLst>
          </p:cNvPr>
          <p:cNvSpPr txBox="1">
            <a:spLocks/>
          </p:cNvSpPr>
          <p:nvPr/>
        </p:nvSpPr>
        <p:spPr>
          <a:xfrm>
            <a:off x="9226613" y="64239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ACC2F8CE-7A66-6E40-9970-A07E8F047879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sp>
        <p:nvSpPr>
          <p:cNvPr id="19" name="Titolo 18" hidden="1">
            <a:extLst>
              <a:ext uri="{FF2B5EF4-FFF2-40B4-BE49-F238E27FC236}">
                <a16:creationId xmlns:a16="http://schemas.microsoft.com/office/drawing/2014/main" id="{34A8682D-43D1-A9CE-9029-E3ACB4228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4" y="503479"/>
            <a:ext cx="9329195" cy="461530"/>
          </a:xfrm>
          <a:prstGeom prst="rect">
            <a:avLst/>
          </a:prstGeom>
        </p:spPr>
        <p:txBody>
          <a:bodyPr/>
          <a:lstStyle>
            <a:lvl1pPr>
              <a:defRPr sz="2400" b="1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70B2E711-9EB3-36E4-7B62-50C7E06CCF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899" t="26733" r="40273" b="44640"/>
          <a:stretch/>
        </p:blipFill>
        <p:spPr>
          <a:xfrm>
            <a:off x="11451706" y="105825"/>
            <a:ext cx="598248" cy="720000"/>
          </a:xfrm>
          <a:prstGeom prst="rect">
            <a:avLst/>
          </a:prstGeom>
        </p:spPr>
      </p:pic>
      <p:sp>
        <p:nvSpPr>
          <p:cNvPr id="2" name="CasellaDiTesto 5">
            <a:extLst>
              <a:ext uri="{FF2B5EF4-FFF2-40B4-BE49-F238E27FC236}">
                <a16:creationId xmlns:a16="http://schemas.microsoft.com/office/drawing/2014/main" id="{1CB8577D-FF27-1A05-A174-419018EF8DE8}"/>
              </a:ext>
            </a:extLst>
          </p:cNvPr>
          <p:cNvSpPr txBox="1"/>
          <p:nvPr/>
        </p:nvSpPr>
        <p:spPr>
          <a:xfrm>
            <a:off x="4930456" y="6512083"/>
            <a:ext cx="2012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i="0" dirty="0">
                <a:solidFill>
                  <a:schemeClr val="accent1"/>
                </a:solidFill>
                <a:latin typeface="Montserrat Bold" panose="00000800000000000000" pitchFamily="2" charset="0"/>
              </a:rPr>
              <a:t>#TOGETHER</a:t>
            </a:r>
            <a:r>
              <a:rPr lang="en-GB" sz="1200" b="0" i="0" dirty="0">
                <a:solidFill>
                  <a:schemeClr val="accent2"/>
                </a:solidFill>
                <a:latin typeface="Montserrat Bold" panose="00000800000000000000" pitchFamily="2" charset="0"/>
              </a:rPr>
              <a:t>4</a:t>
            </a:r>
            <a:r>
              <a:rPr lang="en-GB" sz="1200" b="0" i="0" dirty="0">
                <a:solidFill>
                  <a:schemeClr val="accent1"/>
                </a:solidFill>
                <a:latin typeface="Montserrat Bold" panose="00000800000000000000" pitchFamily="2" charset="0"/>
              </a:rPr>
              <a:t>SUCCESS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0B64DE2-244E-DA11-F163-DEEC1A108156}"/>
              </a:ext>
            </a:extLst>
          </p:cNvPr>
          <p:cNvGrpSpPr/>
          <p:nvPr/>
        </p:nvGrpSpPr>
        <p:grpSpPr>
          <a:xfrm>
            <a:off x="451413" y="648344"/>
            <a:ext cx="10314166" cy="888046"/>
            <a:chOff x="451413" y="648344"/>
            <a:chExt cx="10314166" cy="888046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7908299B-7E95-6CEE-08DF-ECAAB803B40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51413" y="988517"/>
              <a:ext cx="6977263" cy="0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8" name="Graphique 7">
              <a:extLst>
                <a:ext uri="{FF2B5EF4-FFF2-40B4-BE49-F238E27FC236}">
                  <a16:creationId xmlns:a16="http://schemas.microsoft.com/office/drawing/2014/main" id="{5CA1C15C-EABF-AFD3-A0CD-EE56C549F0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6985579" y="648344"/>
              <a:ext cx="3780000" cy="8880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051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5">
            <a:extLst>
              <a:ext uri="{FF2B5EF4-FFF2-40B4-BE49-F238E27FC236}">
                <a16:creationId xmlns:a16="http://schemas.microsoft.com/office/drawing/2014/main" id="{457A96CB-58A7-4222-91FF-A0C1526118B7}"/>
              </a:ext>
            </a:extLst>
          </p:cNvPr>
          <p:cNvSpPr txBox="1">
            <a:spLocks/>
          </p:cNvSpPr>
          <p:nvPr userDrawn="1"/>
        </p:nvSpPr>
        <p:spPr>
          <a:xfrm>
            <a:off x="9226613" y="64239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ACC2F8CE-7A66-6E40-9970-A07E8F047879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70B2E711-9EB3-36E4-7B62-50C7E06CCF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899" t="26733" r="40273" b="44640"/>
          <a:stretch/>
        </p:blipFill>
        <p:spPr>
          <a:xfrm>
            <a:off x="11451706" y="105825"/>
            <a:ext cx="598248" cy="720000"/>
          </a:xfrm>
          <a:prstGeom prst="rect">
            <a:avLst/>
          </a:prstGeom>
        </p:spPr>
      </p:pic>
      <p:sp>
        <p:nvSpPr>
          <p:cNvPr id="72" name="CasellaDiTesto 5">
            <a:extLst>
              <a:ext uri="{FF2B5EF4-FFF2-40B4-BE49-F238E27FC236}">
                <a16:creationId xmlns:a16="http://schemas.microsoft.com/office/drawing/2014/main" id="{1C2796AC-5459-06B3-FD9B-1589E6BD63E6}"/>
              </a:ext>
            </a:extLst>
          </p:cNvPr>
          <p:cNvSpPr txBox="1"/>
          <p:nvPr userDrawn="1"/>
        </p:nvSpPr>
        <p:spPr>
          <a:xfrm>
            <a:off x="4930456" y="6512083"/>
            <a:ext cx="2012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i="0" dirty="0">
                <a:solidFill>
                  <a:schemeClr val="accent1"/>
                </a:solidFill>
                <a:latin typeface="Montserrat Bold" panose="00000800000000000000" pitchFamily="2" charset="0"/>
              </a:rPr>
              <a:t>#TOGETHER</a:t>
            </a:r>
            <a:r>
              <a:rPr lang="en-GB" sz="1200" b="0" i="0" dirty="0">
                <a:solidFill>
                  <a:schemeClr val="accent2"/>
                </a:solidFill>
                <a:latin typeface="Montserrat Bold" panose="00000800000000000000" pitchFamily="2" charset="0"/>
              </a:rPr>
              <a:t>4</a:t>
            </a:r>
            <a:r>
              <a:rPr lang="en-GB" sz="1200" b="0" i="0" dirty="0">
                <a:solidFill>
                  <a:schemeClr val="accent1"/>
                </a:solidFill>
                <a:latin typeface="Montserrat Bold" panose="00000800000000000000" pitchFamily="2" charset="0"/>
              </a:rPr>
              <a:t>SUCCESS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01EB0A54-8F60-0E5C-4F83-5AB1509F0DDD}"/>
              </a:ext>
            </a:extLst>
          </p:cNvPr>
          <p:cNvGrpSpPr/>
          <p:nvPr userDrawn="1"/>
        </p:nvGrpSpPr>
        <p:grpSpPr>
          <a:xfrm rot="10800000">
            <a:off x="451413" y="5871852"/>
            <a:ext cx="10314166" cy="888046"/>
            <a:chOff x="451413" y="648344"/>
            <a:chExt cx="10314166" cy="888046"/>
          </a:xfrm>
        </p:grpSpPr>
        <p:cxnSp>
          <p:nvCxnSpPr>
            <p:cNvPr id="3" name="Connecteur droit 2">
              <a:extLst>
                <a:ext uri="{FF2B5EF4-FFF2-40B4-BE49-F238E27FC236}">
                  <a16:creationId xmlns:a16="http://schemas.microsoft.com/office/drawing/2014/main" id="{55691701-BFC6-A634-A3A4-5FE71A4EFD7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51413" y="988517"/>
              <a:ext cx="6977263" cy="0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4" name="Graphique 3">
              <a:extLst>
                <a:ext uri="{FF2B5EF4-FFF2-40B4-BE49-F238E27FC236}">
                  <a16:creationId xmlns:a16="http://schemas.microsoft.com/office/drawing/2014/main" id="{AE427071-8B63-96F3-FD1F-DF27FDF68F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985579" y="648344"/>
              <a:ext cx="3780000" cy="8880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9416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magine 19" descr="Immagine che contiene persona, nuotando, sport acquatico, sport&#10;&#10;Descrizione generata automaticamente">
            <a:extLst>
              <a:ext uri="{FF2B5EF4-FFF2-40B4-BE49-F238E27FC236}">
                <a16:creationId xmlns:a16="http://schemas.microsoft.com/office/drawing/2014/main" id="{B41CC2E5-7ABC-4856-82BA-672F85D83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2701" y="515937"/>
            <a:ext cx="3923345" cy="5972176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25E7A198-146D-654B-92A2-547E6043A55D}"/>
              </a:ext>
            </a:extLst>
          </p:cNvPr>
          <p:cNvSpPr/>
          <p:nvPr/>
        </p:nvSpPr>
        <p:spPr>
          <a:xfrm>
            <a:off x="193675" y="0"/>
            <a:ext cx="3181350" cy="6897688"/>
          </a:xfrm>
          <a:prstGeom prst="rect">
            <a:avLst/>
          </a:prstGeom>
          <a:solidFill>
            <a:srgbClr val="1D4F91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solidFill>
                <a:schemeClr val="accent1"/>
              </a:solidFill>
              <a:latin typeface="Montserrat Medium" pitchFamily="2" charset="77"/>
            </a:endParaRPr>
          </a:p>
        </p:txBody>
      </p:sp>
      <p:pic>
        <p:nvPicPr>
          <p:cNvPr id="9" name="Immagine 3">
            <a:extLst>
              <a:ext uri="{FF2B5EF4-FFF2-40B4-BE49-F238E27FC236}">
                <a16:creationId xmlns:a16="http://schemas.microsoft.com/office/drawing/2014/main" id="{69C6415C-1155-9649-B69F-129AE3506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7500" y="265113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magine 4">
            <a:extLst>
              <a:ext uri="{FF2B5EF4-FFF2-40B4-BE49-F238E27FC236}">
                <a16:creationId xmlns:a16="http://schemas.microsoft.com/office/drawing/2014/main" id="{95310DF7-58B3-2645-9C48-43D15D9EE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0788" y="6488113"/>
            <a:ext cx="21304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magine 5">
            <a:extLst>
              <a:ext uri="{FF2B5EF4-FFF2-40B4-BE49-F238E27FC236}">
                <a16:creationId xmlns:a16="http://schemas.microsoft.com/office/drawing/2014/main" id="{64B16CDA-3F86-3045-95C4-3B6FE47CC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816" t="-2272" b="13448"/>
          <a:stretch>
            <a:fillRect/>
          </a:stretch>
        </p:blipFill>
        <p:spPr bwMode="auto">
          <a:xfrm>
            <a:off x="-12700" y="3582988"/>
            <a:ext cx="2917825" cy="397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egnaposto numero diapositiva 5">
            <a:extLst>
              <a:ext uri="{FF2B5EF4-FFF2-40B4-BE49-F238E27FC236}">
                <a16:creationId xmlns:a16="http://schemas.microsoft.com/office/drawing/2014/main" id="{B3EC9B22-9A18-2A48-89C8-AC4BA3B8167A}"/>
              </a:ext>
            </a:extLst>
          </p:cNvPr>
          <p:cNvSpPr txBox="1">
            <a:spLocks/>
          </p:cNvSpPr>
          <p:nvPr/>
        </p:nvSpPr>
        <p:spPr>
          <a:xfrm>
            <a:off x="9145588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1AC50ABA-F3B5-2E4D-B57B-A03CA130C9CB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77290" y="534147"/>
            <a:ext cx="3013346" cy="19202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2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12" name="Segnaposto contenuto 2"/>
          <p:cNvSpPr>
            <a:spLocks noGrp="1"/>
          </p:cNvSpPr>
          <p:nvPr>
            <p:ph sz="half" idx="1"/>
          </p:nvPr>
        </p:nvSpPr>
        <p:spPr>
          <a:xfrm>
            <a:off x="6463495" y="1825625"/>
            <a:ext cx="2375705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2pPr>
            <a:lvl3pPr marL="9144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3pPr>
            <a:lvl4pPr marL="13716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4pPr>
            <a:lvl5pPr marL="18288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0"/>
            <a:endParaRPr lang="it-IT" dirty="0"/>
          </a:p>
          <a:p>
            <a:pPr lvl="0"/>
            <a:endParaRPr lang="it-IT" dirty="0"/>
          </a:p>
          <a:p>
            <a:r>
              <a:rPr lang="fr-FR" dirty="0"/>
              <a:t>	</a:t>
            </a:r>
          </a:p>
          <a:p>
            <a:pPr lvl="0"/>
            <a:endParaRPr lang="it-IT" dirty="0"/>
          </a:p>
          <a:p>
            <a:pPr lvl="0"/>
            <a:endParaRPr lang="it-IT" dirty="0"/>
          </a:p>
          <a:p>
            <a:pPr lvl="0"/>
            <a:endParaRPr lang="it-IT" dirty="0"/>
          </a:p>
        </p:txBody>
      </p:sp>
      <p:sp>
        <p:nvSpPr>
          <p:cNvPr id="13" name="Segnaposto contenuto 2"/>
          <p:cNvSpPr>
            <a:spLocks noGrp="1"/>
          </p:cNvSpPr>
          <p:nvPr>
            <p:ph sz="half" idx="13"/>
          </p:nvPr>
        </p:nvSpPr>
        <p:spPr>
          <a:xfrm>
            <a:off x="8962855" y="1825625"/>
            <a:ext cx="2375705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2pPr>
            <a:lvl3pPr marL="9144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3pPr>
            <a:lvl4pPr marL="13716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4pPr>
            <a:lvl5pPr marL="18288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0"/>
            <a:endParaRPr lang="it-IT" dirty="0"/>
          </a:p>
          <a:p>
            <a:pPr lvl="0"/>
            <a:endParaRPr lang="it-IT" dirty="0"/>
          </a:p>
          <a:p>
            <a:r>
              <a:rPr lang="fr-FR" dirty="0"/>
              <a:t>	</a:t>
            </a:r>
          </a:p>
          <a:p>
            <a:pPr lvl="0"/>
            <a:endParaRPr lang="it-IT" dirty="0"/>
          </a:p>
          <a:p>
            <a:pPr lvl="0"/>
            <a:endParaRPr lang="it-IT" dirty="0"/>
          </a:p>
          <a:p>
            <a:pPr lvl="0"/>
            <a:endParaRPr lang="it-IT" dirty="0"/>
          </a:p>
        </p:txBody>
      </p:sp>
      <p:sp>
        <p:nvSpPr>
          <p:cNvPr id="15" name="Segnaposto contenuto 2"/>
          <p:cNvSpPr>
            <a:spLocks noGrp="1"/>
          </p:cNvSpPr>
          <p:nvPr>
            <p:ph sz="half" idx="14"/>
          </p:nvPr>
        </p:nvSpPr>
        <p:spPr>
          <a:xfrm>
            <a:off x="3974295" y="1825625"/>
            <a:ext cx="2375705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2pPr>
            <a:lvl3pPr marL="9144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3pPr>
            <a:lvl4pPr marL="13716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4pPr>
            <a:lvl5pPr marL="18288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0"/>
            <a:endParaRPr lang="it-IT" dirty="0"/>
          </a:p>
          <a:p>
            <a:pPr lvl="0"/>
            <a:endParaRPr lang="it-IT" dirty="0"/>
          </a:p>
          <a:p>
            <a:r>
              <a:rPr lang="fr-FR" dirty="0"/>
              <a:t>	</a:t>
            </a:r>
          </a:p>
          <a:p>
            <a:pPr lvl="0"/>
            <a:endParaRPr lang="it-IT" dirty="0"/>
          </a:p>
          <a:p>
            <a:pPr lvl="0"/>
            <a:endParaRPr lang="it-IT" dirty="0"/>
          </a:p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49452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+ Phot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1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7DDF2315-ABB9-814C-8BF7-10A87E542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27" t="-3680" r="-18742" b="29318"/>
          <a:stretch>
            <a:fillRect/>
          </a:stretch>
        </p:blipFill>
        <p:spPr bwMode="auto">
          <a:xfrm>
            <a:off x="0" y="3582988"/>
            <a:ext cx="3551238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755FA066-1C3E-6141-8FF0-F9EB8FD77D03}"/>
              </a:ext>
            </a:extLst>
          </p:cNvPr>
          <p:cNvSpPr/>
          <p:nvPr/>
        </p:nvSpPr>
        <p:spPr>
          <a:xfrm>
            <a:off x="4275138" y="522288"/>
            <a:ext cx="842962" cy="589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  <p:pic>
        <p:nvPicPr>
          <p:cNvPr id="8" name="Immagine 4">
            <a:extLst>
              <a:ext uri="{FF2B5EF4-FFF2-40B4-BE49-F238E27FC236}">
                <a16:creationId xmlns:a16="http://schemas.microsoft.com/office/drawing/2014/main" id="{CCBB3F94-2D9D-7047-B850-1DEF31CAA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7500" y="265113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magine 5">
            <a:extLst>
              <a:ext uri="{FF2B5EF4-FFF2-40B4-BE49-F238E27FC236}">
                <a16:creationId xmlns:a16="http://schemas.microsoft.com/office/drawing/2014/main" id="{C371C1ED-D55C-9144-8DE8-E33ED5A99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0788" y="6488113"/>
            <a:ext cx="21304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5FC848A0-E745-CD4D-BA5D-407CB030AAE4}"/>
              </a:ext>
            </a:extLst>
          </p:cNvPr>
          <p:cNvSpPr txBox="1">
            <a:spLocks/>
          </p:cNvSpPr>
          <p:nvPr/>
        </p:nvSpPr>
        <p:spPr>
          <a:xfrm>
            <a:off x="9145588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BE3C60E3-AC6B-1F47-B694-B72E9E0385BC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sp>
        <p:nvSpPr>
          <p:cNvPr id="14" name="Titolo 1"/>
          <p:cNvSpPr>
            <a:spLocks noGrp="1"/>
          </p:cNvSpPr>
          <p:nvPr>
            <p:ph type="ctrTitle"/>
          </p:nvPr>
        </p:nvSpPr>
        <p:spPr>
          <a:xfrm>
            <a:off x="314961" y="2722879"/>
            <a:ext cx="3723639" cy="111220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800" b="1" i="0">
                <a:solidFill>
                  <a:schemeClr val="tx2"/>
                </a:solidFill>
                <a:latin typeface="Montserrat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15" name="Sottotitolo 2"/>
          <p:cNvSpPr>
            <a:spLocks noGrp="1"/>
          </p:cNvSpPr>
          <p:nvPr>
            <p:ph type="subTitle" idx="1"/>
          </p:nvPr>
        </p:nvSpPr>
        <p:spPr>
          <a:xfrm>
            <a:off x="314960" y="3927158"/>
            <a:ext cx="2661920" cy="1223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tx2"/>
                </a:solidFill>
                <a:latin typeface="Montserrat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2217D90-F256-4668-B1CB-B32B5B39F41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18968" y="525411"/>
            <a:ext cx="5200650" cy="5889677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00A78C66-FAD5-C746-931B-85EA64E10E09}"/>
              </a:ext>
            </a:extLst>
          </p:cNvPr>
          <p:cNvSpPr/>
          <p:nvPr/>
        </p:nvSpPr>
        <p:spPr>
          <a:xfrm>
            <a:off x="9223375" y="0"/>
            <a:ext cx="2790825" cy="68580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4081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+ Phot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1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7DDF2315-ABB9-814C-8BF7-10A87E542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27" t="-3680" r="-18742" b="29318"/>
          <a:stretch>
            <a:fillRect/>
          </a:stretch>
        </p:blipFill>
        <p:spPr bwMode="auto">
          <a:xfrm>
            <a:off x="0" y="3582988"/>
            <a:ext cx="3551238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755FA066-1C3E-6141-8FF0-F9EB8FD77D03}"/>
              </a:ext>
            </a:extLst>
          </p:cNvPr>
          <p:cNvSpPr/>
          <p:nvPr/>
        </p:nvSpPr>
        <p:spPr>
          <a:xfrm>
            <a:off x="4275138" y="522288"/>
            <a:ext cx="842962" cy="589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  <p:pic>
        <p:nvPicPr>
          <p:cNvPr id="8" name="Immagine 4">
            <a:extLst>
              <a:ext uri="{FF2B5EF4-FFF2-40B4-BE49-F238E27FC236}">
                <a16:creationId xmlns:a16="http://schemas.microsoft.com/office/drawing/2014/main" id="{CCBB3F94-2D9D-7047-B850-1DEF31CAA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7500" y="265113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magine 5">
            <a:extLst>
              <a:ext uri="{FF2B5EF4-FFF2-40B4-BE49-F238E27FC236}">
                <a16:creationId xmlns:a16="http://schemas.microsoft.com/office/drawing/2014/main" id="{C371C1ED-D55C-9144-8DE8-E33ED5A99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0788" y="6488113"/>
            <a:ext cx="21304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5FC848A0-E745-CD4D-BA5D-407CB030AAE4}"/>
              </a:ext>
            </a:extLst>
          </p:cNvPr>
          <p:cNvSpPr txBox="1">
            <a:spLocks/>
          </p:cNvSpPr>
          <p:nvPr/>
        </p:nvSpPr>
        <p:spPr>
          <a:xfrm>
            <a:off x="9145588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BE3C60E3-AC6B-1F47-B694-B72E9E0385BC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sp>
        <p:nvSpPr>
          <p:cNvPr id="14" name="Titolo 1"/>
          <p:cNvSpPr>
            <a:spLocks noGrp="1"/>
          </p:cNvSpPr>
          <p:nvPr>
            <p:ph type="ctrTitle"/>
          </p:nvPr>
        </p:nvSpPr>
        <p:spPr>
          <a:xfrm>
            <a:off x="314961" y="2722879"/>
            <a:ext cx="3723639" cy="111220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800" b="1" i="0">
                <a:solidFill>
                  <a:schemeClr val="tx2"/>
                </a:solidFill>
                <a:latin typeface="Montserrat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15" name="Sottotitolo 2"/>
          <p:cNvSpPr>
            <a:spLocks noGrp="1"/>
          </p:cNvSpPr>
          <p:nvPr>
            <p:ph type="subTitle" idx="1"/>
          </p:nvPr>
        </p:nvSpPr>
        <p:spPr>
          <a:xfrm>
            <a:off x="314960" y="3927158"/>
            <a:ext cx="2661920" cy="1223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tx2"/>
                </a:solidFill>
                <a:latin typeface="Montserrat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72886A3-D67E-4122-880C-E33AB39C3E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16612" y="522288"/>
            <a:ext cx="5288677" cy="5892800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00A78C66-FAD5-C746-931B-85EA64E10E09}"/>
              </a:ext>
            </a:extLst>
          </p:cNvPr>
          <p:cNvSpPr/>
          <p:nvPr/>
        </p:nvSpPr>
        <p:spPr>
          <a:xfrm>
            <a:off x="9223375" y="0"/>
            <a:ext cx="2790825" cy="68580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65086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 + Phot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1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7DDF2315-ABB9-814C-8BF7-10A87E542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27" t="-3680" r="-18742" b="29318"/>
          <a:stretch>
            <a:fillRect/>
          </a:stretch>
        </p:blipFill>
        <p:spPr bwMode="auto">
          <a:xfrm>
            <a:off x="0" y="3582988"/>
            <a:ext cx="3551238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755FA066-1C3E-6141-8FF0-F9EB8FD77D03}"/>
              </a:ext>
            </a:extLst>
          </p:cNvPr>
          <p:cNvSpPr/>
          <p:nvPr/>
        </p:nvSpPr>
        <p:spPr>
          <a:xfrm>
            <a:off x="4275138" y="522288"/>
            <a:ext cx="842962" cy="589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  <p:pic>
        <p:nvPicPr>
          <p:cNvPr id="8" name="Immagine 4">
            <a:extLst>
              <a:ext uri="{FF2B5EF4-FFF2-40B4-BE49-F238E27FC236}">
                <a16:creationId xmlns:a16="http://schemas.microsoft.com/office/drawing/2014/main" id="{CCBB3F94-2D9D-7047-B850-1DEF31CAA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7500" y="265113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magine 5">
            <a:extLst>
              <a:ext uri="{FF2B5EF4-FFF2-40B4-BE49-F238E27FC236}">
                <a16:creationId xmlns:a16="http://schemas.microsoft.com/office/drawing/2014/main" id="{C371C1ED-D55C-9144-8DE8-E33ED5A99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0788" y="6488113"/>
            <a:ext cx="21304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5FC848A0-E745-CD4D-BA5D-407CB030AAE4}"/>
              </a:ext>
            </a:extLst>
          </p:cNvPr>
          <p:cNvSpPr txBox="1">
            <a:spLocks/>
          </p:cNvSpPr>
          <p:nvPr/>
        </p:nvSpPr>
        <p:spPr>
          <a:xfrm>
            <a:off x="9145588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BE3C60E3-AC6B-1F47-B694-B72E9E0385BC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sp>
        <p:nvSpPr>
          <p:cNvPr id="14" name="Titolo 1"/>
          <p:cNvSpPr>
            <a:spLocks noGrp="1"/>
          </p:cNvSpPr>
          <p:nvPr>
            <p:ph type="ctrTitle"/>
          </p:nvPr>
        </p:nvSpPr>
        <p:spPr>
          <a:xfrm>
            <a:off x="314961" y="2722879"/>
            <a:ext cx="3723639" cy="111220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800" b="1" i="0">
                <a:solidFill>
                  <a:schemeClr val="tx2"/>
                </a:solidFill>
                <a:latin typeface="Montserrat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15" name="Sottotitolo 2"/>
          <p:cNvSpPr>
            <a:spLocks noGrp="1"/>
          </p:cNvSpPr>
          <p:nvPr>
            <p:ph type="subTitle" idx="1"/>
          </p:nvPr>
        </p:nvSpPr>
        <p:spPr>
          <a:xfrm>
            <a:off x="314960" y="3927158"/>
            <a:ext cx="2661920" cy="1223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tx2"/>
                </a:solidFill>
                <a:latin typeface="Montserrat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8957D39-6D9F-4874-A246-05730192B7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15287" y="522288"/>
            <a:ext cx="5248057" cy="5892800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00A78C66-FAD5-C746-931B-85EA64E10E09}"/>
              </a:ext>
            </a:extLst>
          </p:cNvPr>
          <p:cNvSpPr/>
          <p:nvPr/>
        </p:nvSpPr>
        <p:spPr>
          <a:xfrm>
            <a:off x="9223375" y="0"/>
            <a:ext cx="2790825" cy="68580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79004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Title, Photo, Text &amp; Graphci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4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DB20B8D5-B6D1-4E40-9875-BF288B4969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27" t="-3680" r="-18742" b="29318"/>
          <a:stretch>
            <a:fillRect/>
          </a:stretch>
        </p:blipFill>
        <p:spPr bwMode="auto">
          <a:xfrm>
            <a:off x="0" y="3582988"/>
            <a:ext cx="3551238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magine 1">
            <a:extLst>
              <a:ext uri="{FF2B5EF4-FFF2-40B4-BE49-F238E27FC236}">
                <a16:creationId xmlns:a16="http://schemas.microsoft.com/office/drawing/2014/main" id="{372AFE2D-214C-6548-B6E1-E9D97499E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0788" y="6488113"/>
            <a:ext cx="21304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magine 4">
            <a:extLst>
              <a:ext uri="{FF2B5EF4-FFF2-40B4-BE49-F238E27FC236}">
                <a16:creationId xmlns:a16="http://schemas.microsoft.com/office/drawing/2014/main" id="{187F081F-ABD2-2341-8BD7-6173CE561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7500" y="265113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40B5F8DC-A1C1-DC4A-A0A7-C9BBBC367363}"/>
              </a:ext>
            </a:extLst>
          </p:cNvPr>
          <p:cNvSpPr txBox="1">
            <a:spLocks/>
          </p:cNvSpPr>
          <p:nvPr/>
        </p:nvSpPr>
        <p:spPr>
          <a:xfrm>
            <a:off x="9145588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F6D2ADB9-18AF-6C46-9B8E-358A92A26A60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sp>
        <p:nvSpPr>
          <p:cNvPr id="12" name="Titolo 1"/>
          <p:cNvSpPr>
            <a:spLocks noGrp="1"/>
          </p:cNvSpPr>
          <p:nvPr>
            <p:ph type="ctrTitle"/>
          </p:nvPr>
        </p:nvSpPr>
        <p:spPr>
          <a:xfrm>
            <a:off x="277290" y="534147"/>
            <a:ext cx="3013346" cy="19202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28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14" name="Segnaposto contenuto 2"/>
          <p:cNvSpPr>
            <a:spLocks noGrp="1"/>
          </p:cNvSpPr>
          <p:nvPr>
            <p:ph sz="half" idx="1"/>
          </p:nvPr>
        </p:nvSpPr>
        <p:spPr>
          <a:xfrm>
            <a:off x="6463495" y="1825625"/>
            <a:ext cx="2375705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2pPr>
            <a:lvl3pPr marL="9144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3pPr>
            <a:lvl4pPr marL="13716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4pPr>
            <a:lvl5pPr marL="18288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0"/>
            <a:endParaRPr lang="it-IT" dirty="0"/>
          </a:p>
          <a:p>
            <a:pPr lvl="0"/>
            <a:endParaRPr lang="it-IT" dirty="0"/>
          </a:p>
          <a:p>
            <a:r>
              <a:rPr lang="fr-FR" dirty="0"/>
              <a:t>	</a:t>
            </a:r>
          </a:p>
          <a:p>
            <a:pPr lvl="0"/>
            <a:endParaRPr lang="it-IT" dirty="0"/>
          </a:p>
          <a:p>
            <a:pPr lvl="0"/>
            <a:endParaRPr lang="it-IT" dirty="0"/>
          </a:p>
          <a:p>
            <a:pPr lvl="0"/>
            <a:endParaRPr lang="it-IT" dirty="0"/>
          </a:p>
        </p:txBody>
      </p:sp>
      <p:sp>
        <p:nvSpPr>
          <p:cNvPr id="16" name="Segnaposto contenuto 2"/>
          <p:cNvSpPr>
            <a:spLocks noGrp="1"/>
          </p:cNvSpPr>
          <p:nvPr>
            <p:ph sz="half" idx="12"/>
          </p:nvPr>
        </p:nvSpPr>
        <p:spPr>
          <a:xfrm>
            <a:off x="8962855" y="1825625"/>
            <a:ext cx="2375705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2pPr>
            <a:lvl3pPr marL="9144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3pPr>
            <a:lvl4pPr marL="13716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4pPr>
            <a:lvl5pPr marL="18288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0"/>
            <a:endParaRPr lang="it-IT" dirty="0"/>
          </a:p>
          <a:p>
            <a:pPr lvl="0"/>
            <a:endParaRPr lang="it-IT" dirty="0"/>
          </a:p>
          <a:p>
            <a:r>
              <a:rPr lang="fr-FR" dirty="0"/>
              <a:t>	</a:t>
            </a:r>
          </a:p>
          <a:p>
            <a:pPr lvl="0"/>
            <a:endParaRPr lang="it-IT" dirty="0"/>
          </a:p>
          <a:p>
            <a:pPr lvl="0"/>
            <a:endParaRPr lang="it-IT" dirty="0"/>
          </a:p>
          <a:p>
            <a:pPr lvl="0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65482EC-B50D-4D77-B91C-11CB1FCC259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742" y="1809639"/>
            <a:ext cx="5705475" cy="3571875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4D7105E0-1546-414B-9DC8-86888F9DB85E}"/>
              </a:ext>
            </a:extLst>
          </p:cNvPr>
          <p:cNvSpPr/>
          <p:nvPr/>
        </p:nvSpPr>
        <p:spPr>
          <a:xfrm>
            <a:off x="193675" y="0"/>
            <a:ext cx="3181350" cy="6858000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5FAB3BF-E251-7843-ADCD-74931907E2CF}"/>
              </a:ext>
            </a:extLst>
          </p:cNvPr>
          <p:cNvSpPr/>
          <p:nvPr/>
        </p:nvSpPr>
        <p:spPr>
          <a:xfrm>
            <a:off x="1293813" y="0"/>
            <a:ext cx="3181350" cy="6858000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5558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Title, Text &amp; Graphci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4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C21DE3F0-B6D6-C246-AA74-2CB489D8DD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27" t="-3680" r="-18742" b="29318"/>
          <a:stretch>
            <a:fillRect/>
          </a:stretch>
        </p:blipFill>
        <p:spPr bwMode="auto">
          <a:xfrm>
            <a:off x="0" y="3582988"/>
            <a:ext cx="3551238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68659CDE-F292-4148-9BA9-B77F820E85F5}"/>
              </a:ext>
            </a:extLst>
          </p:cNvPr>
          <p:cNvSpPr/>
          <p:nvPr/>
        </p:nvSpPr>
        <p:spPr>
          <a:xfrm>
            <a:off x="193675" y="0"/>
            <a:ext cx="3181350" cy="68580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455D1C7-183F-2A47-98AB-38CBF03B62EB}"/>
              </a:ext>
            </a:extLst>
          </p:cNvPr>
          <p:cNvSpPr/>
          <p:nvPr/>
        </p:nvSpPr>
        <p:spPr>
          <a:xfrm>
            <a:off x="752475" y="0"/>
            <a:ext cx="3181350" cy="68580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  <p:pic>
        <p:nvPicPr>
          <p:cNvPr id="8" name="Immagine 3">
            <a:extLst>
              <a:ext uri="{FF2B5EF4-FFF2-40B4-BE49-F238E27FC236}">
                <a16:creationId xmlns:a16="http://schemas.microsoft.com/office/drawing/2014/main" id="{89B218C4-3E78-BC4A-99EF-80E3C3C18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7500" y="265113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egnaposto numero diapositiva 5">
            <a:extLst>
              <a:ext uri="{FF2B5EF4-FFF2-40B4-BE49-F238E27FC236}">
                <a16:creationId xmlns:a16="http://schemas.microsoft.com/office/drawing/2014/main" id="{A80B5598-19B8-264C-9128-80A2A0863DA0}"/>
              </a:ext>
            </a:extLst>
          </p:cNvPr>
          <p:cNvSpPr txBox="1">
            <a:spLocks/>
          </p:cNvSpPr>
          <p:nvPr/>
        </p:nvSpPr>
        <p:spPr>
          <a:xfrm>
            <a:off x="9145588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ACC2F8CE-7A66-6E40-9970-A07E8F047879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pic>
        <p:nvPicPr>
          <p:cNvPr id="11" name="Immagine 6">
            <a:extLst>
              <a:ext uri="{FF2B5EF4-FFF2-40B4-BE49-F238E27FC236}">
                <a16:creationId xmlns:a16="http://schemas.microsoft.com/office/drawing/2014/main" id="{553E69B8-C212-6B4D-93FF-8B30FD3F0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0788" y="6488113"/>
            <a:ext cx="21304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olo 1"/>
          <p:cNvSpPr>
            <a:spLocks noGrp="1"/>
          </p:cNvSpPr>
          <p:nvPr>
            <p:ph type="ctrTitle"/>
          </p:nvPr>
        </p:nvSpPr>
        <p:spPr>
          <a:xfrm>
            <a:off x="277290" y="534147"/>
            <a:ext cx="3013346" cy="19202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28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13" name="Segnaposto contenuto 2"/>
          <p:cNvSpPr>
            <a:spLocks noGrp="1"/>
          </p:cNvSpPr>
          <p:nvPr>
            <p:ph sz="half" idx="1"/>
          </p:nvPr>
        </p:nvSpPr>
        <p:spPr>
          <a:xfrm>
            <a:off x="4038600" y="1681163"/>
            <a:ext cx="2375705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2pPr>
            <a:lvl3pPr marL="9144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3pPr>
            <a:lvl4pPr marL="13716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4pPr>
            <a:lvl5pPr marL="18288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0"/>
          </p:nvPr>
        </p:nvSpPr>
        <p:spPr>
          <a:xfrm>
            <a:off x="6566965" y="1662906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1" name="Content Placeholder 5"/>
          <p:cNvSpPr>
            <a:spLocks noGrp="1"/>
          </p:cNvSpPr>
          <p:nvPr>
            <p:ph sz="quarter" idx="11"/>
          </p:nvPr>
        </p:nvSpPr>
        <p:spPr>
          <a:xfrm>
            <a:off x="6546791" y="24923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2"/>
                </a:solidFill>
                <a:latin typeface="Montserrat" pitchFamily="2" charset="77"/>
              </a:defRPr>
            </a:lvl1pPr>
            <a:lvl2pPr>
              <a:defRPr sz="1800">
                <a:solidFill>
                  <a:schemeClr val="tx2"/>
                </a:solidFill>
                <a:latin typeface="Montserrat" pitchFamily="2" charset="77"/>
              </a:defRPr>
            </a:lvl2pPr>
            <a:lvl3pPr>
              <a:defRPr sz="1600">
                <a:solidFill>
                  <a:schemeClr val="tx2"/>
                </a:solidFill>
                <a:latin typeface="Montserrat" pitchFamily="2" charset="77"/>
              </a:defRPr>
            </a:lvl3pPr>
            <a:lvl4pPr>
              <a:defRPr>
                <a:latin typeface="Montserrat" pitchFamily="2" charset="77"/>
              </a:defRPr>
            </a:lvl4pPr>
            <a:lvl5pPr>
              <a:defRPr>
                <a:latin typeface="Montserrat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62366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Title, Photo, Text &amp; Graphci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3">
            <a:extLst>
              <a:ext uri="{FF2B5EF4-FFF2-40B4-BE49-F238E27FC236}">
                <a16:creationId xmlns:a16="http://schemas.microsoft.com/office/drawing/2014/main" id="{C049FF0C-C175-414A-B238-71771F601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0788" y="6488113"/>
            <a:ext cx="21304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magine 4">
            <a:extLst>
              <a:ext uri="{FF2B5EF4-FFF2-40B4-BE49-F238E27FC236}">
                <a16:creationId xmlns:a16="http://schemas.microsoft.com/office/drawing/2014/main" id="{DC75300E-5AC8-B84D-9013-9FFD18666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7500" y="265113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BD0572D9-2E53-F846-B806-F3C4BFBDD0ED}"/>
              </a:ext>
            </a:extLst>
          </p:cNvPr>
          <p:cNvSpPr txBox="1">
            <a:spLocks/>
          </p:cNvSpPr>
          <p:nvPr/>
        </p:nvSpPr>
        <p:spPr>
          <a:xfrm>
            <a:off x="9145588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57C52430-09B3-A34A-8530-398333C0F3DE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sp>
        <p:nvSpPr>
          <p:cNvPr id="12" name="Titolo 1"/>
          <p:cNvSpPr>
            <a:spLocks noGrp="1"/>
          </p:cNvSpPr>
          <p:nvPr>
            <p:ph type="ctrTitle"/>
          </p:nvPr>
        </p:nvSpPr>
        <p:spPr>
          <a:xfrm>
            <a:off x="277290" y="534147"/>
            <a:ext cx="3013346" cy="19202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28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28" name="Segnaposto contenuto 2"/>
          <p:cNvSpPr>
            <a:spLocks noGrp="1"/>
          </p:cNvSpPr>
          <p:nvPr>
            <p:ph sz="half" idx="13"/>
          </p:nvPr>
        </p:nvSpPr>
        <p:spPr>
          <a:xfrm>
            <a:off x="5038494" y="4457387"/>
            <a:ext cx="4424208" cy="175786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2pPr>
            <a:lvl3pPr marL="9144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3pPr>
            <a:lvl4pPr marL="13716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4pPr>
            <a:lvl5pPr marL="18288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9" name="Segnaposto contenuto 2"/>
          <p:cNvSpPr>
            <a:spLocks noGrp="1"/>
          </p:cNvSpPr>
          <p:nvPr>
            <p:ph sz="half" idx="1"/>
          </p:nvPr>
        </p:nvSpPr>
        <p:spPr>
          <a:xfrm>
            <a:off x="5038494" y="1010305"/>
            <a:ext cx="4424208" cy="175786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2pPr>
            <a:lvl3pPr marL="9144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3pPr>
            <a:lvl4pPr marL="13716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4pPr>
            <a:lvl5pPr marL="18288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30" name="Segnaposto contenuto 2"/>
          <p:cNvSpPr>
            <a:spLocks noGrp="1"/>
          </p:cNvSpPr>
          <p:nvPr>
            <p:ph sz="half" idx="12"/>
          </p:nvPr>
        </p:nvSpPr>
        <p:spPr>
          <a:xfrm>
            <a:off x="7529899" y="2984932"/>
            <a:ext cx="4424208" cy="123785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1" i="0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2pPr>
            <a:lvl3pPr marL="9144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3pPr>
            <a:lvl4pPr marL="13716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4pPr>
            <a:lvl5pPr marL="1828800" indent="0">
              <a:buFont typeface="Arial" panose="020B0604020202020204" pitchFamily="34" charset="0"/>
              <a:buNone/>
              <a:defRPr sz="1600" b="1" i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9" name="Segnaposto immagine 15"/>
          <p:cNvSpPr>
            <a:spLocks noGrp="1"/>
          </p:cNvSpPr>
          <p:nvPr>
            <p:ph type="pic" sz="quarter" idx="11"/>
          </p:nvPr>
        </p:nvSpPr>
        <p:spPr>
          <a:xfrm>
            <a:off x="5057878" y="3038188"/>
            <a:ext cx="2336835" cy="118459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 sz="1400">
                <a:latin typeface="Montserrat Medium" pitchFamily="2" charset="77"/>
              </a:defRPr>
            </a:lvl1pPr>
          </a:lstStyle>
          <a:p>
            <a:pPr lvl="0"/>
            <a:r>
              <a:rPr lang="it-IT" noProof="0" dirty="0"/>
              <a:t>Fare clic sull'icona per inserire un'immagine</a:t>
            </a:r>
          </a:p>
        </p:txBody>
      </p:sp>
      <p:pic>
        <p:nvPicPr>
          <p:cNvPr id="9" name="Immagine 2">
            <a:extLst>
              <a:ext uri="{FF2B5EF4-FFF2-40B4-BE49-F238E27FC236}">
                <a16:creationId xmlns:a16="http://schemas.microsoft.com/office/drawing/2014/main" id="{1CA336C8-E729-1E42-89E6-5EA19C485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816" t="-2272" b="29167"/>
          <a:stretch>
            <a:fillRect/>
          </a:stretch>
        </p:blipFill>
        <p:spPr bwMode="auto">
          <a:xfrm>
            <a:off x="-12700" y="3582988"/>
            <a:ext cx="2917825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DC79BD56-9F86-43ED-8454-F151A7841C8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0" y="507320"/>
            <a:ext cx="3949144" cy="5923716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96F462C6-5195-3544-9351-3EB11A26A2A9}"/>
              </a:ext>
            </a:extLst>
          </p:cNvPr>
          <p:cNvSpPr/>
          <p:nvPr/>
        </p:nvSpPr>
        <p:spPr>
          <a:xfrm>
            <a:off x="193675" y="0"/>
            <a:ext cx="3181350" cy="6858000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17582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+ Phot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4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3B9481F1-08B4-2B42-BB76-863BA9D8F7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27" t="-3680" r="-18742" b="29318"/>
          <a:stretch>
            <a:fillRect/>
          </a:stretch>
        </p:blipFill>
        <p:spPr bwMode="auto">
          <a:xfrm>
            <a:off x="0" y="3582988"/>
            <a:ext cx="3551238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magine 2">
            <a:extLst>
              <a:ext uri="{FF2B5EF4-FFF2-40B4-BE49-F238E27FC236}">
                <a16:creationId xmlns:a16="http://schemas.microsoft.com/office/drawing/2014/main" id="{A08F5E43-9691-6444-A8DB-8E59AC2B8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0788" y="6488113"/>
            <a:ext cx="21304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magine 4">
            <a:extLst>
              <a:ext uri="{FF2B5EF4-FFF2-40B4-BE49-F238E27FC236}">
                <a16:creationId xmlns:a16="http://schemas.microsoft.com/office/drawing/2014/main" id="{A0E4957F-861F-F44A-A3D4-DB42F44BA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7500" y="265113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egnaposto numero diapositiva 5">
            <a:extLst>
              <a:ext uri="{FF2B5EF4-FFF2-40B4-BE49-F238E27FC236}">
                <a16:creationId xmlns:a16="http://schemas.microsoft.com/office/drawing/2014/main" id="{49D3008B-DCCA-1444-ACE0-AFEC9E24D9D5}"/>
              </a:ext>
            </a:extLst>
          </p:cNvPr>
          <p:cNvSpPr txBox="1">
            <a:spLocks/>
          </p:cNvSpPr>
          <p:nvPr/>
        </p:nvSpPr>
        <p:spPr>
          <a:xfrm>
            <a:off x="9145588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5C87D572-B599-5845-BFDB-C8F4C0DEDC67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1E4C275-EAD8-3D4D-B273-DB6F16BC4383}"/>
              </a:ext>
            </a:extLst>
          </p:cNvPr>
          <p:cNvSpPr/>
          <p:nvPr/>
        </p:nvSpPr>
        <p:spPr>
          <a:xfrm>
            <a:off x="4275138" y="522288"/>
            <a:ext cx="842962" cy="589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  <p:sp>
        <p:nvSpPr>
          <p:cNvPr id="14" name="Titolo 1"/>
          <p:cNvSpPr>
            <a:spLocks noGrp="1"/>
          </p:cNvSpPr>
          <p:nvPr>
            <p:ph type="ctrTitle"/>
          </p:nvPr>
        </p:nvSpPr>
        <p:spPr>
          <a:xfrm>
            <a:off x="314960" y="2722879"/>
            <a:ext cx="3723640" cy="111220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800" b="1" i="0">
                <a:solidFill>
                  <a:schemeClr val="tx2"/>
                </a:solidFill>
                <a:latin typeface="Montserrat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15" name="Sottotitolo 2"/>
          <p:cNvSpPr>
            <a:spLocks noGrp="1"/>
          </p:cNvSpPr>
          <p:nvPr>
            <p:ph type="subTitle" idx="1"/>
          </p:nvPr>
        </p:nvSpPr>
        <p:spPr>
          <a:xfrm>
            <a:off x="314960" y="3927158"/>
            <a:ext cx="2661920" cy="1223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tx2"/>
                </a:solidFill>
                <a:latin typeface="Montserrat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A0F6647-1AD0-4EB1-BBC5-392431FE873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23945" y="522288"/>
            <a:ext cx="4886642" cy="589280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882A0215-8CF1-1F49-8E65-2CCBC86DC2CE}"/>
              </a:ext>
            </a:extLst>
          </p:cNvPr>
          <p:cNvSpPr/>
          <p:nvPr/>
        </p:nvSpPr>
        <p:spPr>
          <a:xfrm>
            <a:off x="9215438" y="0"/>
            <a:ext cx="2790825" cy="6858000"/>
          </a:xfrm>
          <a:prstGeom prst="rect">
            <a:avLst/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42005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+ Phot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4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3B9481F1-08B4-2B42-BB76-863BA9D8F7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27" t="-3680" r="-18742" b="29318"/>
          <a:stretch>
            <a:fillRect/>
          </a:stretch>
        </p:blipFill>
        <p:spPr bwMode="auto">
          <a:xfrm>
            <a:off x="0" y="3582988"/>
            <a:ext cx="3551238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magine 2">
            <a:extLst>
              <a:ext uri="{FF2B5EF4-FFF2-40B4-BE49-F238E27FC236}">
                <a16:creationId xmlns:a16="http://schemas.microsoft.com/office/drawing/2014/main" id="{A08F5E43-9691-6444-A8DB-8E59AC2B8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0788" y="6488113"/>
            <a:ext cx="21304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magine 4">
            <a:extLst>
              <a:ext uri="{FF2B5EF4-FFF2-40B4-BE49-F238E27FC236}">
                <a16:creationId xmlns:a16="http://schemas.microsoft.com/office/drawing/2014/main" id="{A0E4957F-861F-F44A-A3D4-DB42F44BA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7500" y="265113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egnaposto numero diapositiva 5">
            <a:extLst>
              <a:ext uri="{FF2B5EF4-FFF2-40B4-BE49-F238E27FC236}">
                <a16:creationId xmlns:a16="http://schemas.microsoft.com/office/drawing/2014/main" id="{49D3008B-DCCA-1444-ACE0-AFEC9E24D9D5}"/>
              </a:ext>
            </a:extLst>
          </p:cNvPr>
          <p:cNvSpPr txBox="1">
            <a:spLocks/>
          </p:cNvSpPr>
          <p:nvPr/>
        </p:nvSpPr>
        <p:spPr>
          <a:xfrm>
            <a:off x="9145588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5C87D572-B599-5845-BFDB-C8F4C0DEDC67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1E4C275-EAD8-3D4D-B273-DB6F16BC4383}"/>
              </a:ext>
            </a:extLst>
          </p:cNvPr>
          <p:cNvSpPr/>
          <p:nvPr/>
        </p:nvSpPr>
        <p:spPr>
          <a:xfrm>
            <a:off x="4275138" y="522288"/>
            <a:ext cx="842962" cy="589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  <p:sp>
        <p:nvSpPr>
          <p:cNvPr id="14" name="Titolo 1"/>
          <p:cNvSpPr>
            <a:spLocks noGrp="1"/>
          </p:cNvSpPr>
          <p:nvPr>
            <p:ph type="ctrTitle"/>
          </p:nvPr>
        </p:nvSpPr>
        <p:spPr>
          <a:xfrm>
            <a:off x="314960" y="2722879"/>
            <a:ext cx="3723640" cy="111220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800" b="1" i="0">
                <a:solidFill>
                  <a:schemeClr val="tx2"/>
                </a:solidFill>
                <a:latin typeface="Montserrat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15" name="Sottotitolo 2"/>
          <p:cNvSpPr>
            <a:spLocks noGrp="1"/>
          </p:cNvSpPr>
          <p:nvPr>
            <p:ph type="subTitle" idx="1"/>
          </p:nvPr>
        </p:nvSpPr>
        <p:spPr>
          <a:xfrm>
            <a:off x="314960" y="3927158"/>
            <a:ext cx="2661920" cy="1223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tx2"/>
                </a:solidFill>
                <a:latin typeface="Montserrat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94EE5DD-03D6-4F77-9562-BC24B49B837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11553" y="522288"/>
            <a:ext cx="5277759" cy="589280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882A0215-8CF1-1F49-8E65-2CCBC86DC2CE}"/>
              </a:ext>
            </a:extLst>
          </p:cNvPr>
          <p:cNvSpPr/>
          <p:nvPr/>
        </p:nvSpPr>
        <p:spPr>
          <a:xfrm>
            <a:off x="9215438" y="0"/>
            <a:ext cx="2790825" cy="6858000"/>
          </a:xfrm>
          <a:prstGeom prst="rect">
            <a:avLst/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63484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Title, Text &amp; Graphci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4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47D2B63B-B364-9742-B728-175F4B519D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27" t="-3680" r="-18742" b="29318"/>
          <a:stretch>
            <a:fillRect/>
          </a:stretch>
        </p:blipFill>
        <p:spPr bwMode="auto">
          <a:xfrm>
            <a:off x="0" y="3582988"/>
            <a:ext cx="3551238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magine 1">
            <a:extLst>
              <a:ext uri="{FF2B5EF4-FFF2-40B4-BE49-F238E27FC236}">
                <a16:creationId xmlns:a16="http://schemas.microsoft.com/office/drawing/2014/main" id="{2668AD20-F830-AF4E-B802-09C7632D2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0788" y="6488113"/>
            <a:ext cx="21304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AA9DE2F0-A79A-8A4E-88D4-42E3EF498FF6}"/>
              </a:ext>
            </a:extLst>
          </p:cNvPr>
          <p:cNvSpPr/>
          <p:nvPr/>
        </p:nvSpPr>
        <p:spPr>
          <a:xfrm>
            <a:off x="193675" y="0"/>
            <a:ext cx="3181350" cy="6858000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5DB57A5-6BA6-1C41-A29B-AC0176298565}"/>
              </a:ext>
            </a:extLst>
          </p:cNvPr>
          <p:cNvSpPr/>
          <p:nvPr/>
        </p:nvSpPr>
        <p:spPr>
          <a:xfrm>
            <a:off x="1293813" y="0"/>
            <a:ext cx="3181350" cy="6858000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  <p:pic>
        <p:nvPicPr>
          <p:cNvPr id="7" name="Immagine 4">
            <a:extLst>
              <a:ext uri="{FF2B5EF4-FFF2-40B4-BE49-F238E27FC236}">
                <a16:creationId xmlns:a16="http://schemas.microsoft.com/office/drawing/2014/main" id="{6B989ED7-A63C-8844-8BF5-C426A7AFD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7500" y="265113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0B81280E-9EAB-6146-9CC7-2B6E211CC724}"/>
              </a:ext>
            </a:extLst>
          </p:cNvPr>
          <p:cNvSpPr txBox="1">
            <a:spLocks/>
          </p:cNvSpPr>
          <p:nvPr/>
        </p:nvSpPr>
        <p:spPr>
          <a:xfrm>
            <a:off x="9145588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EBF06849-87D7-8740-A34F-DF416F3F1EE2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sp>
        <p:nvSpPr>
          <p:cNvPr id="12" name="Titolo 1"/>
          <p:cNvSpPr>
            <a:spLocks noGrp="1"/>
          </p:cNvSpPr>
          <p:nvPr>
            <p:ph type="ctrTitle"/>
          </p:nvPr>
        </p:nvSpPr>
        <p:spPr>
          <a:xfrm>
            <a:off x="277290" y="534147"/>
            <a:ext cx="3013346" cy="19202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28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18" name="Segnaposto contenuto 2"/>
          <p:cNvSpPr>
            <a:spLocks noGrp="1"/>
          </p:cNvSpPr>
          <p:nvPr>
            <p:ph sz="half" idx="1"/>
          </p:nvPr>
        </p:nvSpPr>
        <p:spPr>
          <a:xfrm>
            <a:off x="4698080" y="1289952"/>
            <a:ext cx="6789156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1600" b="1" i="0">
                <a:solidFill>
                  <a:schemeClr val="tx2"/>
                </a:solidFill>
                <a:latin typeface="Montserrat" pitchFamily="2" charset="77"/>
              </a:defRPr>
            </a:lvl2pPr>
            <a:lvl3pPr marL="914400" indent="0">
              <a:buFont typeface="Arial" panose="020B0604020202020204" pitchFamily="34" charset="0"/>
              <a:buNone/>
              <a:defRPr sz="1600" b="1" i="0">
                <a:solidFill>
                  <a:schemeClr val="tx2"/>
                </a:solidFill>
                <a:latin typeface="Montserrat" pitchFamily="2" charset="77"/>
              </a:defRPr>
            </a:lvl3pPr>
            <a:lvl4pPr marL="1371600" indent="0">
              <a:buFont typeface="Arial" panose="020B0604020202020204" pitchFamily="34" charset="0"/>
              <a:buNone/>
              <a:defRPr sz="1600" b="1" i="0">
                <a:solidFill>
                  <a:schemeClr val="tx2"/>
                </a:solidFill>
                <a:latin typeface="Montserrat" pitchFamily="2" charset="77"/>
              </a:defRPr>
            </a:lvl4pPr>
            <a:lvl5pPr marL="1828800" indent="0">
              <a:buFont typeface="Arial" panose="020B0604020202020204" pitchFamily="34" charset="0"/>
              <a:buNone/>
              <a:defRPr sz="1600" b="1" i="0">
                <a:solidFill>
                  <a:schemeClr val="tx2"/>
                </a:solidFill>
                <a:latin typeface="Montserrat" pitchFamily="2" charset="77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034872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Title, Text &amp; Graphic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4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1A09EE3A-23CE-334A-AE02-43F5DDDDA7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27" t="-3680" r="-18742" b="29318"/>
          <a:stretch>
            <a:fillRect/>
          </a:stretch>
        </p:blipFill>
        <p:spPr bwMode="auto">
          <a:xfrm>
            <a:off x="0" y="3582988"/>
            <a:ext cx="3551238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magine 1">
            <a:extLst>
              <a:ext uri="{FF2B5EF4-FFF2-40B4-BE49-F238E27FC236}">
                <a16:creationId xmlns:a16="http://schemas.microsoft.com/office/drawing/2014/main" id="{4F8EBA92-CADC-044B-8BFD-A68D0D24E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0788" y="6488113"/>
            <a:ext cx="21304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magine 2">
            <a:extLst>
              <a:ext uri="{FF2B5EF4-FFF2-40B4-BE49-F238E27FC236}">
                <a16:creationId xmlns:a16="http://schemas.microsoft.com/office/drawing/2014/main" id="{BD6A18FA-5510-234A-AA4C-3B74B12B7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7500" y="265113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egnaposto numero diapositiva 5">
            <a:extLst>
              <a:ext uri="{FF2B5EF4-FFF2-40B4-BE49-F238E27FC236}">
                <a16:creationId xmlns:a16="http://schemas.microsoft.com/office/drawing/2014/main" id="{DEA462BC-A894-BD4D-A7C6-5427DE793DE3}"/>
              </a:ext>
            </a:extLst>
          </p:cNvPr>
          <p:cNvSpPr txBox="1">
            <a:spLocks/>
          </p:cNvSpPr>
          <p:nvPr/>
        </p:nvSpPr>
        <p:spPr>
          <a:xfrm>
            <a:off x="9145588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329C187-DB58-EB45-8DE9-FB8413A6FD6B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sp>
        <p:nvSpPr>
          <p:cNvPr id="12" name="Titolo 1"/>
          <p:cNvSpPr>
            <a:spLocks noGrp="1"/>
          </p:cNvSpPr>
          <p:nvPr>
            <p:ph type="ctrTitle"/>
          </p:nvPr>
        </p:nvSpPr>
        <p:spPr>
          <a:xfrm>
            <a:off x="277289" y="534147"/>
            <a:ext cx="5183187" cy="114145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2800" b="1" i="0">
                <a:solidFill>
                  <a:schemeClr val="tx2"/>
                </a:solidFill>
                <a:latin typeface="Montserrat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"/>
          </p:nvPr>
        </p:nvSpPr>
        <p:spPr>
          <a:xfrm>
            <a:off x="265418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18004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0" name="Content Placeholder 5"/>
          <p:cNvSpPr>
            <a:spLocks noGrp="1"/>
          </p:cNvSpPr>
          <p:nvPr>
            <p:ph sz="quarter" idx="4"/>
          </p:nvPr>
        </p:nvSpPr>
        <p:spPr>
          <a:xfrm>
            <a:off x="5618004" y="2510632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2"/>
                </a:solidFill>
                <a:latin typeface="Montserrat" pitchFamily="2" charset="77"/>
              </a:defRPr>
            </a:lvl1pPr>
            <a:lvl2pPr>
              <a:defRPr sz="1800">
                <a:solidFill>
                  <a:schemeClr val="tx2"/>
                </a:solidFill>
                <a:latin typeface="Montserrat" pitchFamily="2" charset="77"/>
              </a:defRPr>
            </a:lvl2pPr>
            <a:lvl3pPr>
              <a:defRPr sz="1600">
                <a:solidFill>
                  <a:schemeClr val="tx2"/>
                </a:solidFill>
                <a:latin typeface="Montserrat" pitchFamily="2" charset="77"/>
              </a:defRPr>
            </a:lvl3pPr>
            <a:lvl4pPr>
              <a:defRPr>
                <a:latin typeface="Montserrat" pitchFamily="2" charset="77"/>
              </a:defRPr>
            </a:lvl4pPr>
            <a:lvl5pPr>
              <a:defRPr>
                <a:latin typeface="Montserrat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21" name="Content Placeholder 5"/>
          <p:cNvSpPr>
            <a:spLocks noGrp="1"/>
          </p:cNvSpPr>
          <p:nvPr>
            <p:ph sz="quarter" idx="10"/>
          </p:nvPr>
        </p:nvSpPr>
        <p:spPr>
          <a:xfrm>
            <a:off x="265418" y="2510632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2"/>
                </a:solidFill>
                <a:latin typeface="Montserrat" pitchFamily="2" charset="77"/>
              </a:defRPr>
            </a:lvl1pPr>
            <a:lvl2pPr>
              <a:defRPr sz="1800">
                <a:solidFill>
                  <a:schemeClr val="tx2"/>
                </a:solidFill>
                <a:latin typeface="Montserrat" pitchFamily="2" charset="77"/>
              </a:defRPr>
            </a:lvl2pPr>
            <a:lvl3pPr>
              <a:defRPr sz="1600">
                <a:solidFill>
                  <a:schemeClr val="tx2"/>
                </a:solidFill>
                <a:latin typeface="Montserrat" pitchFamily="2" charset="77"/>
              </a:defRPr>
            </a:lvl3pPr>
            <a:lvl4pPr>
              <a:defRPr>
                <a:latin typeface="Montserrat" pitchFamily="2" charset="77"/>
              </a:defRPr>
            </a:lvl4pPr>
            <a:lvl5pPr>
              <a:defRPr>
                <a:latin typeface="Montserrat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68755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Title, Text, Grapchi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4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5EBBD253-8CAC-0E4B-AA13-728863AB4E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27" t="-3680" r="-18742" b="29318"/>
          <a:stretch>
            <a:fillRect/>
          </a:stretch>
        </p:blipFill>
        <p:spPr bwMode="auto">
          <a:xfrm>
            <a:off x="0" y="3582988"/>
            <a:ext cx="3551238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magine 1">
            <a:extLst>
              <a:ext uri="{FF2B5EF4-FFF2-40B4-BE49-F238E27FC236}">
                <a16:creationId xmlns:a16="http://schemas.microsoft.com/office/drawing/2014/main" id="{2B3F45E6-08B2-474D-A723-31E3E608B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0788" y="6488113"/>
            <a:ext cx="21304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magine 2">
            <a:extLst>
              <a:ext uri="{FF2B5EF4-FFF2-40B4-BE49-F238E27FC236}">
                <a16:creationId xmlns:a16="http://schemas.microsoft.com/office/drawing/2014/main" id="{7F4CB93D-C949-5448-A452-077C2FF6E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7500" y="265113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6C257C39-EAE8-554F-AFCA-00CD6A62C6E4}"/>
              </a:ext>
            </a:extLst>
          </p:cNvPr>
          <p:cNvSpPr txBox="1">
            <a:spLocks/>
          </p:cNvSpPr>
          <p:nvPr/>
        </p:nvSpPr>
        <p:spPr>
          <a:xfrm>
            <a:off x="9145588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FA02ED0-CBAF-5642-840F-4FD6F2254C3A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sp>
        <p:nvSpPr>
          <p:cNvPr id="10" name="Rettangolo 16">
            <a:extLst>
              <a:ext uri="{FF2B5EF4-FFF2-40B4-BE49-F238E27FC236}">
                <a16:creationId xmlns:a16="http://schemas.microsoft.com/office/drawing/2014/main" id="{AD3E2009-F95A-4242-A266-CDC6D7105045}"/>
              </a:ext>
            </a:extLst>
          </p:cNvPr>
          <p:cNvSpPr/>
          <p:nvPr/>
        </p:nvSpPr>
        <p:spPr>
          <a:xfrm>
            <a:off x="10987088" y="1681163"/>
            <a:ext cx="842962" cy="4508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  <p:sp>
        <p:nvSpPr>
          <p:cNvPr id="26" name="Content Placeholder 5"/>
          <p:cNvSpPr>
            <a:spLocks noGrp="1"/>
          </p:cNvSpPr>
          <p:nvPr>
            <p:ph sz="quarter" idx="10"/>
          </p:nvPr>
        </p:nvSpPr>
        <p:spPr>
          <a:xfrm>
            <a:off x="265417" y="2512160"/>
            <a:ext cx="5459397" cy="368306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2"/>
                </a:solidFill>
                <a:latin typeface="Montserrat" pitchFamily="2" charset="77"/>
              </a:defRPr>
            </a:lvl1pPr>
            <a:lvl2pPr>
              <a:defRPr sz="1800">
                <a:solidFill>
                  <a:schemeClr val="tx2"/>
                </a:solidFill>
                <a:latin typeface="Montserrat" pitchFamily="2" charset="77"/>
              </a:defRPr>
            </a:lvl2pPr>
            <a:lvl3pPr>
              <a:defRPr sz="1600">
                <a:solidFill>
                  <a:schemeClr val="tx2"/>
                </a:solidFill>
                <a:latin typeface="Montserrat" pitchFamily="2" charset="77"/>
              </a:defRPr>
            </a:lvl3pPr>
            <a:lvl4pPr>
              <a:defRPr>
                <a:latin typeface="Montserrat" pitchFamily="2" charset="77"/>
              </a:defRPr>
            </a:lvl4pPr>
            <a:lvl5pPr>
              <a:defRPr>
                <a:latin typeface="Montserrat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21" name="Titolo 1">
            <a:extLst>
              <a:ext uri="{FF2B5EF4-FFF2-40B4-BE49-F238E27FC236}">
                <a16:creationId xmlns:a16="http://schemas.microsoft.com/office/drawing/2014/main" id="{BC48DE89-E6E2-2C49-B8C5-46BFE4B9D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289" y="534147"/>
            <a:ext cx="5183187" cy="114145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2800" b="1" i="0">
                <a:solidFill>
                  <a:schemeClr val="tx2"/>
                </a:solidFill>
                <a:latin typeface="Montserrat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53796F5-5455-F543-95E0-B18BD3270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5418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6E5C447-12D3-4DDB-A4C6-EF8FB6729D5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28679" y="1688173"/>
            <a:ext cx="5158409" cy="4501490"/>
          </a:xfrm>
          <a:prstGeom prst="rect">
            <a:avLst/>
          </a:prstGeom>
        </p:spPr>
      </p:pic>
      <p:sp>
        <p:nvSpPr>
          <p:cNvPr id="11" name="Rettangolo 17">
            <a:extLst>
              <a:ext uri="{FF2B5EF4-FFF2-40B4-BE49-F238E27FC236}">
                <a16:creationId xmlns:a16="http://schemas.microsoft.com/office/drawing/2014/main" id="{6BCB63DC-358F-3E47-8BBC-2326CE955929}"/>
              </a:ext>
            </a:extLst>
          </p:cNvPr>
          <p:cNvSpPr/>
          <p:nvPr/>
        </p:nvSpPr>
        <p:spPr>
          <a:xfrm>
            <a:off x="9215438" y="1681163"/>
            <a:ext cx="2976562" cy="4508500"/>
          </a:xfrm>
          <a:prstGeom prst="rect">
            <a:avLst/>
          </a:prstGeom>
          <a:solidFill>
            <a:schemeClr val="accent3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11435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Title, Text &amp; Graphic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4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D8E14485-B979-A247-9DEA-146D3E0CF6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27" t="-3680" r="-18742" b="29318"/>
          <a:stretch>
            <a:fillRect/>
          </a:stretch>
        </p:blipFill>
        <p:spPr bwMode="auto">
          <a:xfrm>
            <a:off x="8344" y="3582988"/>
            <a:ext cx="3551238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magine 1">
            <a:extLst>
              <a:ext uri="{FF2B5EF4-FFF2-40B4-BE49-F238E27FC236}">
                <a16:creationId xmlns:a16="http://schemas.microsoft.com/office/drawing/2014/main" id="{BAC01275-D208-FA40-BFFB-CDFAE06FC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0788" y="6488113"/>
            <a:ext cx="21304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magine 2">
            <a:extLst>
              <a:ext uri="{FF2B5EF4-FFF2-40B4-BE49-F238E27FC236}">
                <a16:creationId xmlns:a16="http://schemas.microsoft.com/office/drawing/2014/main" id="{D07A18DD-24B7-3540-935C-1C71CC6B3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7500" y="265113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8953AC5F-B5AC-8448-962D-952F5C29A972}"/>
              </a:ext>
            </a:extLst>
          </p:cNvPr>
          <p:cNvSpPr txBox="1">
            <a:spLocks/>
          </p:cNvSpPr>
          <p:nvPr/>
        </p:nvSpPr>
        <p:spPr>
          <a:xfrm>
            <a:off x="9145588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532A690C-E27A-8549-AE5E-6094FA7FDE65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290" y="2057400"/>
            <a:ext cx="4003204" cy="3684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4272150" y="2072482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6" name="Content Placeholder 5"/>
          <p:cNvSpPr>
            <a:spLocks noGrp="1"/>
          </p:cNvSpPr>
          <p:nvPr>
            <p:ph sz="quarter" idx="10"/>
          </p:nvPr>
        </p:nvSpPr>
        <p:spPr>
          <a:xfrm>
            <a:off x="4272150" y="2911476"/>
            <a:ext cx="5183188" cy="2830512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2"/>
                </a:solidFill>
                <a:latin typeface="Montserrat" pitchFamily="2" charset="77"/>
              </a:defRPr>
            </a:lvl1pPr>
            <a:lvl2pPr>
              <a:defRPr sz="1800">
                <a:solidFill>
                  <a:schemeClr val="tx2"/>
                </a:solidFill>
                <a:latin typeface="Montserrat" pitchFamily="2" charset="77"/>
              </a:defRPr>
            </a:lvl2pPr>
            <a:lvl3pPr>
              <a:defRPr sz="1600">
                <a:solidFill>
                  <a:schemeClr val="tx2"/>
                </a:solidFill>
                <a:latin typeface="Montserrat" pitchFamily="2" charset="77"/>
              </a:defRPr>
            </a:lvl3pPr>
            <a:lvl4pPr>
              <a:defRPr>
                <a:latin typeface="Montserrat" pitchFamily="2" charset="77"/>
              </a:defRPr>
            </a:lvl4pPr>
            <a:lvl5pPr>
              <a:defRPr>
                <a:latin typeface="Montserrat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3" name="Titolo 1"/>
          <p:cNvSpPr>
            <a:spLocks noGrp="1"/>
          </p:cNvSpPr>
          <p:nvPr>
            <p:ph type="ctrTitle"/>
          </p:nvPr>
        </p:nvSpPr>
        <p:spPr>
          <a:xfrm>
            <a:off x="277290" y="910384"/>
            <a:ext cx="3994860" cy="114145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2800" b="1" i="0">
                <a:solidFill>
                  <a:schemeClr val="tx2"/>
                </a:solidFill>
                <a:latin typeface="Montserrat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pic>
        <p:nvPicPr>
          <p:cNvPr id="10" name="Immagine 4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82EB41B5-F4AF-634A-8830-EC851DD96D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27" t="-3680" r="-18742" b="29318"/>
          <a:stretch>
            <a:fillRect/>
          </a:stretch>
        </p:blipFill>
        <p:spPr bwMode="auto">
          <a:xfrm>
            <a:off x="0" y="3582988"/>
            <a:ext cx="3551238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1317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Title, Text &amp; Graphic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4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8D5C7E40-0CDC-BC41-9D29-9B8AD3C55E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27" t="-3680" r="-18742" b="29318"/>
          <a:stretch>
            <a:fillRect/>
          </a:stretch>
        </p:blipFill>
        <p:spPr bwMode="auto">
          <a:xfrm>
            <a:off x="0" y="3582988"/>
            <a:ext cx="3551238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magine 1">
            <a:extLst>
              <a:ext uri="{FF2B5EF4-FFF2-40B4-BE49-F238E27FC236}">
                <a16:creationId xmlns:a16="http://schemas.microsoft.com/office/drawing/2014/main" id="{C27513EE-89F6-8C4C-8DDC-43ED6A136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0788" y="6488113"/>
            <a:ext cx="21304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magine 2">
            <a:extLst>
              <a:ext uri="{FF2B5EF4-FFF2-40B4-BE49-F238E27FC236}">
                <a16:creationId xmlns:a16="http://schemas.microsoft.com/office/drawing/2014/main" id="{6D746C32-CA41-D347-A50C-9B70C1E6C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7500" y="265113"/>
            <a:ext cx="1352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A818DC-06C1-2342-B806-392EA9649872}"/>
              </a:ext>
            </a:extLst>
          </p:cNvPr>
          <p:cNvSpPr txBox="1">
            <a:spLocks/>
          </p:cNvSpPr>
          <p:nvPr/>
        </p:nvSpPr>
        <p:spPr>
          <a:xfrm>
            <a:off x="9145588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34DEC44-A291-A44B-A1A0-B14AC4E15AE1}" type="slidenum">
              <a:rPr lang="it-IT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dirty="0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277290" y="2051843"/>
            <a:ext cx="11553382" cy="4125119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2"/>
                </a:solidFill>
                <a:latin typeface="Montserrat" pitchFamily="2" charset="77"/>
              </a:defRPr>
            </a:lvl1pPr>
            <a:lvl2pPr>
              <a:defRPr>
                <a:solidFill>
                  <a:schemeClr val="tx2"/>
                </a:solidFill>
                <a:latin typeface="Montserrat" pitchFamily="2" charset="77"/>
              </a:defRPr>
            </a:lvl2pPr>
            <a:lvl3pPr>
              <a:defRPr>
                <a:solidFill>
                  <a:schemeClr val="tx2"/>
                </a:solidFill>
                <a:latin typeface="Montserrat" pitchFamily="2" charset="77"/>
              </a:defRPr>
            </a:lvl3pPr>
            <a:lvl4pPr>
              <a:defRPr>
                <a:solidFill>
                  <a:schemeClr val="tx2"/>
                </a:solidFill>
                <a:latin typeface="Montserrat" pitchFamily="2" charset="77"/>
              </a:defRPr>
            </a:lvl4pPr>
            <a:lvl5pPr>
              <a:defRPr>
                <a:solidFill>
                  <a:schemeClr val="tx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it-IT" dirty="0"/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410AC73B-53BE-C141-A415-76E05F636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290" y="910384"/>
            <a:ext cx="3994860" cy="114145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2800" b="1" i="0">
                <a:solidFill>
                  <a:schemeClr val="tx2"/>
                </a:solidFill>
                <a:latin typeface="Montserrat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740003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Dedalus's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15098A90-A5F4-6346-88C4-20E5F35B2BA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218988" cy="6858000"/>
            <a:chOff x="0" y="0"/>
            <a:chExt cx="12219493" cy="6858000"/>
          </a:xfrm>
        </p:grpSpPr>
        <p:sp>
          <p:nvSpPr>
            <p:cNvPr id="3" name="Rectangle 7">
              <a:extLst>
                <a:ext uri="{FF2B5EF4-FFF2-40B4-BE49-F238E27FC236}">
                  <a16:creationId xmlns:a16="http://schemas.microsoft.com/office/drawing/2014/main" id="{87016222-7259-B94F-BF05-EDC4F1CC2A1A}"/>
                </a:ext>
              </a:extLst>
            </p:cNvPr>
            <p:cNvSpPr/>
            <p:nvPr/>
          </p:nvSpPr>
          <p:spPr>
            <a:xfrm>
              <a:off x="0" y="5353050"/>
              <a:ext cx="1362131" cy="1504950"/>
            </a:xfrm>
            <a:prstGeom prst="rect">
              <a:avLst/>
            </a:prstGeom>
            <a:solidFill>
              <a:srgbClr val="008C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t-IT" dirty="0">
                <a:solidFill>
                  <a:srgbClr val="4298B5"/>
                </a:solidFill>
                <a:latin typeface="Montserrat Medium" pitchFamily="2" charset="77"/>
              </a:endParaRPr>
            </a:p>
          </p:txBody>
        </p:sp>
        <p:sp>
          <p:nvSpPr>
            <p:cNvPr id="4" name="Rectangle 8">
              <a:extLst>
                <a:ext uri="{FF2B5EF4-FFF2-40B4-BE49-F238E27FC236}">
                  <a16:creationId xmlns:a16="http://schemas.microsoft.com/office/drawing/2014/main" id="{B6ADC8D3-A2C6-2B48-8C9F-980AD37B5398}"/>
                </a:ext>
              </a:extLst>
            </p:cNvPr>
            <p:cNvSpPr/>
            <p:nvPr/>
          </p:nvSpPr>
          <p:spPr>
            <a:xfrm>
              <a:off x="1362131" y="5353050"/>
              <a:ext cx="1360544" cy="1504950"/>
            </a:xfrm>
            <a:prstGeom prst="rect">
              <a:avLst/>
            </a:prstGeom>
            <a:solidFill>
              <a:srgbClr val="00A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t-IT" dirty="0">
                <a:solidFill>
                  <a:srgbClr val="4298B5"/>
                </a:solidFill>
                <a:latin typeface="Montserrat Medium" pitchFamily="2" charset="77"/>
              </a:endParaRPr>
            </a:p>
          </p:txBody>
        </p: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B1EA9D48-2098-6E46-B409-8FA367337D30}"/>
                </a:ext>
              </a:extLst>
            </p:cNvPr>
            <p:cNvSpPr/>
            <p:nvPr/>
          </p:nvSpPr>
          <p:spPr>
            <a:xfrm>
              <a:off x="2722676" y="5353050"/>
              <a:ext cx="1362131" cy="1504950"/>
            </a:xfrm>
            <a:prstGeom prst="rect">
              <a:avLst/>
            </a:prstGeom>
            <a:solidFill>
              <a:srgbClr val="2DC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t-IT" dirty="0">
                <a:solidFill>
                  <a:srgbClr val="4298B5"/>
                </a:solidFill>
                <a:latin typeface="Montserrat Medium" pitchFamily="2" charset="77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64A4158F-8D7E-234D-BE18-858B72EF3FB8}"/>
                </a:ext>
              </a:extLst>
            </p:cNvPr>
            <p:cNvSpPr/>
            <p:nvPr/>
          </p:nvSpPr>
          <p:spPr>
            <a:xfrm>
              <a:off x="4084807" y="5353050"/>
              <a:ext cx="1360543" cy="1504950"/>
            </a:xfrm>
            <a:prstGeom prst="rect">
              <a:avLst/>
            </a:prstGeom>
            <a:solidFill>
              <a:srgbClr val="B9D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t-IT" dirty="0">
                <a:solidFill>
                  <a:srgbClr val="4298B5"/>
                </a:solidFill>
                <a:latin typeface="Montserrat Medium" pitchFamily="2" charset="77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E9B7E540-FB5D-D74F-917D-2926B6E49079}"/>
                </a:ext>
              </a:extLst>
            </p:cNvPr>
            <p:cNvSpPr/>
            <p:nvPr/>
          </p:nvSpPr>
          <p:spPr>
            <a:xfrm>
              <a:off x="5429474" y="5353050"/>
              <a:ext cx="1362131" cy="1504950"/>
            </a:xfrm>
            <a:prstGeom prst="rect">
              <a:avLst/>
            </a:prstGeom>
            <a:solidFill>
              <a:srgbClr val="A6BB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t-IT" dirty="0">
                <a:solidFill>
                  <a:srgbClr val="4298B5"/>
                </a:solidFill>
                <a:latin typeface="Montserrat Medium" pitchFamily="2" charset="77"/>
              </a:endParaRPr>
            </a:p>
          </p:txBody>
        </p:sp>
        <p:sp>
          <p:nvSpPr>
            <p:cNvPr id="8" name="Rectangle 12">
              <a:extLst>
                <a:ext uri="{FF2B5EF4-FFF2-40B4-BE49-F238E27FC236}">
                  <a16:creationId xmlns:a16="http://schemas.microsoft.com/office/drawing/2014/main" id="{B7355C1C-313F-6C4E-88EF-BC1EF83A401D}"/>
                </a:ext>
              </a:extLst>
            </p:cNvPr>
            <p:cNvSpPr/>
            <p:nvPr/>
          </p:nvSpPr>
          <p:spPr>
            <a:xfrm>
              <a:off x="6791606" y="5353050"/>
              <a:ext cx="1360544" cy="1504950"/>
            </a:xfrm>
            <a:prstGeom prst="rect">
              <a:avLst/>
            </a:prstGeom>
            <a:solidFill>
              <a:srgbClr val="8094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t-IT" dirty="0">
                <a:solidFill>
                  <a:srgbClr val="4298B5"/>
                </a:solidFill>
                <a:latin typeface="Montserrat Medium" pitchFamily="2" charset="77"/>
              </a:endParaRPr>
            </a:p>
          </p:txBody>
        </p:sp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8D572827-81CA-F547-AA52-8B6A5996A493}"/>
                </a:ext>
              </a:extLst>
            </p:cNvPr>
            <p:cNvSpPr/>
            <p:nvPr/>
          </p:nvSpPr>
          <p:spPr>
            <a:xfrm>
              <a:off x="8152150" y="5353050"/>
              <a:ext cx="1362131" cy="1504950"/>
            </a:xfrm>
            <a:prstGeom prst="rect">
              <a:avLst/>
            </a:prstGeom>
            <a:solidFill>
              <a:srgbClr val="685B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t-IT" dirty="0">
                <a:solidFill>
                  <a:srgbClr val="4298B5"/>
                </a:solidFill>
                <a:latin typeface="Montserrat Medium" pitchFamily="2" charset="77"/>
              </a:endParaRPr>
            </a:p>
          </p:txBody>
        </p:sp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CC52A935-2239-5045-AAEF-DF934B9CEFFC}"/>
                </a:ext>
              </a:extLst>
            </p:cNvPr>
            <p:cNvSpPr/>
            <p:nvPr/>
          </p:nvSpPr>
          <p:spPr>
            <a:xfrm>
              <a:off x="9514281" y="5353050"/>
              <a:ext cx="1360543" cy="1504950"/>
            </a:xfrm>
            <a:prstGeom prst="rect">
              <a:avLst/>
            </a:prstGeom>
            <a:solidFill>
              <a:srgbClr val="403A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t-IT" dirty="0">
                <a:solidFill>
                  <a:srgbClr val="4298B5"/>
                </a:solidFill>
                <a:latin typeface="Montserrat Medium" pitchFamily="2" charset="77"/>
              </a:endParaRPr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9AA6702F-202A-EE40-9B0C-8456C75C68B9}"/>
                </a:ext>
              </a:extLst>
            </p:cNvPr>
            <p:cNvSpPr/>
            <p:nvPr/>
          </p:nvSpPr>
          <p:spPr>
            <a:xfrm>
              <a:off x="10857362" y="5353050"/>
              <a:ext cx="1362131" cy="1504950"/>
            </a:xfrm>
            <a:prstGeom prst="rect">
              <a:avLst/>
            </a:prstGeom>
            <a:solidFill>
              <a:srgbClr val="00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t-IT" dirty="0">
                <a:solidFill>
                  <a:srgbClr val="4298B5"/>
                </a:solidFill>
                <a:latin typeface="Montserrat Medium" pitchFamily="2" charset="77"/>
              </a:endParaRPr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F97A404F-C2B5-E640-AE23-6FB1E62A301F}"/>
                </a:ext>
              </a:extLst>
            </p:cNvPr>
            <p:cNvSpPr/>
            <p:nvPr/>
          </p:nvSpPr>
          <p:spPr>
            <a:xfrm>
              <a:off x="0" y="0"/>
              <a:ext cx="12192504" cy="1787525"/>
            </a:xfrm>
            <a:prstGeom prst="rect">
              <a:avLst/>
            </a:prstGeom>
            <a:solidFill>
              <a:srgbClr val="1D4F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t-IT" dirty="0">
                <a:latin typeface="Montserrat Medium" pitchFamily="2" charset="77"/>
              </a:endParaRPr>
            </a:p>
          </p:txBody>
        </p:sp>
        <p:sp>
          <p:nvSpPr>
            <p:cNvPr id="13" name="Rectangle 17">
              <a:extLst>
                <a:ext uri="{FF2B5EF4-FFF2-40B4-BE49-F238E27FC236}">
                  <a16:creationId xmlns:a16="http://schemas.microsoft.com/office/drawing/2014/main" id="{022D3F8D-9EE6-0F45-9383-D9F7AE02E055}"/>
                </a:ext>
              </a:extLst>
            </p:cNvPr>
            <p:cNvSpPr/>
            <p:nvPr/>
          </p:nvSpPr>
          <p:spPr>
            <a:xfrm>
              <a:off x="0" y="1787525"/>
              <a:ext cx="12192504" cy="1787525"/>
            </a:xfrm>
            <a:prstGeom prst="rect">
              <a:avLst/>
            </a:prstGeom>
            <a:solidFill>
              <a:srgbClr val="C5E8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t-IT" dirty="0">
                <a:latin typeface="Montserrat Medium" pitchFamily="2" charset="77"/>
              </a:endParaRPr>
            </a:p>
          </p:txBody>
        </p:sp>
        <p:sp>
          <p:nvSpPr>
            <p:cNvPr id="14" name="Rectangle 18">
              <a:extLst>
                <a:ext uri="{FF2B5EF4-FFF2-40B4-BE49-F238E27FC236}">
                  <a16:creationId xmlns:a16="http://schemas.microsoft.com/office/drawing/2014/main" id="{DEA6AF0F-056A-0940-AF7A-E4114440006F}"/>
                </a:ext>
              </a:extLst>
            </p:cNvPr>
            <p:cNvSpPr/>
            <p:nvPr/>
          </p:nvSpPr>
          <p:spPr>
            <a:xfrm>
              <a:off x="0" y="3575050"/>
              <a:ext cx="6096252" cy="1787525"/>
            </a:xfrm>
            <a:prstGeom prst="rect">
              <a:avLst/>
            </a:prstGeom>
            <a:solidFill>
              <a:srgbClr val="4298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t-IT" dirty="0">
                <a:solidFill>
                  <a:srgbClr val="4298B5"/>
                </a:solidFill>
                <a:latin typeface="Montserrat Medium" pitchFamily="2" charset="77"/>
              </a:endParaRPr>
            </a:p>
          </p:txBody>
        </p:sp>
        <p:sp>
          <p:nvSpPr>
            <p:cNvPr id="15" name="TextBox 19">
              <a:extLst>
                <a:ext uri="{FF2B5EF4-FFF2-40B4-BE49-F238E27FC236}">
                  <a16:creationId xmlns:a16="http://schemas.microsoft.com/office/drawing/2014/main" id="{1A179B5C-B5AC-034E-9A8D-90AF6B8112D1}"/>
                </a:ext>
              </a:extLst>
            </p:cNvPr>
            <p:cNvSpPr txBox="1"/>
            <p:nvPr/>
          </p:nvSpPr>
          <p:spPr>
            <a:xfrm>
              <a:off x="46040" y="82550"/>
              <a:ext cx="1116058" cy="4159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it-IT" sz="1050" b="1" dirty="0">
                  <a:solidFill>
                    <a:schemeClr val="bg1"/>
                  </a:solidFill>
                </a:rPr>
                <a:t>MAIN COLOR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it-IT" sz="1050" b="1" dirty="0">
                  <a:solidFill>
                    <a:schemeClr val="bg1"/>
                  </a:solidFill>
                </a:rPr>
                <a:t>Blue</a:t>
              </a:r>
            </a:p>
          </p:txBody>
        </p:sp>
        <p:sp>
          <p:nvSpPr>
            <p:cNvPr id="16" name="TextBox 20">
              <a:extLst>
                <a:ext uri="{FF2B5EF4-FFF2-40B4-BE49-F238E27FC236}">
                  <a16:creationId xmlns:a16="http://schemas.microsoft.com/office/drawing/2014/main" id="{814E8B59-E7B0-0A4F-80E9-0CC43849CD81}"/>
                </a:ext>
              </a:extLst>
            </p:cNvPr>
            <p:cNvSpPr txBox="1"/>
            <p:nvPr/>
          </p:nvSpPr>
          <p:spPr>
            <a:xfrm>
              <a:off x="46040" y="1890713"/>
              <a:ext cx="1395470" cy="4159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it-IT" sz="1050" b="1" dirty="0">
                  <a:solidFill>
                    <a:schemeClr val="bg1"/>
                  </a:solidFill>
                </a:rPr>
                <a:t>PRIMARY COLOR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it-IT" sz="1050" b="1" dirty="0">
                  <a:solidFill>
                    <a:schemeClr val="bg1"/>
                  </a:solidFill>
                </a:rPr>
                <a:t>Light Green</a:t>
              </a:r>
            </a:p>
          </p:txBody>
        </p:sp>
        <p:sp>
          <p:nvSpPr>
            <p:cNvPr id="17" name="TextBox 21">
              <a:extLst>
                <a:ext uri="{FF2B5EF4-FFF2-40B4-BE49-F238E27FC236}">
                  <a16:creationId xmlns:a16="http://schemas.microsoft.com/office/drawing/2014/main" id="{CD31EB9F-F60C-0147-89E3-9912486D74BC}"/>
                </a:ext>
              </a:extLst>
            </p:cNvPr>
            <p:cNvSpPr txBox="1"/>
            <p:nvPr/>
          </p:nvSpPr>
          <p:spPr>
            <a:xfrm>
              <a:off x="46040" y="3729038"/>
              <a:ext cx="1633605" cy="4159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it-IT" sz="1050" b="1" dirty="0">
                  <a:solidFill>
                    <a:schemeClr val="bg1"/>
                  </a:solidFill>
                </a:rPr>
                <a:t>SECONDARY COLOR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it-IT" sz="1050" b="1" dirty="0">
                  <a:solidFill>
                    <a:schemeClr val="bg1"/>
                  </a:solidFill>
                </a:rPr>
                <a:t>Azure</a:t>
              </a:r>
            </a:p>
          </p:txBody>
        </p:sp>
        <p:sp>
          <p:nvSpPr>
            <p:cNvPr id="18" name="Rectangle 22">
              <a:extLst>
                <a:ext uri="{FF2B5EF4-FFF2-40B4-BE49-F238E27FC236}">
                  <a16:creationId xmlns:a16="http://schemas.microsoft.com/office/drawing/2014/main" id="{F52C0C1A-1CFB-DA42-BC1E-2E807979069D}"/>
                </a:ext>
              </a:extLst>
            </p:cNvPr>
            <p:cNvSpPr/>
            <p:nvPr/>
          </p:nvSpPr>
          <p:spPr>
            <a:xfrm>
              <a:off x="6096252" y="3575050"/>
              <a:ext cx="6096252" cy="1787525"/>
            </a:xfrm>
            <a:prstGeom prst="rect">
              <a:avLst/>
            </a:prstGeom>
            <a:solidFill>
              <a:srgbClr val="BEC6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t-IT" dirty="0">
                <a:latin typeface="Montserrat Medium" pitchFamily="2" charset="77"/>
              </a:endParaRPr>
            </a:p>
          </p:txBody>
        </p:sp>
        <p:sp>
          <p:nvSpPr>
            <p:cNvPr id="19" name="TextBox 23">
              <a:extLst>
                <a:ext uri="{FF2B5EF4-FFF2-40B4-BE49-F238E27FC236}">
                  <a16:creationId xmlns:a16="http://schemas.microsoft.com/office/drawing/2014/main" id="{11CF3EB6-E470-C74F-9405-E36A2B52636D}"/>
                </a:ext>
              </a:extLst>
            </p:cNvPr>
            <p:cNvSpPr txBox="1"/>
            <p:nvPr/>
          </p:nvSpPr>
          <p:spPr>
            <a:xfrm>
              <a:off x="6256597" y="3790950"/>
              <a:ext cx="1633605" cy="4159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it-IT" sz="1050" b="1" dirty="0">
                  <a:solidFill>
                    <a:schemeClr val="bg1"/>
                  </a:solidFill>
                </a:rPr>
                <a:t>SECONDARY COLOR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it-IT" sz="1050" b="1" dirty="0">
                  <a:solidFill>
                    <a:schemeClr val="bg1"/>
                  </a:solidFill>
                </a:rPr>
                <a:t>Grey</a:t>
              </a:r>
            </a:p>
          </p:txBody>
        </p:sp>
        <p:sp>
          <p:nvSpPr>
            <p:cNvPr id="20" name="TextBox 24">
              <a:extLst>
                <a:ext uri="{FF2B5EF4-FFF2-40B4-BE49-F238E27FC236}">
                  <a16:creationId xmlns:a16="http://schemas.microsoft.com/office/drawing/2014/main" id="{FF472993-BD0D-F04C-808D-DBD7F2497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5507038"/>
              <a:ext cx="1001754" cy="584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9pPr>
            </a:lstStyle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HOSPITAL</a:t>
              </a:r>
            </a:p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&amp; CLINICAL</a:t>
              </a:r>
            </a:p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INFORMATION </a:t>
              </a:r>
            </a:p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SYSTEM</a:t>
              </a:r>
            </a:p>
          </p:txBody>
        </p:sp>
        <p:sp>
          <p:nvSpPr>
            <p:cNvPr id="21" name="TextBox 25">
              <a:extLst>
                <a:ext uri="{FF2B5EF4-FFF2-40B4-BE49-F238E27FC236}">
                  <a16:creationId xmlns:a16="http://schemas.microsoft.com/office/drawing/2014/main" id="{4721F8A9-358F-8146-8199-23D10C873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2131" y="5507038"/>
              <a:ext cx="668366" cy="33813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9pPr>
            </a:lstStyle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DIGITAL</a:t>
              </a:r>
            </a:p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IMAGING</a:t>
              </a:r>
            </a:p>
          </p:txBody>
        </p:sp>
        <p:sp>
          <p:nvSpPr>
            <p:cNvPr id="22" name="TextBox 26">
              <a:extLst>
                <a:ext uri="{FF2B5EF4-FFF2-40B4-BE49-F238E27FC236}">
                  <a16:creationId xmlns:a16="http://schemas.microsoft.com/office/drawing/2014/main" id="{C4AE10AB-EBF7-994A-A299-3ED21C729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7438" y="5507038"/>
              <a:ext cx="868399" cy="33813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9pPr>
            </a:lstStyle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IN VITRO</a:t>
              </a:r>
            </a:p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DIAGNOSTIC</a:t>
              </a:r>
            </a:p>
          </p:txBody>
        </p:sp>
        <p:sp>
          <p:nvSpPr>
            <p:cNvPr id="23" name="TextBox 27">
              <a:extLst>
                <a:ext uri="{FF2B5EF4-FFF2-40B4-BE49-F238E27FC236}">
                  <a16:creationId xmlns:a16="http://schemas.microsoft.com/office/drawing/2014/main" id="{BFFA2A25-DBBF-5349-9316-CDBFACD9B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4807" y="5507038"/>
              <a:ext cx="985878" cy="215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9pPr>
            </a:lstStyle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LIFIESCIENCES</a:t>
              </a:r>
            </a:p>
          </p:txBody>
        </p:sp>
        <p:sp>
          <p:nvSpPr>
            <p:cNvPr id="24" name="TextBox 28">
              <a:extLst>
                <a:ext uri="{FF2B5EF4-FFF2-40B4-BE49-F238E27FC236}">
                  <a16:creationId xmlns:a16="http://schemas.microsoft.com/office/drawing/2014/main" id="{82F163F0-F1CD-584F-A72D-5E3F0E201C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0113" y="5507038"/>
              <a:ext cx="1235126" cy="46196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9pPr>
            </a:lstStyle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INTEROPERABILITY</a:t>
              </a:r>
            </a:p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OPERATION</a:t>
              </a:r>
            </a:p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PLATFORM</a:t>
              </a:r>
            </a:p>
          </p:txBody>
        </p:sp>
        <p:sp>
          <p:nvSpPr>
            <p:cNvPr id="25" name="TextBox 29">
              <a:extLst>
                <a:ext uri="{FF2B5EF4-FFF2-40B4-BE49-F238E27FC236}">
                  <a16:creationId xmlns:a16="http://schemas.microsoft.com/office/drawing/2014/main" id="{0F262AEB-FB20-A14F-9427-D58C691C4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0019" y="5507038"/>
              <a:ext cx="1333555" cy="33813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9pPr>
            </a:lstStyle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INTEGRATED &amp;</a:t>
              </a:r>
            </a:p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COORDINATED CARE</a:t>
              </a:r>
            </a:p>
          </p:txBody>
        </p:sp>
        <p:sp>
          <p:nvSpPr>
            <p:cNvPr id="26" name="TextBox 30">
              <a:extLst>
                <a:ext uri="{FF2B5EF4-FFF2-40B4-BE49-F238E27FC236}">
                  <a16:creationId xmlns:a16="http://schemas.microsoft.com/office/drawing/2014/main" id="{F5C644D1-6F7C-6849-AB32-65ADBA4C5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9613" y="5507038"/>
              <a:ext cx="968415" cy="584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9pPr>
            </a:lstStyle>
            <a:p>
              <a:pPr eaLnBrk="1" hangingPunct="1">
                <a:defRPr/>
              </a:pPr>
              <a:r>
                <a:rPr lang="en-GB" altLang="it-IT" sz="800" b="1" dirty="0">
                  <a:solidFill>
                    <a:schemeClr val="bg1"/>
                  </a:solidFill>
                </a:rPr>
                <a:t>BUSINESS</a:t>
              </a:r>
            </a:p>
            <a:p>
              <a:pPr eaLnBrk="1" hangingPunct="1">
                <a:defRPr/>
              </a:pPr>
              <a:r>
                <a:rPr lang="en-GB" altLang="it-IT" sz="800" b="1" dirty="0">
                  <a:solidFill>
                    <a:schemeClr val="bg1"/>
                  </a:solidFill>
                </a:rPr>
                <a:t>INTELLIGENCE</a:t>
              </a:r>
            </a:p>
            <a:p>
              <a:pPr eaLnBrk="1" hangingPunct="1">
                <a:defRPr/>
              </a:pPr>
              <a:r>
                <a:rPr lang="en-GB" altLang="it-IT" sz="800" b="1" dirty="0">
                  <a:solidFill>
                    <a:schemeClr val="bg1"/>
                  </a:solidFill>
                </a:rPr>
                <a:t>ARTIFICIAL</a:t>
              </a:r>
            </a:p>
            <a:p>
              <a:pPr eaLnBrk="1" hangingPunct="1">
                <a:defRPr/>
              </a:pPr>
              <a:r>
                <a:rPr lang="en-GB" altLang="it-IT" sz="800" b="1" dirty="0">
                  <a:solidFill>
                    <a:schemeClr val="bg1"/>
                  </a:solidFill>
                </a:rPr>
                <a:t>INTELLIGENCE</a:t>
              </a:r>
            </a:p>
          </p:txBody>
        </p:sp>
        <p:sp>
          <p:nvSpPr>
            <p:cNvPr id="27" name="TextBox 31">
              <a:extLst>
                <a:ext uri="{FF2B5EF4-FFF2-40B4-BE49-F238E27FC236}">
                  <a16:creationId xmlns:a16="http://schemas.microsoft.com/office/drawing/2014/main" id="{E00DA240-56E1-5247-8450-64B15CA63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9993" y="5507038"/>
              <a:ext cx="865224" cy="46196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9pPr>
            </a:lstStyle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ENTERPRISE</a:t>
              </a:r>
            </a:p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RESOURCE</a:t>
              </a:r>
            </a:p>
            <a:p>
              <a:pPr eaLnBrk="1" hangingPunct="1">
                <a:defRPr/>
              </a:pPr>
              <a:r>
                <a:rPr lang="it-IT" altLang="it-IT" sz="800" b="1" dirty="0">
                  <a:solidFill>
                    <a:schemeClr val="bg1"/>
                  </a:solidFill>
                </a:rPr>
                <a:t>PLANNING</a:t>
              </a:r>
            </a:p>
          </p:txBody>
        </p:sp>
        <p:sp>
          <p:nvSpPr>
            <p:cNvPr id="28" name="TextBox 32">
              <a:extLst>
                <a:ext uri="{FF2B5EF4-FFF2-40B4-BE49-F238E27FC236}">
                  <a16:creationId xmlns:a16="http://schemas.microsoft.com/office/drawing/2014/main" id="{1D5E20A0-3E4E-2F49-8F80-64EE789D06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44661" y="5507038"/>
              <a:ext cx="1063669" cy="46196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9pPr>
            </a:lstStyle>
            <a:p>
              <a:pPr eaLnBrk="1" hangingPunct="1">
                <a:defRPr/>
              </a:pPr>
              <a:r>
                <a:rPr lang="en-GB" altLang="it-IT" sz="800" b="1" dirty="0">
                  <a:solidFill>
                    <a:schemeClr val="bg1"/>
                  </a:solidFill>
                </a:rPr>
                <a:t>PRIMARY CARE</a:t>
              </a:r>
            </a:p>
            <a:p>
              <a:pPr eaLnBrk="1" hangingPunct="1">
                <a:defRPr/>
              </a:pPr>
              <a:r>
                <a:rPr lang="en-GB" altLang="it-IT" sz="800" b="1" dirty="0">
                  <a:solidFill>
                    <a:schemeClr val="bg1"/>
                  </a:solidFill>
                </a:rPr>
                <a:t>&amp; GENERAL</a:t>
              </a:r>
            </a:p>
            <a:p>
              <a:pPr eaLnBrk="1" hangingPunct="1">
                <a:defRPr/>
              </a:pPr>
              <a:r>
                <a:rPr lang="en-GB" altLang="it-IT" sz="800" b="1" dirty="0">
                  <a:solidFill>
                    <a:schemeClr val="bg1"/>
                  </a:solidFill>
                </a:rPr>
                <a:t>PRACTITIONERS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5006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37" r:id="rId2"/>
    <p:sldLayoutId id="2147483738" r:id="rId3"/>
    <p:sldLayoutId id="2147483739" r:id="rId4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34" r:id="rId3"/>
    <p:sldLayoutId id="2147483735" r:id="rId4"/>
    <p:sldLayoutId id="2147483723" r:id="rId5"/>
    <p:sldLayoutId id="2147483724" r:id="rId6"/>
    <p:sldLayoutId id="2147483725" r:id="rId7"/>
    <p:sldLayoutId id="2147483726" r:id="rId8"/>
    <p:sldLayoutId id="2147483733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g"/><Relationship Id="rId7" Type="http://schemas.openxmlformats.org/officeDocument/2006/relationships/image" Target="../media/image27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eg"/><Relationship Id="rId5" Type="http://schemas.openxmlformats.org/officeDocument/2006/relationships/image" Target="../media/image25.jpg"/><Relationship Id="rId10" Type="http://schemas.openxmlformats.org/officeDocument/2006/relationships/image" Target="../media/image30.jpeg"/><Relationship Id="rId4" Type="http://schemas.openxmlformats.org/officeDocument/2006/relationships/image" Target="../media/image24.jp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customXml" Target="../ink/ink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36.png"/><Relationship Id="rId3" Type="http://schemas.openxmlformats.org/officeDocument/2006/relationships/customXml" Target="../ink/ink3.xml"/><Relationship Id="rId7" Type="http://schemas.openxmlformats.org/officeDocument/2006/relationships/image" Target="../media/image34.png"/><Relationship Id="rId12" Type="http://schemas.openxmlformats.org/officeDocument/2006/relationships/customXml" Target="../ink/ink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5.xml"/><Relationship Id="rId11" Type="http://schemas.openxmlformats.org/officeDocument/2006/relationships/customXml" Target="../ink/ink8.xml"/><Relationship Id="rId5" Type="http://schemas.openxmlformats.org/officeDocument/2006/relationships/customXml" Target="../ink/ink4.xml"/><Relationship Id="rId15" Type="http://schemas.openxmlformats.org/officeDocument/2006/relationships/image" Target="../media/image37.png"/><Relationship Id="rId10" Type="http://schemas.openxmlformats.org/officeDocument/2006/relationships/image" Target="../media/image35.png"/><Relationship Id="rId4" Type="http://schemas.openxmlformats.org/officeDocument/2006/relationships/image" Target="../media/image33.png"/><Relationship Id="rId9" Type="http://schemas.openxmlformats.org/officeDocument/2006/relationships/customXml" Target="../ink/ink7.xml"/><Relationship Id="rId1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customXml" Target="../ink/ink11.xml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3.xml"/><Relationship Id="rId5" Type="http://schemas.openxmlformats.org/officeDocument/2006/relationships/customXml" Target="../ink/ink12.xml"/><Relationship Id="rId4" Type="http://schemas.openxmlformats.org/officeDocument/2006/relationships/image" Target="../media/image33.png"/><Relationship Id="rId9" Type="http://schemas.openxmlformats.org/officeDocument/2006/relationships/customXml" Target="../ink/ink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dalusspa.sharepoint.com/sites/integrated-management-system/SitePages/IMSandInterfacing-Trainings.aspx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edalusspa.sharepoint.com/:w:/r/sites/helsinki/_layouts/15/Doc.aspx?sourcedoc=%7BC3D97D36-77D6-4D5F-A8BE-6BFB9BC8837D%7D&amp;file=BC-G-PO-001%20Business%20Continuity%20Policy.docx&amp;action=default&amp;mobileredirect=true" TargetMode="External"/><Relationship Id="rId4" Type="http://schemas.openxmlformats.org/officeDocument/2006/relationships/hyperlink" Target="https://dedalus.interfacing.com/documents/list?hierarchy=contextual&amp;totalRecords=12&amp;currentPage=1&amp;pageSize=25&amp;sortKey=name&amp;order=-1&amp;selectedNode=6365E23B-23D0-4C0B-9530-9B36DC370DCC&amp;showLatest=true&amp;environment=47DB1756-C7AB-4AAE-AAEA-39DE3EAC2A9D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customXml" Target="../ink/ink17.xml"/><Relationship Id="rId2" Type="http://schemas.openxmlformats.org/officeDocument/2006/relationships/hyperlink" Target="https://dedalus.interfacing.com/documents/details/2598EF7C-EA51-4B25-94E4-C53A22E86AF2?nodeType=DOCUMENT&amp;environment=47DB1756-C7AB-4AAE-AAEA-39DE3EAC2A9D&amp;draft=false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5" Type="http://schemas.openxmlformats.org/officeDocument/2006/relationships/customXml" Target="../ink/ink16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g"/><Relationship Id="rId7" Type="http://schemas.openxmlformats.org/officeDocument/2006/relationships/image" Target="../media/image27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eg"/><Relationship Id="rId5" Type="http://schemas.openxmlformats.org/officeDocument/2006/relationships/image" Target="../media/image25.jpg"/><Relationship Id="rId10" Type="http://schemas.openxmlformats.org/officeDocument/2006/relationships/image" Target="../media/image30.jpeg"/><Relationship Id="rId4" Type="http://schemas.openxmlformats.org/officeDocument/2006/relationships/image" Target="../media/image24.jpg"/><Relationship Id="rId9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Titre 1"><a:extLst><a:ext uri="{FF2B5EF4-FFF2-40B4-BE49-F238E27FC236}"><a16:creationId xmlns:a16="http://schemas.microsoft.com/office/drawing/2014/main" id="{BF0F081D-BDE6-B1F3-BB6B-F30B8C5F02E2}"/></a:ext></a:extLst></p:cNvPr><p:cNvSpPr><a:spLocks noGrp="1"/></p:cNvSpPr><p:nvPr><p:ph type="ctrTitle"/></p:nvPr></p:nvSpPr><p:spPr><a:xfrm><a:off x="1524000" y="2503661"/><a:ext cx="9144000" cy="1112203"/></a:xfrm></p:spPr><p:txBody><a:bodyPr><a:normAutofit/></a:bodyPr><a:lstStyle/><a:p><a:r><a:rPr lang="en-IN" dirty="0"/><a:t>CarePortal: Modern Patient Administration System (PAS)</a:t></a:r><a:endParaRPr lang="en-GB" noProof="0" dirty="0"/></a:p></p:txBody></p:sp><p:sp><p:nvSpPr><p:cNvPr id="3" name="Espace réservé du texte 2"><a:extLst><a:ext uri="{FF2B5EF4-FFF2-40B4-BE49-F238E27FC236}"><a16:creationId xmlns:a16="http://schemas.microsoft.com/office/drawing/2014/main" id="{DB46DEC1-F039-2670-74C4-ADEBE391C820}"/></a:ext></a:extLst></p:cNvPr><p:cNvSpPr><a:spLocks noGrp="1"/></p:cNvSpPr><p:nvPr><p:ph type="body" sz="quarter" idx="13"/></p:nvPr></p:nvSpPr><p:spPr><a:xfrm><a:off x="1533459" y="4137709"/><a:ext cx="4132049" cy="503651"/></a:xfrm></p:spPr><p:txBody><a:bodyPr/><a:lstStyle/><a:p><a:r><a:rPr lang="en-GB" noProof="0" dirty="0"/><a:t>Lead Developer & PAS Core Team</a:t></a:r></a:p><a:p><a:r><a:rPr lang="en-GB" noProof="0" dirty="0"/><a:t>Technical Presentation & Demonstration</a:t></a:r></a:p><a:p><a:r><a:rPr lang="en-GB" noProof="0"/><a:t>July </a:t></a:r><a:r><a:rPr lang="en-GB" noProof="0" dirty="0"/><a:t>2026</a:t></a:r></a:p></p:txBody></p:sp></p:spTree><p:extLst><p:ext uri="{BB962C8B-B14F-4D97-AF65-F5344CB8AC3E}"><p14:creationId xmlns:p14="http://schemas.microsoft.com/office/powerpoint/2010/main" val="43270784"/></p:ext></p:extLst></p:cSld><p:clrMapOvr><a:masterClrMapping/></p:clrMapOvr>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17;p78">
            <a:extLst>
              <a:ext uri="{FF2B5EF4-FFF2-40B4-BE49-F238E27FC236}">
                <a16:creationId xmlns:a16="http://schemas.microsoft.com/office/drawing/2014/main" id="{05072C87-35B5-0D42-A610-C0EC0012D21D}"/>
              </a:ext>
            </a:extLst>
          </p:cNvPr>
          <p:cNvSpPr txBox="1">
            <a:spLocks/>
          </p:cNvSpPr>
          <p:nvPr/>
        </p:nvSpPr>
        <p:spPr>
          <a:xfrm>
            <a:off x="530874" y="2683443"/>
            <a:ext cx="10816216" cy="10041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GB" sz="1400" noProof="0" dirty="0">
              <a:solidFill>
                <a:schemeClr val="tx2"/>
              </a:solidFill>
              <a:cs typeface="Arial"/>
            </a:endParaRPr>
          </a:p>
          <a:p>
            <a:pPr marL="0" indent="0" algn="ctr">
              <a:buNone/>
            </a:pPr>
            <a:r>
              <a:rPr lang="en-GB" sz="1800" noProof="0" dirty="0">
                <a:solidFill>
                  <a:schemeClr val="tx2"/>
                </a:solidFill>
                <a:cs typeface="Arial"/>
              </a:rPr>
              <a:t>CarePortal PAS solves key operational challenges in clinical workflows</a:t>
            </a:r>
          </a:p>
          <a:p>
            <a:pPr marL="0" indent="0" algn="ctr">
              <a:buNone/>
            </a:pPr>
            <a:r>
              <a:rPr lang="en-GB" sz="1800" noProof="0" dirty="0">
                <a:solidFill>
                  <a:schemeClr val="tx2"/>
                </a:solidFill>
                <a:cs typeface="Arial"/>
              </a:rPr>
              <a:t>by eliminating double-navigation confusion and patient context loss</a:t>
            </a:r>
          </a:p>
          <a:p>
            <a:pPr marL="0" indent="0" algn="ctr">
              <a:buNone/>
            </a:pPr>
            <a:r>
              <a:rPr lang="en-GB" sz="1800" noProof="0" dirty="0">
                <a:solidFill>
                  <a:schemeClr val="tx2"/>
                </a:solidFill>
                <a:cs typeface="Arial"/>
              </a:rPr>
              <a:t>to deliver a production-ready, high-performance HIS console.</a:t>
            </a:r>
            <a:endParaRPr lang="en-GB" sz="1400" noProof="0" dirty="0">
              <a:solidFill>
                <a:schemeClr val="tx2"/>
              </a:solidFill>
              <a:cs typeface="Arial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4E0B267-7C9B-BAC6-DCAE-913CA8AF2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4" y="503479"/>
            <a:ext cx="9329195" cy="461530"/>
          </a:xfrm>
          <a:prstGeom prst="rect">
            <a:avLst/>
          </a:prstGeom>
        </p:spPr>
        <p:txBody>
          <a:bodyPr/>
          <a:lstStyle/>
          <a:p>
            <a:r>
              <a:rPr lang="en-GB" sz="2800" noProof="0" dirty="0">
                <a:cs typeface="Arial"/>
                <a:sym typeface="Arial"/>
              </a:rPr>
              <a:t>Problem Statement</a:t>
            </a:r>
            <a:endParaRPr lang="en-GB" sz="2800" noProof="0" dirty="0"/>
          </a:p>
        </p:txBody>
      </p:sp>
    </p:spTree>
    <p:extLst>
      <p:ext uri="{BB962C8B-B14F-4D97-AF65-F5344CB8AC3E}">
        <p14:creationId xmlns:p14="http://schemas.microsoft.com/office/powerpoint/2010/main" val="193083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25DFA-DEF6-6B47-B7DF-0D3BA09C253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sz="2800" noProof="0" dirty="0"/>
              <a:t>Solution Overview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7248DCAA-5D33-A41B-FDE8-D43A3E7F9F21}"/>
              </a:ext>
            </a:extLst>
          </p:cNvPr>
          <p:cNvSpPr txBox="1">
            <a:spLocks/>
          </p:cNvSpPr>
          <p:nvPr/>
        </p:nvSpPr>
        <p:spPr>
          <a:xfrm>
            <a:off x="545092" y="852705"/>
            <a:ext cx="11051162" cy="344466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Montserrat" pitchFamily="2" charset="77"/>
                <a:ea typeface="+mn-ea"/>
                <a:cs typeface="+mn-cs"/>
              </a:defRPr>
            </a:lvl1pPr>
            <a:lvl2pPr marL="3429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GB" sz="1400" b="0" noProof="0" dirty="0">
              <a:cs typeface="Arial"/>
            </a:endParaRPr>
          </a:p>
          <a:p>
            <a:pPr algn="ctr">
              <a:defRPr/>
            </a:pPr>
            <a:endParaRPr lang="en-GB" sz="1400" b="0" noProof="0" dirty="0">
              <a:cs typeface="Arial"/>
            </a:endParaRPr>
          </a:p>
          <a:p>
            <a:pPr algn="ctr">
              <a:defRPr/>
            </a:pPr>
            <a:r>
              <a:rPr lang="en-GB" sz="1400" b="0" noProof="0" dirty="0">
                <a:cs typeface="Arial"/>
              </a:rPr>
              <a:t>CarePortal PAS is a minimal, professional hospital console.</a:t>
            </a:r>
          </a:p>
          <a:p>
            <a:pPr algn="ctr">
              <a:defRPr/>
            </a:pPr>
            <a:r>
              <a:rPr lang="en-GB" sz="1400" b="0" noProof="0" dirty="0">
                <a:cs typeface="Arial"/>
              </a:rPr>
              <a:t>Main Objective: Accelerate clinical intake, prevent context errors, and manage patient status.</a:t>
            </a:r>
          </a:p>
          <a:p>
            <a:pPr algn="ctr">
              <a:defRPr/>
            </a:pPr>
            <a:r>
              <a:rPr lang="en-GB" sz="1400" b="0" noProof="0" dirty="0">
                <a:cs typeface="Arial"/>
              </a:rPr>
              <a:t>Features a responsive, high-performance front-end built using Zoneless Angular 19.</a:t>
            </a:r>
          </a:p>
          <a:p>
            <a:pPr algn="ctr">
              <a:defRPr/>
            </a:pPr>
            <a:r>
              <a:rPr lang="en-GB" sz="1400" b="0" noProof="0" dirty="0">
                <a:cs typeface="Arial"/>
              </a:rPr>
              <a:t>Provides complete multi-tab navigation with isolated patient states.</a:t>
            </a:r>
          </a:p>
          <a:p>
            <a:pPr algn="ctr">
              <a:defRPr/>
            </a:pPr>
            <a:r>
              <a:rPr lang="en-GB" sz="1400" b="0" noProof="0" dirty="0">
                <a:cs typeface="Arial"/>
              </a:rPr>
              <a:t>Powered by a robust C# .NET 9 Web API and Marten event-sourcing database.</a:t>
            </a:r>
          </a:p>
          <a:p>
            <a:pPr algn="ctr">
              <a:defRPr/>
            </a:pPr>
            <a:r>
              <a:rPr lang="en-GB" sz="1400" b="0" noProof="0" dirty="0">
                <a:cs typeface="Arial"/>
              </a:rPr>
              <a:t>Designed with clean aesthetics matching Epic, Cerner, and Dedalus.</a:t>
            </a:r>
          </a:p>
          <a:p>
            <a:pPr algn="ctr">
              <a:defRPr/>
            </a:pPr>
            <a:endParaRPr lang="en-GB" sz="1400" b="0" noProof="0" dirty="0">
              <a:cs typeface="Arial"/>
            </a:endParaRPr>
          </a:p>
          <a:p>
            <a:endParaRPr lang="en-GB" noProof="0" dirty="0"/>
          </a:p>
        </p:txBody>
      </p:sp>
      <p:sp>
        <p:nvSpPr>
          <p:cNvPr id="4" name="Explosion: 8 Points 3">
            <a:extLst>
              <a:ext uri="{FF2B5EF4-FFF2-40B4-BE49-F238E27FC236}">
                <a16:creationId xmlns:a16="http://schemas.microsoft.com/office/drawing/2014/main" id="{E38CA285-8F86-6B7D-A16C-7F3F3C2B8BBF}"/>
              </a:ext>
            </a:extLst>
          </p:cNvPr>
          <p:cNvSpPr/>
          <p:nvPr/>
        </p:nvSpPr>
        <p:spPr>
          <a:xfrm>
            <a:off x="331104" y="4915996"/>
            <a:ext cx="1616363" cy="1258703"/>
          </a:xfrm>
          <a:prstGeom prst="irregularSeal1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noProof="0" dirty="0">
                <a:solidFill>
                  <a:schemeClr val="tx1"/>
                </a:solidFill>
              </a:rPr>
              <a:t>Clinical Intake</a:t>
            </a:r>
          </a:p>
        </p:txBody>
      </p:sp>
      <p:sp>
        <p:nvSpPr>
          <p:cNvPr id="5" name="Explosion: 8 Points 4">
            <a:extLst>
              <a:ext uri="{FF2B5EF4-FFF2-40B4-BE49-F238E27FC236}">
                <a16:creationId xmlns:a16="http://schemas.microsoft.com/office/drawing/2014/main" id="{45405CF0-23EF-4022-083A-2DD21A067442}"/>
              </a:ext>
            </a:extLst>
          </p:cNvPr>
          <p:cNvSpPr/>
          <p:nvPr/>
        </p:nvSpPr>
        <p:spPr>
          <a:xfrm>
            <a:off x="3046830" y="5382508"/>
            <a:ext cx="1616363" cy="1258703"/>
          </a:xfrm>
          <a:prstGeom prst="irregularSeal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noProof="0" dirty="0"/>
              <a:t>GP Referrals</a:t>
            </a:r>
          </a:p>
          <a:p>
            <a:pPr algn="ctr"/>
            <a:r>
              <a:rPr lang="en-GB" sz="1000" noProof="0" dirty="0"/>
              <a:t>Pathway</a:t>
            </a:r>
          </a:p>
        </p:txBody>
      </p:sp>
      <p:sp>
        <p:nvSpPr>
          <p:cNvPr id="6" name="Explosion: 8 Points 5">
            <a:extLst>
              <a:ext uri="{FF2B5EF4-FFF2-40B4-BE49-F238E27FC236}">
                <a16:creationId xmlns:a16="http://schemas.microsoft.com/office/drawing/2014/main" id="{B1698569-0ECD-0B75-0B27-C3088548B622}"/>
              </a:ext>
            </a:extLst>
          </p:cNvPr>
          <p:cNvSpPr/>
          <p:nvPr/>
        </p:nvSpPr>
        <p:spPr>
          <a:xfrm>
            <a:off x="3001294" y="3870425"/>
            <a:ext cx="1616363" cy="1258703"/>
          </a:xfrm>
          <a:prstGeom prst="irregularSeal1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noProof="0" dirty="0">
                <a:solidFill>
                  <a:schemeClr val="tx1"/>
                </a:solidFill>
              </a:rPr>
              <a:t>Admissions</a:t>
            </a:r>
          </a:p>
          <a:p>
            <a:pPr algn="ctr"/>
            <a:r>
              <a:rPr lang="en-GB" sz="1000" noProof="0" dirty="0">
                <a:solidFill>
                  <a:schemeClr val="tx1"/>
                </a:solidFill>
              </a:rPr>
              <a:t>Discharge</a:t>
            </a:r>
          </a:p>
        </p:txBody>
      </p:sp>
      <p:sp>
        <p:nvSpPr>
          <p:cNvPr id="7" name="Explosion: 8 Points 6">
            <a:extLst>
              <a:ext uri="{FF2B5EF4-FFF2-40B4-BE49-F238E27FC236}">
                <a16:creationId xmlns:a16="http://schemas.microsoft.com/office/drawing/2014/main" id="{08BC3B85-0A7F-01EA-C859-95D21E6E7D99}"/>
              </a:ext>
            </a:extLst>
          </p:cNvPr>
          <p:cNvSpPr/>
          <p:nvPr/>
        </p:nvSpPr>
        <p:spPr>
          <a:xfrm>
            <a:off x="7457623" y="3896674"/>
            <a:ext cx="1616363" cy="1258703"/>
          </a:xfrm>
          <a:prstGeom prst="irregularSeal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noProof="0" dirty="0"/>
              <a:t>Bed Board</a:t>
            </a:r>
          </a:p>
          <a:p>
            <a:pPr algn="ctr"/>
            <a:r>
              <a:rPr lang="en-GB" sz="1000" noProof="0" dirty="0"/>
              <a:t>Occupancy</a:t>
            </a:r>
          </a:p>
        </p:txBody>
      </p:sp>
      <p:sp>
        <p:nvSpPr>
          <p:cNvPr id="8" name="Explosion: 8 Points 7">
            <a:extLst>
              <a:ext uri="{FF2B5EF4-FFF2-40B4-BE49-F238E27FC236}">
                <a16:creationId xmlns:a16="http://schemas.microsoft.com/office/drawing/2014/main" id="{0BC7248B-9892-9B70-E386-A355F13CBD8E}"/>
              </a:ext>
            </a:extLst>
          </p:cNvPr>
          <p:cNvSpPr/>
          <p:nvPr/>
        </p:nvSpPr>
        <p:spPr>
          <a:xfrm>
            <a:off x="9979892" y="5382508"/>
            <a:ext cx="1616363" cy="1258703"/>
          </a:xfrm>
          <a:prstGeom prst="irregularSeal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noProof="0" dirty="0"/>
              <a:t>KPI Reports</a:t>
            </a:r>
          </a:p>
          <a:p>
            <a:pPr algn="ctr"/>
            <a:r>
              <a:rPr lang="en-GB" sz="1000" noProof="0" dirty="0"/>
              <a:t>Notes</a:t>
            </a:r>
          </a:p>
        </p:txBody>
      </p:sp>
      <p:sp>
        <p:nvSpPr>
          <p:cNvPr id="9" name="Explosion: 8 Points 8">
            <a:extLst>
              <a:ext uri="{FF2B5EF4-FFF2-40B4-BE49-F238E27FC236}">
                <a16:creationId xmlns:a16="http://schemas.microsoft.com/office/drawing/2014/main" id="{2A869D88-B5A5-00C7-082A-41204E1D7167}"/>
              </a:ext>
            </a:extLst>
          </p:cNvPr>
          <p:cNvSpPr/>
          <p:nvPr/>
        </p:nvSpPr>
        <p:spPr>
          <a:xfrm>
            <a:off x="740096" y="3496534"/>
            <a:ext cx="1616363" cy="1258703"/>
          </a:xfrm>
          <a:prstGeom prst="irregularSeal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noProof="0" dirty="0"/>
              <a:t>SOAP Standard</a:t>
            </a:r>
          </a:p>
          <a:p>
            <a:pPr algn="ctr"/>
            <a:r>
              <a:rPr lang="en-GB" sz="1000" noProof="0" dirty="0"/>
              <a:t>Warnings</a:t>
            </a:r>
          </a:p>
        </p:txBody>
      </p:sp>
      <p:sp>
        <p:nvSpPr>
          <p:cNvPr id="10" name="Explosion: 8 Points 9">
            <a:extLst>
              <a:ext uri="{FF2B5EF4-FFF2-40B4-BE49-F238E27FC236}">
                <a16:creationId xmlns:a16="http://schemas.microsoft.com/office/drawing/2014/main" id="{B8CA5CCF-EFE2-C7A6-EF79-FDF2391F9F86}"/>
              </a:ext>
            </a:extLst>
          </p:cNvPr>
          <p:cNvSpPr/>
          <p:nvPr/>
        </p:nvSpPr>
        <p:spPr>
          <a:xfrm>
            <a:off x="5544864" y="4981144"/>
            <a:ext cx="1616363" cy="1258703"/>
          </a:xfrm>
          <a:prstGeom prst="irregularSeal1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noProof="0" dirty="0">
                <a:solidFill>
                  <a:schemeClr val="tx1"/>
                </a:solidFill>
              </a:rPr>
              <a:t>MRSA Flag</a:t>
            </a:r>
          </a:p>
          <a:p>
            <a:pPr algn="ctr"/>
            <a:r>
              <a:rPr lang="en-GB" sz="1000" noProof="0" dirty="0">
                <a:solidFill>
                  <a:schemeClr val="tx1"/>
                </a:solidFill>
              </a:rPr>
              <a:t>Demographics</a:t>
            </a:r>
          </a:p>
        </p:txBody>
      </p:sp>
      <p:sp>
        <p:nvSpPr>
          <p:cNvPr id="11" name="Explosion: 8 Points 10">
            <a:extLst>
              <a:ext uri="{FF2B5EF4-FFF2-40B4-BE49-F238E27FC236}">
                <a16:creationId xmlns:a16="http://schemas.microsoft.com/office/drawing/2014/main" id="{A539192A-0451-2B38-B206-DF8705D6338A}"/>
              </a:ext>
            </a:extLst>
          </p:cNvPr>
          <p:cNvSpPr/>
          <p:nvPr/>
        </p:nvSpPr>
        <p:spPr>
          <a:xfrm>
            <a:off x="9526939" y="3896674"/>
            <a:ext cx="1616363" cy="1258703"/>
          </a:xfrm>
          <a:prstGeom prst="irregularSeal1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noProof="0" dirty="0">
                <a:solidFill>
                  <a:schemeClr val="tx1"/>
                </a:solidFill>
              </a:rPr>
              <a:t>intent</a:t>
            </a:r>
          </a:p>
          <a:p>
            <a:pPr algn="ctr"/>
            <a:r>
              <a:rPr lang="en-GB" sz="1000" noProof="0" dirty="0">
                <a:solidFill>
                  <a:schemeClr val="tx1"/>
                </a:solidFill>
              </a:rPr>
              <a:t>intent</a:t>
            </a:r>
          </a:p>
        </p:txBody>
      </p:sp>
      <p:sp>
        <p:nvSpPr>
          <p:cNvPr id="12" name="Explosion: 8 Points 11">
            <a:extLst>
              <a:ext uri="{FF2B5EF4-FFF2-40B4-BE49-F238E27FC236}">
                <a16:creationId xmlns:a16="http://schemas.microsoft.com/office/drawing/2014/main" id="{0DDF8448-F74B-6759-7534-5B996515A085}"/>
              </a:ext>
            </a:extLst>
          </p:cNvPr>
          <p:cNvSpPr/>
          <p:nvPr/>
        </p:nvSpPr>
        <p:spPr>
          <a:xfrm>
            <a:off x="7782652" y="5545347"/>
            <a:ext cx="1616363" cy="1258703"/>
          </a:xfrm>
          <a:prstGeom prst="irregularSeal1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noProof="0" dirty="0">
                <a:solidFill>
                  <a:schemeClr val="tx1"/>
                </a:solidFill>
              </a:rPr>
              <a:t>Zoneless</a:t>
            </a:r>
          </a:p>
        </p:txBody>
      </p:sp>
      <p:sp>
        <p:nvSpPr>
          <p:cNvPr id="13" name="Explosion: 8 Points 12">
            <a:extLst>
              <a:ext uri="{FF2B5EF4-FFF2-40B4-BE49-F238E27FC236}">
                <a16:creationId xmlns:a16="http://schemas.microsoft.com/office/drawing/2014/main" id="{EF58993E-416B-9A72-54BB-AA89780726DF}"/>
              </a:ext>
            </a:extLst>
          </p:cNvPr>
          <p:cNvSpPr/>
          <p:nvPr/>
        </p:nvSpPr>
        <p:spPr>
          <a:xfrm>
            <a:off x="5262492" y="3678437"/>
            <a:ext cx="1616363" cy="1258703"/>
          </a:xfrm>
          <a:prstGeom prst="irregularSeal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noProof="0" dirty="0"/>
              <a:t>Signals</a:t>
            </a:r>
          </a:p>
          <a:p>
            <a:pPr algn="ctr"/>
            <a:r>
              <a:rPr lang="en-GB" sz="1100" noProof="0" dirty="0"/>
              <a:t>Marten DB</a:t>
            </a:r>
          </a:p>
        </p:txBody>
      </p:sp>
    </p:spTree>
    <p:extLst>
      <p:ext uri="{BB962C8B-B14F-4D97-AF65-F5344CB8AC3E}">
        <p14:creationId xmlns:p14="http://schemas.microsoft.com/office/powerpoint/2010/main" val="2914492263"/>
      </p:ext>
    </p:extLst>
  </p:cSld>
  <p:clrMapOvr>
    <a:masterClrMapping/>
  </p:clrMapOvr>
</p:sld>
</file>

<file path=ppt/slides/slide4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Titre 1"><a:extLst><a:ext uri="{FF2B5EF4-FFF2-40B4-BE49-F238E27FC236}"><a16:creationId xmlns:a16="http://schemas.microsoft.com/office/drawing/2014/main" id="{36225DFA-DEF6-6B47-B7DF-0D3BA09C2536}"/></a:ext></a:extLst></p:cNvPr><p:cNvSpPr><a:spLocks noGrp="1"/></p:cNvSpPr><p:nvPr><p:ph type="title"/></p:nvPr></p:nvSpPr><p:spPr><a:prstGeom prst="rect"><a:avLst/></a:prstGeom></p:spPr><p:txBody><a:bodyPr/><a:lstStyle/><a:p><a:r><a:rPr lang="en-GB" sz="2800" noProof="0" dirty="0"/><a:t>CarePortal Workspace Core Features</a:t></a:r></a:p></p:txBody></p:sp><p:grpSp><p:nvGrpSpPr><p:cNvPr id="3" name="Group 2"><a:extLst><a:ext uri="{FF2B5EF4-FFF2-40B4-BE49-F238E27FC236}"><a16:creationId xmlns:a16="http://schemas.microsoft.com/office/drawing/2014/main" id="{3CD63555-EA94-952F-76CE-19040EFE6BA0}"/></a:ext></a:extLst></p:cNvPr><p:cNvGrpSpPr/><p:nvPr/></p:nvGrpSpPr><p:grpSpPr><a:xfrm><a:off x="1839908" y="1060692"/><a:ext cx="9749858" cy="620201"/><a:chOff x="4531" y="811355"/><a:chExt cx="2453654" cy="1472192"/></a:xfrm></p:grpSpPr><p:sp><p:nvSpPr><p:cNvPr id="5" name="Rectangle 4"><a:extLst><a:ext uri="{FF2B5EF4-FFF2-40B4-BE49-F238E27FC236}"><a16:creationId xmlns:a16="http://schemas.microsoft.com/office/drawing/2014/main" id="{4461F4E0-D09E-AEF1-05DC-2C3607608676}"/></a:ext></a:extLst></p:cNvPr><p:cNvSpPr/><p:nvPr/></p:nvSpPr><p:spPr><a:xfrm><a:off x="4531" y="811355"/><a:ext cx="2453654" cy="1472192"/></a:xfrm><a:prstGeom prst="rect"><a:avLst/></a:prstGeom></p:spPr><p:style><a:lnRef idx="3"><a:schemeClr val="lt1"><a:hueOff val="0"/><a:satOff val="0"/><a:lumOff val="0"/><a:alphaOff val="0"/></a:schemeClr></a:lnRef><a:fillRef idx="1"><a:schemeClr val="accent1"><a:hueOff val="0"/><a:satOff val="0"/><a:lumOff val="0"/><a:alphaOff val="0"/></a:schemeClr></a:fillRef><a:effectRef idx="1"><a:schemeClr val="accent1"><a:hueOff val="0"/><a:satOff val="0"/><a:lumOff val="0"/><a:alphaOff val="0"/></a:schemeClr></a:effectRef><a:fontRef idx="minor"><a:schemeClr val="lt1"/></a:fontRef></p:style><p:txBody><a:bodyPr/><a:lstStyle/><a:p><a:endParaRPr lang="en-GB" noProof="0" dirty="0"/></a:p></p:txBody></p:sp><p:sp><p:nvSpPr><p:cNvPr id="6" name="TextBox 5"><a:extLst><a:ext uri="{FF2B5EF4-FFF2-40B4-BE49-F238E27FC236}"><a16:creationId xmlns:a16="http://schemas.microsoft.com/office/drawing/2014/main" id="{7D5FB6F4-AE55-0507-1A37-8CEFB1F3B900}"/></a:ext></a:extLst></p:cNvPr><p:cNvSpPr txBox="1"/><p:nvPr/></p:nvSpPr><p:spPr><a:xfrm><a:off x="4531" y="811355"/><a:ext cx="2453654" cy="1472192"/></a:xfrm><a:prstGeom prst="rect"><a:avLst/></a:prstGeom></p:spPr><p:style><a:lnRef idx="0"><a:scrgbClr r="0" g="0" b="0"/></a:lnRef><a:fillRef idx="0"><a:scrgbClr r="0" g="0" b="0"/></a:fillRef><a:effectRef idx="0"><a:scrgbClr r="0" g="0" b="0"/></a:effectRef><a:fontRef idx="minor"><a:schemeClr val="lt1"/></a:fontRef></p:style><p:txBody><a:bodyPr spcFirstLastPara="0" vert="horz" wrap="square" lIns="53340" tIns="53340" rIns="53340" bIns="53340" numCol="1" spcCol="1270" anchor="ctr" anchorCtr="0"><a:noAutofit/></a:bodyPr><a:lstStyle/><a:p><a:pPr marL="0" lvl="0" indent="0" algn="ctr" defTabSz="622300"><a:lnSpc><a:spcPct val="90000"/></a:lnSpc><a:spcBef><a:spcPct val="0"/></a:spcBef><a:spcAft><a:spcPct val="35000"/></a:spcAft><a:buNone/></a:pPr><a:r><a:rPr lang="en-GB" sz="1000" b="1" noProof="0" dirty="0"><a:solidFill><a:schemeClr val="bg1"/></a:solidFill><a:latin typeface="Montserrat" pitchFamily="2" charset="77"/><a:cs typeface="Arial"/></a:rPr><a:t>Patient Search & Registry: </a:t></a:r><a:r><a:rPr lang="en-GB" sz="1000" noProof="0" dirty="0"><a:solidFill><a:schemeClr val="bg1"/></a:solidFill><a:latin typeface="Montserrat" pitchFamily="2" charset="77"/><a:cs typeface="Arial"/></a:rPr><a:t>Master directory lookup with national demographics checksum validation.</a:t></a:r></a:p></p:txBody></p:sp></p:grpSp><p:sp><p:nvSpPr><p:cNvPr id="29" name="Rectangle 2"><a:extLst><a:ext uri="{FF2B5EF4-FFF2-40B4-BE49-F238E27FC236}"><a16:creationId xmlns:a16="http://schemas.microsoft.com/office/drawing/2014/main" id="{5C0B0529-D8BF-3CCB-128F-4C6A322AD863}"/></a:ext></a:extLst></p:cNvPr><p:cNvSpPr><a:spLocks noChangeArrowheads="1"/></p:cNvSpPr><p:nvPr/></p:nvSpPr><p:spPr bwMode="auto"><a:xfrm><a:off x="486078" y="5154407"/><a:ext cx="5226508" cy="237381"/></a:xfrm><a:prstGeom prst="rect"><a:avLst/></a:prstGeom><a:noFill/><a:ln><a:noFill/></a:ln><a:effectLst/><a:extLst><a:ext uri="{909E8E84-426E-40DD-AFC4-6F175D3DCCD1}"><a14:hiddenFill xmlns:a14="http://schemas.microsoft.com/office/drawing/2010/main"><a:solidFill><a:schemeClr val="accent1"/></a:solidFill></a14:hiddenFill></a:ext><a:ext uri="{91240B29-F687-4F45-9708-019B960494DF}"><a14:hiddenLine xmlns:a14="http://schemas.microsoft.com/office/drawing/2010/main" w="9525"><a:solidFill><a:schemeClr val="tx1"/></a:solidFill><a:miter lim="800000"/><a:headEnd/><a:tailEnd/></a14:hiddenLine></a:ext><a:ext uri="{AF507438-7753-43E0-B8FC-AC1667EBCBE1}"><a14:hiddenEffects xmlns:a14="http://schemas.microsoft.com/office/drawing/2010/main"><a:effectLst><a:outerShdw dist="35921" dir="2700000" algn="ctr" rotWithShape="0"><a:schemeClr val="bg2"/></a:outerShdw></a:effectLst></a14:hiddenEffects></a:ext></a:extLst></p:spPr><p:txBody><a:bodyPr vert="horz" wrap="square" lIns="91440" tIns="45720" rIns="91440" bIns="45720" numCol="1" anchor="ctr" anchorCtr="0" compatLnSpc="1"><a:prstTxWarp prst="textNoShape"><a:avLst/></a:prstTxWarp><a:spAutoFit/></a:bodyPr><a:lstStyle/><a:p><a:endParaRPr lang="en-GB" noProof="0" dirty="0"/></a:p></p:txBody></p:sp><p:sp><p:nvSpPr><p:cNvPr id="4" name="Content Placeholder 4"><a:extLst><a:ext uri="{FF2B5EF4-FFF2-40B4-BE49-F238E27FC236}"><a16:creationId xmlns:a16="http://schemas.microsoft.com/office/drawing/2014/main" id="{F662DC3E-E485-CEBD-6B42-97894FF0528F}"/></a:ext></a:extLst></p:cNvPr><p:cNvSpPr txBox="1"><a:spLocks/></p:cNvSpPr><p:nvPr/></p:nvSpPr><p:spPr><a:xfrm><a:off x="52906" y="3848003"/><a:ext cx="1852297" cy="856473"/></a:xfrm><a:prstGeom prst="rect"><a:avLst/></a:prstGeom></p:spPr><p:txBody><a:bodyPr anchor="b"><a:noAutofit/></a:bodyPr><a:lstStyle><a:lvl1pPr marL="0" indent="0" algn="l" rtl="0" eaLnBrk="1" fontAlgn="base" hangingPunct="1"><a:lnSpc><a:spcPct val="90000"/></a:lnSpc><a:spcBef><a:spcPts val="1000"/></a:spcBef><a:spcAft><a:spcPct val="0"/></a:spcAft><a:buFont typeface="Arial" panose="020B0604020202020204" pitchFamily="34" charset="0"/><a:buNone/><a:defRPr sz="1800" b="1" kern="1200"><a:solidFill><a:schemeClr val="tx2"/></a:solidFill><a:latin typeface="Montserrat" pitchFamily="2" charset="77"/><a:ea typeface="+mn-ea"/><a:cs typeface="+mn-cs"/></a:defRPr></a:lvl1pPr><a:lvl2pPr marL="342900" indent="0" algn="l" rtl="0" eaLnBrk="1" fontAlgn="base" hangingPunct="1"><a:lnSpc><a:spcPct val="90000"/></a:lnSpc><a:spcBef><a:spcPts val="500"/></a:spcBef><a:spcAft><a:spcPct val="0"/></a:spcAft><a:buFont typeface="Arial" panose="020B0604020202020204" pitchFamily="34" charset="0"/><a:buNone/><a:defRPr sz="1500" b="1" kern="1200"><a:solidFill><a:schemeClr val="tx1"/></a:solidFill><a:latin typeface="+mn-lt"/><a:ea typeface="+mn-ea"/><a:cs typeface="+mn-cs"/></a:defRPr></a:lvl2pPr><a:lvl3pPr marL="685800" indent="0" algn="l" rtl="0" eaLnBrk="1" fontAlgn="base" hangingPunct="1"><a:lnSpc><a:spcPct val="90000"/></a:lnSpc><a:spcBef><a:spcPts val="500"/></a:spcBef><a:spcAft><a:spcPct val="0"/></a:spcAft><a:buFont typeface="Arial" panose="020B0604020202020204" pitchFamily="34" charset="0"/><a:buNone/><a:defRPr sz="1350" b="1" kern="1200"><a:solidFill><a:schemeClr val="tx1"/></a:solidFill><a:latin typeface="+mn-lt"/><a:ea typeface="+mn-ea"/><a:cs typeface="+mn-cs"/></a:defRPr></a:lvl3pPr><a:lvl4pPr marL="1028700" indent="0" algn="l" rtl="0" eaLnBrk="1" fontAlgn="base" hangingPunct="1"><a:lnSpc><a:spcPct val="90000"/></a:lnSpc><a:spcBef><a:spcPts val="500"/></a:spcBef><a:spcAft><a:spcPct val="0"/></a:spcAft><a:buFont typeface="Arial" panose="020B0604020202020204" pitchFamily="34" charset="0"/><a:buNone/><a:defRPr sz="1200" b="1" kern="1200"><a:solidFill><a:schemeClr val="tx1"/></a:solidFill><a:latin typeface="+mn-lt"/><a:ea typeface="+mn-ea"/><a:cs typeface="+mn-cs"/></a:defRPr></a:lvl4pPr><a:lvl5pPr marL="1371600" indent="0" algn="l" rtl="0" eaLnBrk="1" fontAlgn="base" hangingPunct="1"><a:lnSpc><a:spcPct val="90000"/></a:lnSpc><a:spcBef><a:spcPts val="500"/></a:spcBef><a:spcAft><a:spcPct val="0"/></a:spcAft><a:buFont typeface="Arial" panose="020B0604020202020204" pitchFamily="34" charset="0"/><a:buNone/><a:defRPr sz="1200" b="1" kern="1200"><a:solidFill><a:schemeClr val="tx1"/></a:solidFill><a:latin typeface="+mn-lt"/><a:ea typeface="+mn-ea"/><a:cs typeface="+mn-cs"/></a:defRPr></a:lvl5pPr><a:lvl6pPr marL="1714500" indent="0" algn="l" defTabSz="914400" rtl="0" eaLnBrk="1" latinLnBrk="0" hangingPunct="1"><a:lnSpc><a:spcPct val="90000"/></a:lnSpc><a:spcBef><a:spcPts val="500"/></a:spcBef><a:buFont typeface="Arial" panose="020B0604020202020204" pitchFamily="34" charset="0"/><a:buNone/><a:defRPr sz="1200" b="1" kern="1200"><a:solidFill><a:schemeClr val="tx1"/></a:solidFill><a:latin typeface="+mn-lt"/><a:ea typeface="+mn-ea"/><a:cs typeface="+mn-cs"/></a:defRPr></a:lvl6pPr><a:lvl7pPr marL="2057400" indent="0" algn="l" defTabSz="914400" rtl="0" eaLnBrk="1" latinLnBrk="0" hangingPunct="1"><a:lnSpc><a:spcPct val="90000"/></a:lnSpc><a:spcBef><a:spcPts val="500"/></a:spcBef><a:buFont typeface="Arial" panose="020B0604020202020204" pitchFamily="34" charset="0"/><a:buNone/><a:defRPr sz="1200" b="1" kern="1200"><a:solidFill><a:schemeClr val="tx1"/></a:solidFill><a:latin typeface="+mn-lt"/><a:ea typeface="+mn-ea"/><a:cs typeface="+mn-cs"/></a:defRPr></a:lvl7pPr><a:lvl8pPr marL="2400300" indent="0" algn="l" defTabSz="914400" rtl="0" eaLnBrk="1" latinLnBrk="0" hangingPunct="1"><a:lnSpc><a:spcPct val="90000"/></a:lnSpc><a:spcBef><a:spcPts val="500"/></a:spcBef><a:buFont typeface="Arial" panose="020B0604020202020204" pitchFamily="34" charset="0"/><a:buNone/><a:defRPr sz="1200" b="1" kern="1200"><a:solidFill><a:schemeClr val="tx1"/></a:solidFill><a:latin typeface="+mn-lt"/><a:ea typeface="+mn-ea"/><a:cs typeface="+mn-cs"/></a:defRPr></a:lvl8pPr><a:lvl9pPr marL="2743200" indent="0" algn="l" defTabSz="914400" rtl="0" eaLnBrk="1" latinLnBrk="0" hangingPunct="1"><a:lnSpc><a:spcPct val="90000"/></a:lnSpc><a:spcBef><a:spcPts val="500"/></a:spcBef><a:buFont typeface="Arial" panose="020B0604020202020204" pitchFamily="34" charset="0"/><a:buNone/><a:defRPr sz="1200" b="1" kern="1200"><a:solidFill><a:schemeClr val="tx1"/></a:solidFill><a:latin typeface="+mn-lt"/><a:ea typeface="+mn-ea"/><a:cs typeface="+mn-cs"/></a:defRPr></a:lvl9pPr></a:lstStyle><a:p><a:pPr marL="0" lvl="1" algn="ctr"/><a:endParaRPr lang="en-GB" sz="1400" b="0" noProof="0" dirty="0"><a:solidFill><a:schemeClr val="tx2"/></a:solidFill><a:latin typeface="Montserrat" pitchFamily="2" charset="77"/></a:endParaRPr></a:p><a:p><a:pPr marL="285750" lvl="1" indent="-285750" algn="ctr"><a:buFont typeface="Arial" panose="020B0604020202020204" pitchFamily="34" charset="0"/><a:buChar char="•"/></a:pPr><a:endParaRPr lang="en-GB" sz="1400" b="0" noProof="0" dirty="0"><a:solidFill><a:schemeClr val="tx2"/></a:solidFill><a:highlight><a:srgbClr val="FFFF00"/></a:highlight><a:latin typeface="Montserrat" pitchFamily="2" charset="77"/></a:endParaRPr></a:p><a:p><a:pPr marL="0" lvl="1" algn="ctr"/><a:r><a:rPr lang="en-GB" sz="1400" b="0" noProof="0" dirty="0"><a:solidFill><a:schemeClr val="tx2"/></a:solidFill><a:latin typeface="Montserrat" pitchFamily="2" charset="77"/></a:rPr><a:t>Modular </a:t></a:r></a:p><a:p><a:pPr marL="0" lvl="1" algn="ctr"/><a:r><a:rPr lang="en-GB" sz="1400" b="0" noProof="0" dirty="0"><a:solidFill><a:schemeClr val="tx2"/></a:solidFill><a:latin typeface="Montserrat" pitchFamily="2" charset="77"/></a:rPr><a:t>Console </a:t></a:r></a:p><a:p><a:pPr marL="0" lvl="1" algn="ctr"/><a:r><a:rPr lang="en-GB" sz="1400" b="0" noProof="0" dirty="0"><a:solidFill><a:schemeClr val="tx2"/></a:solidFill><a:latin typeface="Montserrat" pitchFamily="2" charset="77"/></a:rPr><a:t>Workspace </a:t></a:r></a:p><a:p><a:pPr marL="0" lvl="1" algn="ctr"/><a:r><a:rPr lang="en-GB" sz="1400" b="0" noProof="0" dirty="0"><a:solidFill><a:schemeClr val="tx2"/></a:solidFill><a:latin typeface="Montserrat" pitchFamily="2" charset="77"/></a:rPr><a:t>Components:</a:t></a:r></a:p><a:p><a:pPr marL="0" lvl="1" algn="ctr"/><a:r><a:rPr lang="en-GB" sz="1400" b="0" noProof="0" dirty="0"><a:solidFill><a:schemeClr val="tx2"/></a:solidFill><a:latin typeface="Montserrat" pitchFamily="2" charset="77"/></a:rPr><a:t>consists of:</a:t></a:r></a:p><a:p><a:pPr marL="285750" lvl="1" indent="-285750" algn="ctr"><a:buFont typeface="Arial" panose="020B0604020202020204" pitchFamily="34" charset="0"/><a:buChar char="•"/></a:pPr><a:endParaRPr lang="en-GB" sz="1400" b="0" noProof="0" dirty="0"><a:solidFill><a:schemeClr val="tx2"/></a:solidFill><a:latin typeface="Montserrat" pitchFamily="2" charset="77"/></a:endParaRPr></a:p></p:txBody></p:sp><p:grpSp><p:nvGrpSpPr><p:cNvPr id="25" name="Group 24"><a:extLst><a:ext uri="{FF2B5EF4-FFF2-40B4-BE49-F238E27FC236}"><a16:creationId xmlns:a16="http://schemas.microsoft.com/office/drawing/2014/main" id="{3F4F82D7-29BC-0727-EBD7-85EB949D05D3}"/></a:ext></a:extLst></p:cNvPr><p:cNvGrpSpPr/><p:nvPr/></p:nvGrpSpPr><p:grpSpPr><a:xfrm><a:off x="1839908" y="1688073"/><a:ext cx="9749858" cy="616765"/><a:chOff x="4531" y="811355"/><a:chExt cx="2453654" cy="1472192"/></a:xfrm></p:grpSpPr><p:sp><p:nvSpPr><p:cNvPr id="26" name="Rectangle 25"><a:extLst><a:ext uri="{FF2B5EF4-FFF2-40B4-BE49-F238E27FC236}"><a16:creationId xmlns:a16="http://schemas.microsoft.com/office/drawing/2014/main" id="{2E632AA9-26C8-58EA-0D77-71A5D66F2746}"/></a:ext></a:extLst></p:cNvPr><p:cNvSpPr/><p:nvPr/></p:nvSpPr><p:spPr><a:xfrm><a:off x="4531" y="811355"/><a:ext cx="2453654" cy="1472192"/></a:xfrm><a:prstGeom prst="rect"><a:avLst/></a:prstGeom></p:spPr><p:style><a:lnRef idx="3"><a:schemeClr val="lt1"><a:hueOff val="0"/><a:satOff val="0"/><a:lumOff val="0"/><a:alphaOff val="0"/></a:schemeClr></a:lnRef><a:fillRef idx="1"><a:schemeClr val="accent1"><a:hueOff val="0"/><a:satOff val="0"/><a:lumOff val="0"/><a:alphaOff val="0"/></a:schemeClr></a:fillRef><a:effectRef idx="1"><a:schemeClr val="accent1"><a:hueOff val="0"/><a:satOff val="0"/><a:lumOff val="0"/><a:alphaOff val="0"/></a:schemeClr></a:effectRef><a:fontRef idx="minor"><a:schemeClr val="lt1"/></a:fontRef></p:style><p:txBody><a:bodyPr/><a:lstStyle/><a:p><a:endParaRPr lang="en-GB" noProof="0" dirty="0"/></a:p></p:txBody></p:sp><p:sp><p:nvSpPr><p:cNvPr id="27" name="TextBox 26"><a:extLst><a:ext uri="{FF2B5EF4-FFF2-40B4-BE49-F238E27FC236}"><a16:creationId xmlns:a16="http://schemas.microsoft.com/office/drawing/2014/main" id="{886ACBA1-5AC5-45D8-618D-222D4DF479DB}"/></a:ext></a:extLst></p:cNvPr><p:cNvSpPr txBox="1"/><p:nvPr/></p:nvSpPr><p:spPr><a:xfrm><a:off x="4531" y="811355"/><a:ext cx="2453654" cy="1472192"/></a:xfrm><a:prstGeom prst="rect"><a:avLst/></a:prstGeom></p:spPr><p:style><a:lnRef idx="0"><a:scrgbClr r="0" g="0" b="0"/></a:lnRef><a:fillRef idx="0"><a:scrgbClr r="0" g="0" b="0"/></a:fillRef><a:effectRef idx="0"><a:scrgbClr r="0" g="0" b="0"/></a:effectRef><a:fontRef idx="minor"><a:schemeClr val="lt1"/></a:fontRef></p:style><p:txBody><a:bodyPr spcFirstLastPara="0" vert="horz" wrap="square" lIns="53340" tIns="53340" rIns="53340" bIns="53340" numCol="1" spcCol="1270" anchor="ctr" anchorCtr="0"><a:noAutofit/></a:bodyPr><a:lstStyle/><a:p><a:pPr marL="0" lvl="0" indent="0" algn="ctr" defTabSz="622300"><a:lnSpc><a:spcPct val="90000"/></a:lnSpc><a:spcBef><a:spcPct val="0"/></a:spcBef><a:spcAft><a:spcPct val="35000"/></a:spcAft><a:buNone/></a:pPr><a:r><a:rPr lang="en-GB" sz="1000" b="1" noProof="0" dirty="0"><a:solidFill><a:schemeClr val="bg1"/></a:solidFill><a:latin typeface="Montserrat" pitchFamily="2" charset="77"/><a:cs typeface="Arial"/></a:rPr><a:t>Patient Registration: </a:t></a:r><a:r><a:rPr lang="en-GB" sz="1000" noProof="0" dirty="0"><a:solidFill><a:schemeClr val="bg1"/></a:solidFill><a:latin typeface="Montserrat" pitchFamily="2" charset="77"/><a:cs typeface="Arial"/></a:rPr><a:t>Intuitive inpatient/outpatient admission form with Next of Kin auditing.</a:t></a:r></a:p></p:txBody></p:sp></p:grpSp><p:grpSp><p:nvGrpSpPr><p:cNvPr id="28" name="Group 27"><a:extLst><a:ext uri="{FF2B5EF4-FFF2-40B4-BE49-F238E27FC236}"><a16:creationId xmlns:a16="http://schemas.microsoft.com/office/drawing/2014/main" id="{2E4F1747-BC86-A865-81B6-E72B16570CF9}"/></a:ext></a:extLst></p:cNvPr><p:cNvGrpSpPr/><p:nvPr/></p:nvGrpSpPr><p:grpSpPr><a:xfrm><a:off x="1839908" y="2312018"/><a:ext cx="9749858" cy="607802"/><a:chOff x="4531" y="811355"/><a:chExt cx="2453654" cy="1472192"/></a:xfrm></p:grpSpPr><p:sp><p:nvSpPr><p:cNvPr id="31" name="Rectangle 30"><a:extLst><a:ext uri="{FF2B5EF4-FFF2-40B4-BE49-F238E27FC236}"><a16:creationId xmlns:a16="http://schemas.microsoft.com/office/drawing/2014/main" id="{08F749ED-B3F8-E88B-A351-1E6209ABEE38}"/></a:ext></a:extLst></p:cNvPr><p:cNvSpPr/><p:nvPr/></p:nvSpPr><p:spPr><a:xfrm><a:off x="4531" y="811355"/><a:ext cx="2453654" cy="1472192"/></a:xfrm><a:prstGeom prst="rect"><a:avLst/></a:prstGeom></p:spPr><p:style><a:lnRef idx="3"><a:schemeClr val="lt1"><a:hueOff val="0"/><a:satOff val="0"/><a:lumOff val="0"/><a:alphaOff val="0"/></a:schemeClr></a:lnRef><a:fillRef idx="1"><a:schemeClr val="accent1"><a:hueOff val="0"/><a:satOff val="0"/><a:lumOff val="0"/><a:alphaOff val="0"/></a:schemeClr></a:fillRef><a:effectRef idx="1"><a:schemeClr val="accent1"><a:hueOff val="0"/><a:satOff val="0"/><a:lumOff val="0"/><a:alphaOff val="0"/></a:schemeClr></a:effectRef><a:fontRef idx="minor"><a:schemeClr val="lt1"/></a:fontRef></p:style><p:txBody><a:bodyPr/><a:lstStyle/><a:p><a:endParaRPr lang="en-GB" noProof="0" dirty="0"/></a:p></p:txBody></p:sp><p:sp><p:nvSpPr><p:cNvPr id="33" name="TextBox 32"><a:extLst><a:ext uri="{FF2B5EF4-FFF2-40B4-BE49-F238E27FC236}"><a16:creationId xmlns:a16="http://schemas.microsoft.com/office/drawing/2014/main" id="{C63A3717-BE58-1278-4394-851A3EEA0A76}"/></a:ext></a:extLst></p:cNvPr><p:cNvSpPr txBox="1"/><p:nvPr/></p:nvSpPr><p:spPr><a:xfrm><a:off x="4531" y="811355"/><a:ext cx="2453654" cy="1472192"/></a:xfrm><a:prstGeom prst="rect"><a:avLst/></a:prstGeom></p:spPr><p:style><a:lnRef idx="0"><a:scrgbClr r="0" g="0" b="0"/></a:lnRef><a:fillRef idx="0"><a:scrgbClr r="0" g="0" b="0"/></a:fillRef><a:effectRef idx="0"><a:scrgbClr r="0" g="0" b="0"/></a:effectRef><a:fontRef idx="minor"><a:schemeClr val="lt1"/></a:fontRef></p:style><p:txBody><a:bodyPr spcFirstLastPara="0" vert="horz" wrap="square" lIns="53340" tIns="53340" rIns="53340" bIns="53340" numCol="1" spcCol="1270" anchor="ctr" anchorCtr="0"><a:noAutofit/></a:bodyPr><a:lstStyle/><a:p><a:pPr marL="0" lvl="0" indent="0" algn="ctr" defTabSz="622300"><a:lnSpc><a:spcPct val="90000"/></a:lnSpc><a:spcBef><a:spcPct val="0"/></a:spcBef><a:spcAft><a:spcPct val="35000"/></a:spcAft><a:buNone/></a:pPr><a:r><a:rPr lang="en-GB" sz="1000" b="1" noProof="0" dirty="0"><a:solidFill><a:schemeClr val="bg1"/></a:solidFill><a:latin typeface="Montserrat" pitchFamily="2" charset="77"/><a:cs typeface="Arial"/></a:rPr><a:t>Referrals & Waitlist: </a:t></a:r><a:r><a:rPr lang="en-GB" sz="1000" noProof="0" dirty="0"><a:solidFill><a:schemeClr val="bg1"/></a:solidFill><a:latin typeface="Montserrat" pitchFamily="2" charset="77"/><a:cs typeface="Arial"/></a:rPr><a:t>e-RS digital referral intake and 18-week RTT clock tracking pathways.</a:t></a:r></a:p></p:txBody></p:sp></p:grpSp><p:grpSp><p:nvGrpSpPr><p:cNvPr id="35" name="Group 34"><a:extLst><a:ext uri="{FF2B5EF4-FFF2-40B4-BE49-F238E27FC236}"><a16:creationId xmlns:a16="http://schemas.microsoft.com/office/drawing/2014/main" id="{DBE6DB99-63AD-0099-C30C-D5FB7DFD2987}"/></a:ext></a:extLst></p:cNvPr><p:cNvGrpSpPr/><p:nvPr/></p:nvGrpSpPr><p:grpSpPr><a:xfrm><a:off x="1839908" y="2927000"/><a:ext cx="9749858" cy="607802"/><a:chOff x="4531" y="811355"/><a:chExt cx="2453654" cy="1472192"/></a:xfrm></p:grpSpPr><p:sp><p:nvSpPr><p:cNvPr id="37" name="Rectangle 36"><a:extLst><a:ext uri="{FF2B5EF4-FFF2-40B4-BE49-F238E27FC236}"><a16:creationId xmlns:a16="http://schemas.microsoft.com/office/drawing/2014/main" id="{4EE73295-CAE2-51AE-4F08-E4DC0F20513B}"/></a:ext></a:extLst></p:cNvPr><p:cNvSpPr/><p:nvPr/></p:nvSpPr><p:spPr><a:xfrm><a:off x="4531" y="811355"/><a:ext cx="2453654" cy="1472192"/></a:xfrm><a:prstGeom prst="rect"><a:avLst/></a:prstGeom></p:spPr><p:style><a:lnRef idx="3"><a:schemeClr val="lt1"><a:hueOff val="0"/><a:satOff val="0"/><a:lumOff val="0"/><a:alphaOff val="0"/></a:schemeClr></a:lnRef><a:fillRef idx="1"><a:schemeClr val="accent1"><a:hueOff val="0"/><a:satOff val="0"/><a:lumOff val="0"/><a:alphaOff val="0"/></a:schemeClr></a:fillRef><a:effectRef idx="1"><a:schemeClr val="accent1"><a:hueOff val="0"/><a:satOff val="0"/><a:lumOff val="0"/><a:alphaOff val="0"/></a:schemeClr></a:effectRef><a:fontRef idx="minor"><a:schemeClr val="lt1"/></a:fontRef></p:style><p:txBody><a:bodyPr/><a:lstStyle/><a:p><a:endParaRPr lang="en-GB" noProof="0" dirty="0"/></a:p></p:txBody></p:sp><p:sp><p:nvSpPr><p:cNvPr id="39" name="TextBox 38"><a:extLst><a:ext uri="{FF2B5EF4-FFF2-40B4-BE49-F238E27FC236}"><a16:creationId xmlns:a16="http://schemas.microsoft.com/office/drawing/2014/main" id="{F3590600-1A9E-D952-BD90-040B0E0BD223}"/></a:ext></a:extLst></p:cNvPr><p:cNvSpPr txBox="1"/><p:nvPr/></p:nvSpPr><p:spPr><a:xfrm><a:off x="4531" y="811355"/><a:ext cx="2453654" cy="1472192"/></a:xfrm><a:prstGeom prst="rect"><a:avLst/></a:prstGeom></p:spPr><p:style><a:lnRef idx="0"><a:scrgbClr r="0" g="0" b="0"/></a:lnRef><a:fillRef idx="0"><a:scrgbClr r="0" g="0" b="0"/></a:fillRef><a:effectRef idx="0"><a:scrgbClr r="0" g="0" b="0"/></a:effectRef><a:fontRef idx="minor"><a:schemeClr val="lt1"/></a:fontRef></p:style><p:txBody><a:bodyPr spcFirstLastPara="0" vert="horz" wrap="square" lIns="53340" tIns="53340" rIns="53340" bIns="53340" numCol="1" spcCol="1270" anchor="ctr" anchorCtr="0"><a:noAutofit/></a:bodyPr><a:lstStyle/><a:p><a:pPr marL="0" lvl="0" indent="0" algn="ctr" defTabSz="622300"><a:lnSpc><a:spcPct val="90000"/></a:lnSpc><a:spcBef><a:spcPct val="0"/></a:spcBef><a:spcAft><a:spcPct val="35000"/></a:spcAft><a:buNone/></a:pPr><a:r><a:rPr lang="en-GB" sz="1000" b="1" noProof="0" dirty="0"><a:solidFill><a:schemeClr val="bg1"/></a:solidFill><a:latin typeface="Montserrat" pitchFamily="2" charset="77"/><a:cs typeface="Arial"/></a:rPr><a:t>Clinic Booking & Wards: </a:t></a:r><a:r><a:rPr lang="en-GB" sz="1000" noProof="0" dirty="0"><a:solidFill><a:schemeClr val="bg1"/></a:solidFill><a:latin typeface="Montserrat" pitchFamily="2" charset="77"/><a:cs typeface="Arial"/></a:rPr><a:t>Consultant appointment slots scheduling and visual interactive bed boards.</a:t></a:r></a:p></p:txBody></p:sp></p:grpSp><p:grpSp><p:nvGrpSpPr><p:cNvPr id="41" name="Group 40"><a:extLst><a:ext uri="{FF2B5EF4-FFF2-40B4-BE49-F238E27FC236}"><a16:creationId xmlns:a16="http://schemas.microsoft.com/office/drawing/2014/main" id="{FF8F26EE-F4A9-1FD6-5442-238BA1C2FFA7}"/></a:ext></a:extLst></p:cNvPr><p:cNvGrpSpPr/><p:nvPr/></p:nvGrpSpPr><p:grpSpPr><a:xfrm><a:off x="1839908" y="3534802"/><a:ext cx="9749858" cy="607802"/><a:chOff x="4531" y="811355"/><a:chExt cx="2453654" cy="1472192"/></a:xfrm></p:grpSpPr><p:sp><p:nvSpPr><p:cNvPr id="43" name="Rectangle 42"><a:extLst><a:ext uri="{FF2B5EF4-FFF2-40B4-BE49-F238E27FC236}"><a16:creationId xmlns:a16="http://schemas.microsoft.com/office/drawing/2014/main" id="{3669770B-6012-0C2D-CC41-93E38AC85E20}"/></a:ext></a:extLst></p:cNvPr><p:cNvSpPr/><p:nvPr/></p:nvSpPr><p:spPr><a:xfrm><a:off x="4531" y="811355"/><a:ext cx="2453654" cy="1472192"/></a:xfrm><a:prstGeom prst="rect"><a:avLst/></a:prstGeom></p:spPr><p:style><a:lnRef idx="3"><a:schemeClr val="lt1"><a:hueOff val="0"/><a:satOff val="0"/><a:lumOff val="0"/><a:alphaOff val="0"/></a:schemeClr></a:lnRef><a:fillRef idx="1"><a:schemeClr val="accent1"><a:hueOff val="0"/><a:satOff val="0"/><a:lumOff val="0"/><a:alphaOff val="0"/></a:schemeClr></a:fillRef><a:effectRef idx="1"><a:schemeClr val="accent1"><a:hueOff val="0"/><a:satOff val="0"/><a:lumOff val="0"/><a:alphaOff val="0"/></a:schemeClr></a:effectRef><a:fontRef idx="minor"><a:schemeClr val="lt1"/></a:fontRef></p:style><p:txBody><a:bodyPr/><a:lstStyle/><a:p><a:endParaRPr lang="en-GB" noProof="0" dirty="0"/></a:p></p:txBody></p:sp><p:sp><p:nvSpPr><p:cNvPr id="44" name="TextBox 43"><a:extLst><a:ext uri="{FF2B5EF4-FFF2-40B4-BE49-F238E27FC236}"><a16:creationId xmlns:a16="http://schemas.microsoft.com/office/drawing/2014/main" id="{DBA782C0-F39B-18C2-9605-992AF13E2600}"/></a:ext></a:extLst></p:cNvPr><p:cNvSpPr txBox="1"/><p:nvPr/></p:nvSpPr><p:spPr><a:xfrm><a:off x="4531" y="811355"/><a:ext cx="2453654" cy="1472192"/></a:xfrm><a:prstGeom prst="rect"><a:avLst/></a:prstGeom></p:spPr><p:style><a:lnRef idx="0"><a:scrgbClr r="0" g="0" b="0"/></a:lnRef><a:fillRef idx="0"><a:scrgbClr r="0" g="0" b="0"/></a:fillRef><a:effectRef idx="0"><a:scrgbClr r="0" g="0" b="0"/></a:effectRef><a:fontRef idx="minor"><a:schemeClr val="lt1"/></a:fontRef></p:style><p:txBody><a:bodyPr spcFirstLastPara="0" vert="horz" wrap="square" lIns="53340" tIns="53340" rIns="53340" bIns="53340" numCol="1" spcCol="1270" anchor="ctr" anchorCtr="0"><a:noAutofit/></a:bodyPr><a:lstStyle/><a:p><a:pPr marL="0" lvl="0" indent="0" algn="ctr" defTabSz="622300"><a:lnSpc><a:spcPct val="90000"/></a:lnSpc><a:spcBef><a:spcPct val="0"/></a:spcBef><a:spcAft><a:spcPct val="35000"/></a:spcAft><a:buNone/></a:pPr><a:r><a:rPr lang="en-GB" sz="1000" b="1" noProof="0" dirty="0"><a:solidFill><a:schemeClr val="bg1"/></a:solidFill><a:latin typeface="Montserrat" pitchFamily="2" charset="77"/><a:cs typeface="Arial"/></a:rPr><a:t>Documents & Notes: </a:t></a:r><a:r><a:rPr lang="en-GB" sz="1000" noProof="0" dirty="0"><a:solidFill><a:schemeClr val="bg1"/></a:solidFill><a:latin typeface="Montserrat" pitchFamily="2" charset="77"/><a:cs typeface="Arial"/></a:rPr><a:t>Categorized progress logs and SOAP formatted clinical case documents.</a:t></a:r></a:p></p:txBody></p:sp></p:grpSp><p:grpSp><p:nvGrpSpPr><p:cNvPr id="45" name="Group 44"><a:extLst><a:ext uri="{FF2B5EF4-FFF2-40B4-BE49-F238E27FC236}"><a16:creationId xmlns:a16="http://schemas.microsoft.com/office/drawing/2014/main" id="{B584C48C-B5B1-88F0-8E82-43675930AB0C}"/></a:ext></a:extLst></p:cNvPr><p:cNvGrpSpPr/><p:nvPr/></p:nvGrpSpPr><p:grpSpPr><a:xfrm><a:off x="1839908" y="4141949"/><a:ext cx="9749858" cy="607802"/><a:chOff x="4531" y="811355"/><a:chExt cx="2453654" cy="1472192"/></a:xfrm></p:grpSpPr><p:sp><p:nvSpPr><p:cNvPr id="46" name="Rectangle 45"><a:extLst><a:ext uri="{FF2B5EF4-FFF2-40B4-BE49-F238E27FC236}"><a16:creationId xmlns:a16="http://schemas.microsoft.com/office/drawing/2014/main" id="{5858BF14-FAAD-CD65-79D3-61F2AA242C14}"/></a:ext></a:extLst></p:cNvPr><p:cNvSpPr/><p:nvPr/></p:nvSpPr><p:spPr><a:xfrm><a:off x="4531" y="811355"/><a:ext cx="2453654" cy="1472192"/></a:xfrm><a:prstGeom prst="rect"><a:avLst/></a:prstGeom></p:spPr><p:style><a:lnRef idx="3"><a:schemeClr val="lt1"><a:hueOff val="0"/><a:satOff val="0"/><a:lumOff val="0"/><a:alphaOff val="0"/></a:schemeClr></a:lnRef><a:fillRef idx="1"><a:schemeClr val="accent1"><a:hueOff val="0"/><a:satOff val="0"/><a:lumOff val="0"/><a:alphaOff val="0"/></a:schemeClr></a:fillRef><a:effectRef idx="1"><a:schemeClr val="accent1"><a:hueOff val="0"/><a:satOff val="0"/><a:lumOff val="0"/><a:alphaOff val="0"/></a:schemeClr></a:effectRef><a:fontRef idx="minor"><a:schemeClr val="lt1"/></a:fontRef></p:style><p:txBody><a:bodyPr/><a:lstStyle/><a:p><a:endParaRPr lang="en-GB" noProof="0" dirty="0"/></a:p></p:txBody></p:sp><p:sp><p:nvSpPr><p:cNvPr id="47" name="TextBox 46"><a:extLst><a:ext uri="{FF2B5EF4-FFF2-40B4-BE49-F238E27FC236}"><a16:creationId xmlns:a16="http://schemas.microsoft.com/office/drawing/2014/main" id="{48900A38-0B07-393D-CF19-DE17DE2C1712}"/></a:ext></a:extLst></p:cNvPr><p:cNvSpPr txBox="1"/><p:nvPr/></p:nvSpPr><p:spPr><a:xfrm><a:off x="4531" y="811355"/><a:ext cx="2453654" cy="1472192"/></a:xfrm><a:prstGeom prst="rect"><a:avLst/></a:prstGeom></p:spPr><p:style><a:lnRef idx="0"><a:scrgbClr r="0" g="0" b="0"/></a:lnRef><a:fillRef idx="0"><a:scrgbClr r="0" g="0" b="0"/></a:fillRef><a:effectRef idx="0"><a:scrgbClr r="0" g="0" b="0"/></a:effectRef><a:fontRef idx="minor"><a:schemeClr val="lt1"/></a:fontRef></p:style><p:txBody><a:bodyPr spcFirstLastPara="0" vert="horz" wrap="square" lIns="53340" tIns="53340" rIns="53340" bIns="53340" numCol="1" spcCol="1270" anchor="ctr" anchorCtr="0"><a:noAutofit/></a:bodyPr><a:lstStyle/><a:p><a:pPr marL="0" lvl="0" indent="0" algn="ctr" defTabSz="622300"><a:lnSpc><a:spcPct val="90000"/></a:lnSpc><a:spcBef><a:spcPct val="0"/></a:spcBef><a:spcAft><a:spcPct val="35000"/></a:spcAft><a:buNone/></a:pPr><a:r><a:rPr lang="en-GB" sz="1000" b="1" noProof="0" dirty="0"><a:solidFill><a:schemeClr val="bg1"/></a:solidFill><a:latin typeface="Montserrat" pitchFamily="2" charset="77"/><a:cs typeface="Arial"/></a:rPr><a:t>Clinical Alerts: </a:t></a:r><a:r><a:rPr lang="en-GB" sz="1000" noProof="0" dirty="0"><a:solidFill><a:schemeClr val="bg1"/></a:solidFill><a:latin typeface="Montserrat" pitchFamily="2" charset="77"/><a:cs typeface="Arial"/></a:rPr><a:t>Infection warning banners, high fall risk flags, and isolation warnings.</a:t></a:r></a:p></p:txBody></p:sp></p:grpSp><p:grpSp><p:nvGrpSpPr><p:cNvPr id="48" name="Group 47"><a:extLst><a:ext uri="{FF2B5EF4-FFF2-40B4-BE49-F238E27FC236}"><a16:creationId xmlns:a16="http://schemas.microsoft.com/office/drawing/2014/main" id="{62DB6C80-A5D7-AA82-1852-CE2FEC095B91}"/></a:ext></a:extLst></p:cNvPr><p:cNvGrpSpPr/><p:nvPr/></p:nvGrpSpPr><p:grpSpPr><a:xfrm><a:off x="1839908" y="5364207"/><a:ext cx="9749858" cy="607802"/><a:chOff x="4531" y="811355"/><a:chExt cx="2453654" cy="1472192"/></a:xfrm></p:grpSpPr><p:sp><p:nvSpPr><p:cNvPr id="49" name="Rectangle 48"><a:extLst><a:ext uri="{FF2B5EF4-FFF2-40B4-BE49-F238E27FC236}"><a16:creationId xmlns:a16="http://schemas.microsoft.com/office/drawing/2014/main" id="{AB6AFA49-D370-538A-2C94-4AB50B97031D}"/></a:ext></a:extLst></p:cNvPr><p:cNvSpPr/><p:nvPr/></p:nvSpPr><p:spPr><a:xfrm><a:off x="4531" y="811355"/><a:ext cx="2453654" cy="1472192"/></a:xfrm><a:prstGeom prst="rect"><a:avLst/></a:prstGeom></p:spPr><p:style><a:lnRef idx="3"><a:schemeClr val="lt1"><a:hueOff val="0"/><a:satOff val="0"/><a:lumOff val="0"/><a:alphaOff val="0"/></a:schemeClr></a:lnRef><a:fillRef idx="1"><a:schemeClr val="accent1"><a:hueOff val="0"/><a:satOff val="0"/><a:lumOff val="0"/><a:alphaOff val="0"/></a:schemeClr></a:fillRef><a:effectRef idx="1"><a:schemeClr val="accent1"><a:hueOff val="0"/><a:satOff val="0"/><a:lumOff val="0"/><a:alphaOff val="0"/></a:schemeClr></a:effectRef><a:fontRef idx="minor"><a:schemeClr val="lt1"/></a:fontRef></p:style><p:txBody><a:bodyPr/><a:lstStyle/><a:p><a:endParaRPr lang="en-GB" noProof="0" dirty="0"/></a:p></p:txBody></p:sp><p:sp><p:nvSpPr><p:cNvPr id="50" name="TextBox 49"><a:extLst><a:ext uri="{FF2B5EF4-FFF2-40B4-BE49-F238E27FC236}"><a16:creationId xmlns:a16="http://schemas.microsoft.com/office/drawing/2014/main" id="{67BF0F6E-D3B5-6AC7-CD9C-E05C36A99F54}"/></a:ext></a:extLst></p:cNvPr><p:cNvSpPr txBox="1"/><p:nvPr/></p:nvSpPr><p:spPr><a:xfrm><a:off x="4531" y="811355"/><a:ext cx="2453654" cy="1472192"/></a:xfrm><a:prstGeom prst="rect"><a:avLst/></a:prstGeom></p:spPr><p:style><a:lnRef idx="0"><a:scrgbClr r="0" g="0" b="0"/></a:lnRef><a:fillRef idx="0"><a:scrgbClr r="0" g="0" b="0"/></a:fillRef><a:effectRef idx="0"><a:scrgbClr r="0" g="0" b="0"/></a:effectRef><a:fontRef idx="minor"><a:schemeClr val="lt1"/></a:fontRef></p:style><p:txBody><a:bodyPr spcFirstLastPara="0" vert="horz" wrap="square" lIns="53340" tIns="53340" rIns="53340" bIns="53340" numCol="1" spcCol="1270" anchor="ctr" anchorCtr="0"><a:noAutofit/></a:bodyPr><a:lstStyle/><a:p><a:pPr marL="0" lvl="0" indent="0" algn="ctr" defTabSz="622300"><a:lnSpc><a:spcPct val="90000"/></a:lnSpc><a:spcBef><a:spcPct val="0"/></a:spcBef><a:spcAft><a:spcPct val="35000"/></a:spcAft><a:buNone/></a:pPr><a:r><a:rPr lang="en-GB" sz="1000" b="1" noProof="0" dirty="0"><a:solidFill><a:schemeClr val="bg1"/></a:solidFill><a:latin typeface="Montserrat" pitchFamily="2" charset="77"/><a:cs typeface="Arial"/></a:rPr><a:t>Operational Reports: </a:t></a:r><a:r><a:rPr lang="en-GB" sz="1000" noProof="0" dirty="0"><a:solidFill><a:schemeClr val="bg1"/></a:solidFill><a:latin typeface="Montserrat" pitchFamily="2" charset="77"/><a:cs typeface="Arial"/></a:rPr><a:t>Live hospital KPI charts and ward occupancy indicators.</a:t></a:r></a:p></p:txBody></p:sp></p:grpSp><p:grpSp><p:nvGrpSpPr><p:cNvPr id="7" name="Group 6"><a:extLst><a:ext uri="{FF2B5EF4-FFF2-40B4-BE49-F238E27FC236}"><a16:creationId xmlns:a16="http://schemas.microsoft.com/office/drawing/2014/main" id="{69F22FDA-495B-2277-81C4-052FA100EAFF}"/></a:ext></a:extLst></p:cNvPr><p:cNvGrpSpPr/><p:nvPr/></p:nvGrpSpPr><p:grpSpPr><a:xfrm><a:off x="1839908" y="4749096"/><a:ext cx="9749858" cy="607802"/><a:chOff x="4531" y="811355"/><a:chExt cx="2453654" cy="1472192"/></a:xfrm></p:grpSpPr><p:sp><p:nvSpPr><p:cNvPr id="8" name="Rectangle 7"><a:extLst><a:ext uri="{FF2B5EF4-FFF2-40B4-BE49-F238E27FC236}"><a16:creationId xmlns:a16="http://schemas.microsoft.com/office/drawing/2014/main" id="{A6343EAF-F437-171A-BBCE-1F8D984FDB43}"/></a:ext></a:extLst></p:cNvPr><p:cNvSpPr/><p:nvPr/></p:nvSpPr><p:spPr><a:xfrm><a:off x="4531" y="811355"/><a:ext cx="2453654" cy="1472192"/></a:xfrm><a:prstGeom prst="rect"><a:avLst/></a:prstGeom></p:spPr><p:style><a:lnRef idx="3"><a:schemeClr val="lt1"><a:hueOff val="0"/><a:satOff val="0"/><a:lumOff val="0"/><a:alphaOff val="0"/></a:schemeClr></a:lnRef><a:fillRef idx="1"><a:schemeClr val="accent1"><a:hueOff val="0"/><a:satOff val="0"/><a:lumOff val="0"/><a:alphaOff val="0"/></a:schemeClr></a:fillRef><a:effectRef idx="1"><a:schemeClr val="accent1"><a:hueOff val="0"/><a:satOff val="0"/><a:lumOff val="0"/><a:alphaOff val="0"/></a:schemeClr></a:effectRef><a:fontRef idx="minor"><a:schemeClr val="lt1"/></a:fontRef></p:style><p:txBody><a:bodyPr/><a:lstStyle/><a:p><a:endParaRPr lang="en-GB" noProof="0" dirty="0"/></a:p></p:txBody></p:sp><p:sp><p:nvSpPr><p:cNvPr id="9" name="TextBox 8"><a:extLst><a:ext uri="{FF2B5EF4-FFF2-40B4-BE49-F238E27FC236}"><a16:creationId xmlns:a16="http://schemas.microsoft.com/office/drawing/2014/main" id="{D1A28DF8-05E8-AE3B-D357-42E23A1FEA13}"/></a:ext></a:extLst></p:cNvPr><p:cNvSpPr txBox="1"/><p:nvPr/></p:nvSpPr><p:spPr><a:xfrm><a:off x="4531" y="811355"/><a:ext cx="2453654" cy="1472192"/></a:xfrm><a:prstGeom prst="rect"><a:avLst/></a:prstGeom></p:spPr><p:style><a:lnRef idx="0"><a:scrgbClr r="0" g="0" b="0"/></a:lnRef><a:fillRef idx="0"><a:scrgbClr r="0" g="0" b="0"/></a:fillRef><a:effectRef idx="0"><a:scrgbClr r="0" g="0" b="0"/></a:effectRef><a:fontRef idx="minor"><a:schemeClr val="lt1"/></a:fontRef></p:style><p:txBody><a:bodyPr spcFirstLastPara="0" vert="horz" wrap="square" lIns="53340" tIns="53340" rIns="53340" bIns="53340" numCol="1" spcCol="1270" anchor="ctr" anchorCtr="0"><a:noAutofit/></a:bodyPr><a:lstStyle/><a:p><a:pPr marL="0" lvl="0" indent="0" algn="ctr" defTabSz="622300"><a:lnSpc><a:spcPct val="90000"/></a:lnSpc><a:spcBef><a:spcPct val="0"/></a:spcBef><a:spcAft><a:spcPct val="35000"/></a:spcAft><a:buNone/></a:pPr><a:r><a:rPr lang="en-GB" sz="1000" b="1" noProof="0" dirty="0"><a:solidFill><a:schemeClr val="bg1"/></a:solidFill><a:latin typeface="Montserrat" pitchFamily="2" charset="77"/><a:cs typeface="Arial"/></a:rPr><a:t>Multi-Tab Core: </a:t></a:r><a:r><a:rPr lang="en-GB" sz="1000" noProof="0" dirty="0"><a:solidFill><a:schemeClr val="bg1"/></a:solidFill><a:latin typeface="Montserrat" pitchFamily="2" charset="77"/><a:cs typeface="Arial"/></a:rPr><a:t>Multiple open patient workspaces without context overlap.</a:t></a:r></a:p></p:txBody></p:sp></p:grpSp><p:grpSp><p:nvGrpSpPr><p:cNvPr id="10" name="Group 9"><a:extLst><a:ext uri="{FF2B5EF4-FFF2-40B4-BE49-F238E27FC236}"><a16:creationId xmlns:a16="http://schemas.microsoft.com/office/drawing/2014/main" id="{8099A449-03BD-CFDB-E7B6-0A1BC051899A}"/></a:ext></a:extLst></p:cNvPr><p:cNvGrpSpPr/><p:nvPr/></p:nvGrpSpPr><p:grpSpPr><a:xfrm><a:off x="1839908" y="5972009"/><a:ext cx="9749858" cy="607802"/><a:chOff x="4531" y="811355"/><a:chExt cx="2453654" cy="1472192"/></a:xfrm></p:grpSpPr><p:sp><p:nvSpPr><p:cNvPr id="11" name="Rectangle 10"><a:extLst><a:ext uri="{FF2B5EF4-FFF2-40B4-BE49-F238E27FC236}"><a16:creationId xmlns:a16="http://schemas.microsoft.com/office/drawing/2014/main" id="{FC9171DB-F39B-FE9D-EAC6-D09A523FD8F1}"/></a:ext></a:extLst></p:cNvPr><p:cNvSpPr/><p:nvPr/></p:nvSpPr><p:spPr><a:xfrm><a:off x="4531" y="811355"/><a:ext cx="2453654" cy="1472192"/></a:xfrm><a:prstGeom prst="rect"><a:avLst/></a:prstGeom></p:spPr><p:style><a:lnRef idx="3"><a:schemeClr val="lt1"><a:hueOff val="0"/><a:satOff val="0"/><a:lumOff val="0"/><a:alphaOff val="0"/></a:schemeClr></a:lnRef><a:fillRef idx="1"><a:schemeClr val="accent1"><a:hueOff val="0"/><a:satOff val="0"/><a:lumOff val="0"/><a:alphaOff val="0"/></a:schemeClr></a:fillRef><a:effectRef idx="1"><a:schemeClr val="accent1"><a:hueOff val="0"/><a:satOff val="0"/><a:lumOff val="0"/><a:alphaOff val="0"/></a:schemeClr></a:effectRef><a:fontRef idx="minor"><a:schemeClr val="lt1"/></a:fontRef></p:style><p:txBody><a:bodyPr/><a:lstStyle/><a:p><a:endParaRPr lang="en-GB" noProof="0" dirty="0"/></a:p></p:txBody></p:sp><p:sp><p:nvSpPr><p:cNvPr id="12" name="TextBox 11"><a:extLst><a:ext uri="{FF2B5EF4-FFF2-40B4-BE49-F238E27FC236}"><a16:creationId xmlns:a16="http://schemas.microsoft.com/office/drawing/2014/main" id="{8677FE19-D40A-8C22-52C0-05553278C3CE}"/></a:ext></a:extLst></p:cNvPr><p:cNvSpPr txBox="1"/><p:nvPr/></p:nvSpPr><p:spPr><a:xfrm><a:off x="4531" y="811355"/><a:ext cx="2453654" cy="1472192"/></a:xfrm><a:prstGeom prst="rect"><a:avLst/></a:prstGeom></p:spPr><p:style><a:lnRef idx="0"><a:scrgbClr r="0" g="0" b="0"/></a:lnRef><a:fillRef idx="0"><a:scrgbClr r="0" g="0" b="0"/></a:fillRef><a:effectRef idx="0"><a:scrgbClr r="0" g="0" b="0"/></a:effectRef><a:fontRef idx="minor"><a:schemeClr val="lt1"/></a:fontRef></p:style><p:txBody><a:bodyPr spcFirstLastPara="0" vert="horz" wrap="square" lIns="53340" tIns="53340" rIns="53340" bIns="53340" numCol="1" spcCol="1270" anchor="ctr" anchorCtr="0"><a:noAutofit/></a:bodyPr><a:lstStyle/><a:p><a:pPr marL="0" lvl="0" indent="0" algn="ctr" defTabSz="622300"><a:lnSpc><a:spcPct val="90000"/></a:lnSpc><a:spcBef><a:spcPct val="0"/></a:spcBef><a:spcAft><a:spcPct val="35000"/></a:spcAft><a:buNone/></a:pPr><a:r><a:rPr lang="en-GB" sz="1000" b="1" noProof="0" dirty="0"><a:solidFill><a:schemeClr val="bg1"/></a:solidFill><a:latin typeface="Montserrat" pitchFamily="2" charset="77"/><a:cs typeface="Arial"/></a:rPr><a:t>Demographics Checksum: </a:t></a:r><a:r><a:rPr lang="en-GB" sz="1000" noProof="0" dirty="0"><a:solidFill><a:schemeClr val="bg1"/></a:solidFill><a:latin typeface="Montserrat" pitchFamily="2" charset="77"/><a:cs typeface="Arial"/></a:rPr><a:t>English NHS, Scottish CHI, and Irish IHI validation check digits.</a:t></a:r></a:p></p:txBody></p:sp></p:grpSp></p:spTree><p:extLst><p:ext uri="{BB962C8B-B14F-4D97-AF65-F5344CB8AC3E}"><p14:creationId xmlns:p14="http://schemas.microsoft.com/office/powerpoint/2010/main" val="2328789685"/></p:ext></p:extLst></p:cSld><p:clrMapOvr><a:masterClrMapping/></p:clrMapOvr>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25DFA-DEF6-6B47-B7DF-0D3BA09C253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sz="2800" noProof="0" dirty="0"/>
              <a:t>AI-Assisted Development (Antigravity AI)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CD63555-EA94-952F-76CE-19040EFE6BA0}"/>
              </a:ext>
            </a:extLst>
          </p:cNvPr>
          <p:cNvGrpSpPr/>
          <p:nvPr/>
        </p:nvGrpSpPr>
        <p:grpSpPr>
          <a:xfrm>
            <a:off x="613342" y="2426571"/>
            <a:ext cx="2392761" cy="1626092"/>
            <a:chOff x="4531" y="811355"/>
            <a:chExt cx="2453654" cy="147219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461F4E0-D09E-AEF1-05DC-2C3607608676}"/>
                </a:ext>
              </a:extLst>
            </p:cNvPr>
            <p:cNvSpPr/>
            <p:nvPr/>
          </p:nvSpPr>
          <p:spPr>
            <a:xfrm>
              <a:off x="4531" y="811355"/>
              <a:ext cx="2453654" cy="1472192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noProof="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5FB6F4-AE55-0507-1A37-8CEFB1F3B900}"/>
                </a:ext>
              </a:extLst>
            </p:cNvPr>
            <p:cNvSpPr txBox="1"/>
            <p:nvPr/>
          </p:nvSpPr>
          <p:spPr>
            <a:xfrm>
              <a:off x="4531" y="811355"/>
              <a:ext cx="2453654" cy="14721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b="1" noProof="0" dirty="0">
                  <a:solidFill>
                    <a:schemeClr val="bg1"/>
                  </a:solidFill>
                  <a:latin typeface="Montserrat" pitchFamily="2" charset="77"/>
                  <a:cs typeface="Arial"/>
                </a:rPr>
                <a:t>UI Prototyping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000" b="1" noProof="0" dirty="0">
                <a:solidFill>
                  <a:schemeClr val="bg1"/>
                </a:solidFill>
                <a:latin typeface="Montserrat" pitchFamily="2" charset="77"/>
                <a:cs typeface="Arial"/>
              </a:endParaRP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noProof="0" dirty="0">
                  <a:solidFill>
                    <a:schemeClr val="bg1"/>
                  </a:solidFill>
                  <a:latin typeface="Montserrat" pitchFamily="2" charset="77"/>
                  <a:cs typeface="Arial"/>
                </a:rPr>
                <a:t>Developed 12 fully custom healthcare modules using CSS in a fraction of typical front-end delivery times.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66309E2-F964-923A-E460-DD8A7C9B11A7}"/>
              </a:ext>
            </a:extLst>
          </p:cNvPr>
          <p:cNvGrpSpPr/>
          <p:nvPr/>
        </p:nvGrpSpPr>
        <p:grpSpPr>
          <a:xfrm>
            <a:off x="3454195" y="2426571"/>
            <a:ext cx="2392761" cy="1626092"/>
            <a:chOff x="4531" y="811355"/>
            <a:chExt cx="2453654" cy="147219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287439-B300-DA38-5149-65A96A969003}"/>
                </a:ext>
              </a:extLst>
            </p:cNvPr>
            <p:cNvSpPr/>
            <p:nvPr/>
          </p:nvSpPr>
          <p:spPr>
            <a:xfrm>
              <a:off x="4531" y="811355"/>
              <a:ext cx="2453654" cy="1472192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noProof="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0EE7F89-7107-910B-A93D-50D3B3E6459A}"/>
                </a:ext>
              </a:extLst>
            </p:cNvPr>
            <p:cNvSpPr txBox="1"/>
            <p:nvPr/>
          </p:nvSpPr>
          <p:spPr>
            <a:xfrm>
              <a:off x="4531" y="811355"/>
              <a:ext cx="2453654" cy="14721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b="1" noProof="0" dirty="0">
                  <a:solidFill>
                    <a:schemeClr val="bg1"/>
                  </a:solidFill>
                  <a:latin typeface="Montserrat" pitchFamily="2" charset="77"/>
                  <a:cs typeface="Arial"/>
                </a:rPr>
                <a:t>Validation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000" b="1" noProof="0" dirty="0">
                <a:solidFill>
                  <a:schemeClr val="bg1"/>
                </a:solidFill>
                <a:latin typeface="Montserrat" pitchFamily="2" charset="77"/>
                <a:cs typeface="Arial"/>
              </a:endParaRP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noProof="0" dirty="0">
                  <a:solidFill>
                    <a:schemeClr val="bg1"/>
                  </a:solidFill>
                  <a:latin typeface="Montserrat" pitchFamily="2" charset="77"/>
                  <a:cs typeface="Arial"/>
                </a:rPr>
                <a:t>Generated and implemented complex NHS, CHI, and IHI modulus 11 check digit checksum logic.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F884F1-D882-2B03-A2FD-DED140955B71}"/>
              </a:ext>
            </a:extLst>
          </p:cNvPr>
          <p:cNvGrpSpPr/>
          <p:nvPr/>
        </p:nvGrpSpPr>
        <p:grpSpPr>
          <a:xfrm>
            <a:off x="6295048" y="2426571"/>
            <a:ext cx="2392761" cy="1626092"/>
            <a:chOff x="4531" y="811355"/>
            <a:chExt cx="2453654" cy="14721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17C2653-4F4F-2033-1B77-01DD8F6DC0AA}"/>
                </a:ext>
              </a:extLst>
            </p:cNvPr>
            <p:cNvSpPr/>
            <p:nvPr/>
          </p:nvSpPr>
          <p:spPr>
            <a:xfrm>
              <a:off x="4531" y="811355"/>
              <a:ext cx="2453654" cy="1472192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FDE0C1-414F-C32E-FE2A-EBF6641555B1}"/>
                </a:ext>
              </a:extLst>
            </p:cNvPr>
            <p:cNvSpPr txBox="1"/>
            <p:nvPr/>
          </p:nvSpPr>
          <p:spPr>
            <a:xfrm>
              <a:off x="4531" y="811355"/>
              <a:ext cx="2453654" cy="14721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b="1" noProof="0" dirty="0">
                  <a:solidFill>
                    <a:schemeClr val="bg1"/>
                  </a:solidFill>
                  <a:latin typeface="Montserrat" pitchFamily="2" charset="77"/>
                  <a:cs typeface="Arial"/>
                </a:rPr>
                <a:t>Seeder Automation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000" b="1" noProof="0" dirty="0">
                <a:solidFill>
                  <a:schemeClr val="bg1"/>
                </a:solidFill>
                <a:latin typeface="Montserrat" pitchFamily="2" charset="77"/>
                <a:cs typeface="Arial"/>
              </a:endParaRP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noProof="0" dirty="0">
                  <a:solidFill>
                    <a:schemeClr val="bg1"/>
                  </a:solidFill>
                  <a:latin typeface="Montserrat" pitchFamily="2" charset="77"/>
                  <a:cs typeface="Arial"/>
                </a:rPr>
                <a:t>Programmed a seeder mapping 110+ patients, 35 doctors, and hundreds of clinic records.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526B63-0600-5C62-01A7-0A0522919EB4}"/>
              </a:ext>
            </a:extLst>
          </p:cNvPr>
          <p:cNvGrpSpPr/>
          <p:nvPr/>
        </p:nvGrpSpPr>
        <p:grpSpPr>
          <a:xfrm>
            <a:off x="9135901" y="2426571"/>
            <a:ext cx="2392761" cy="1626092"/>
            <a:chOff x="4531" y="811355"/>
            <a:chExt cx="2453654" cy="147219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48D3BB-E8E3-F345-8581-3F4FCDC06AB8}"/>
                </a:ext>
              </a:extLst>
            </p:cNvPr>
            <p:cNvSpPr/>
            <p:nvPr/>
          </p:nvSpPr>
          <p:spPr>
            <a:xfrm>
              <a:off x="4531" y="811355"/>
              <a:ext cx="2453654" cy="1472192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noProof="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67ACD1C-3109-E764-C9B7-672A03209F04}"/>
                </a:ext>
              </a:extLst>
            </p:cNvPr>
            <p:cNvSpPr txBox="1"/>
            <p:nvPr/>
          </p:nvSpPr>
          <p:spPr>
            <a:xfrm>
              <a:off x="4531" y="811355"/>
              <a:ext cx="2453654" cy="14721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b="1" noProof="0" dirty="0">
                  <a:solidFill>
                    <a:schemeClr val="bg1"/>
                  </a:solidFill>
                  <a:latin typeface="Montserrat" pitchFamily="2" charset="77"/>
                  <a:cs typeface="Arial"/>
                </a:rPr>
                <a:t>Interactive State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000" b="1" noProof="0" dirty="0">
                <a:solidFill>
                  <a:schemeClr val="bg1"/>
                </a:solidFill>
                <a:latin typeface="Montserrat" pitchFamily="2" charset="77"/>
                <a:cs typeface="Arial"/>
              </a:endParaRP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noProof="0" dirty="0">
                  <a:solidFill>
                    <a:schemeClr val="bg1"/>
                  </a:solidFill>
                  <a:latin typeface="Montserrat" pitchFamily="2" charset="77"/>
                  <a:cs typeface="Arial"/>
                </a:rPr>
                <a:t>Simulated ward transfer, cleaning, and discharge state workflows without needing an active backing API.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056B55-A7EB-6B04-0A6D-969AC61FC8B4}"/>
              </a:ext>
            </a:extLst>
          </p:cNvPr>
          <p:cNvGrpSpPr/>
          <p:nvPr/>
        </p:nvGrpSpPr>
        <p:grpSpPr>
          <a:xfrm>
            <a:off x="9135901" y="4390545"/>
            <a:ext cx="2392761" cy="1626092"/>
            <a:chOff x="4531" y="811355"/>
            <a:chExt cx="2453654" cy="147219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6E8A20E-2485-19D0-BDE3-FC7F282ACBE4}"/>
                </a:ext>
              </a:extLst>
            </p:cNvPr>
            <p:cNvSpPr/>
            <p:nvPr/>
          </p:nvSpPr>
          <p:spPr>
            <a:xfrm>
              <a:off x="4531" y="811355"/>
              <a:ext cx="2453654" cy="1472192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noProof="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CF2B981-9883-3779-3510-6FA6D59BF909}"/>
                </a:ext>
              </a:extLst>
            </p:cNvPr>
            <p:cNvSpPr txBox="1"/>
            <p:nvPr/>
          </p:nvSpPr>
          <p:spPr>
            <a:xfrm>
              <a:off x="4531" y="811355"/>
              <a:ext cx="2453654" cy="14721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b="1" noProof="0" dirty="0">
                  <a:solidFill>
                    <a:schemeClr val="bg1"/>
                  </a:solidFill>
                  <a:latin typeface="Montserrat" pitchFamily="2" charset="77"/>
                  <a:cs typeface="Arial"/>
                </a:rPr>
                <a:t>Tab Management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000" b="1" noProof="0" dirty="0">
                <a:solidFill>
                  <a:schemeClr val="bg1"/>
                </a:solidFill>
                <a:latin typeface="Montserrat" pitchFamily="2" charset="77"/>
                <a:cs typeface="Arial"/>
              </a:endParaRP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noProof="0" dirty="0">
                  <a:solidFill>
                    <a:schemeClr val="bg1"/>
                  </a:solidFill>
                  <a:latin typeface="Montserrat" pitchFamily="2" charset="77"/>
                  <a:cs typeface="Arial"/>
                </a:rPr>
                <a:t>Created client-side tab state preservation and context switching for multiple patients.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3919890-6C4E-AE9E-6B0A-5B9F5BEDDD7E}"/>
              </a:ext>
            </a:extLst>
          </p:cNvPr>
          <p:cNvGrpSpPr/>
          <p:nvPr/>
        </p:nvGrpSpPr>
        <p:grpSpPr>
          <a:xfrm>
            <a:off x="6295048" y="4390546"/>
            <a:ext cx="2392761" cy="1626092"/>
            <a:chOff x="4531" y="811355"/>
            <a:chExt cx="2453654" cy="147219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BB5DA4C-D2E8-4759-A23F-C63B21D8A9F0}"/>
                </a:ext>
              </a:extLst>
            </p:cNvPr>
            <p:cNvSpPr/>
            <p:nvPr/>
          </p:nvSpPr>
          <p:spPr>
            <a:xfrm>
              <a:off x="4531" y="811355"/>
              <a:ext cx="2453654" cy="1472192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noProof="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A348DB-7A95-C2EA-4B8F-FE5D72F79ED2}"/>
                </a:ext>
              </a:extLst>
            </p:cNvPr>
            <p:cNvSpPr txBox="1"/>
            <p:nvPr/>
          </p:nvSpPr>
          <p:spPr>
            <a:xfrm>
              <a:off x="4531" y="811355"/>
              <a:ext cx="2453654" cy="14721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b="1" noProof="0" dirty="0">
                  <a:solidFill>
                    <a:schemeClr val="bg1"/>
                  </a:solidFill>
                  <a:latin typeface="Montserrat" pitchFamily="2" charset="77"/>
                  <a:cs typeface="Arial"/>
                </a:rPr>
                <a:t>Verification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000" b="1" noProof="0" dirty="0">
                <a:solidFill>
                  <a:schemeClr val="bg1"/>
                </a:solidFill>
                <a:latin typeface="Montserrat" pitchFamily="2" charset="77"/>
                <a:cs typeface="Arial"/>
              </a:endParaRP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noProof="0" dirty="0">
                  <a:solidFill>
                    <a:schemeClr val="bg1"/>
                  </a:solidFill>
                  <a:latin typeface="Montserrat" pitchFamily="2" charset="77"/>
                  <a:cs typeface="Arial"/>
                </a:rPr>
                <a:t>Automated tests and compilation verification to ensure zero runtime issues.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20DD6CF-2F62-27A0-8393-B69822F50AE0}"/>
              </a:ext>
            </a:extLst>
          </p:cNvPr>
          <p:cNvGrpSpPr/>
          <p:nvPr/>
        </p:nvGrpSpPr>
        <p:grpSpPr>
          <a:xfrm>
            <a:off x="3454195" y="4390546"/>
            <a:ext cx="2392761" cy="1626092"/>
            <a:chOff x="4531" y="811355"/>
            <a:chExt cx="2453654" cy="147219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D5E2804-B922-B82C-2ED2-9F4D7DBF13D5}"/>
                </a:ext>
              </a:extLst>
            </p:cNvPr>
            <p:cNvSpPr/>
            <p:nvPr/>
          </p:nvSpPr>
          <p:spPr>
            <a:xfrm>
              <a:off x="4531" y="811355"/>
              <a:ext cx="2453654" cy="1472192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noProof="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E68B2A-FCC2-F494-035A-46B38C32EEA6}"/>
                </a:ext>
              </a:extLst>
            </p:cNvPr>
            <p:cNvSpPr txBox="1"/>
            <p:nvPr/>
          </p:nvSpPr>
          <p:spPr>
            <a:xfrm>
              <a:off x="4531" y="811355"/>
              <a:ext cx="2453654" cy="14721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b="1" noProof="0" dirty="0">
                  <a:solidFill>
                    <a:schemeClr val="bg1"/>
                  </a:solidFill>
                  <a:latin typeface="Montserrat" pitchFamily="2" charset="77"/>
                  <a:cs typeface="Arial"/>
                </a:rPr>
                <a:t>Walkthroughs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000" b="1" noProof="0" dirty="0">
                <a:solidFill>
                  <a:schemeClr val="bg1"/>
                </a:solidFill>
                <a:latin typeface="Montserrat" pitchFamily="2" charset="77"/>
                <a:cs typeface="Arial"/>
              </a:endParaRP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noProof="0" dirty="0">
                  <a:solidFill>
                    <a:schemeClr val="bg1"/>
                  </a:solidFill>
                  <a:latin typeface="Montserrat" pitchFamily="2" charset="77"/>
                  <a:cs typeface="Arial"/>
                </a:rPr>
                <a:t>Generated structured walkthroughs and project documentations.</a:t>
              </a:r>
            </a:p>
          </p:txBody>
        </p:sp>
      </p:grpSp>
      <p:sp>
        <p:nvSpPr>
          <p:cNvPr id="29" name="Rectangle 2">
            <a:extLst>
              <a:ext uri="{FF2B5EF4-FFF2-40B4-BE49-F238E27FC236}">
                <a16:creationId xmlns:a16="http://schemas.microsoft.com/office/drawing/2014/main" id="{5C0B0529-D8BF-3CCB-128F-4C6A322AD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78" y="4890562"/>
            <a:ext cx="5226508" cy="23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graphicFrame>
        <p:nvGraphicFramePr>
          <p:cNvPr id="30" name="Diagram 29">
            <a:extLst>
              <a:ext uri="{FF2B5EF4-FFF2-40B4-BE49-F238E27FC236}">
                <a16:creationId xmlns:a16="http://schemas.microsoft.com/office/drawing/2014/main" id="{03384CB4-2401-2FA4-1AD5-8C6B2D0AA0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3492761"/>
              </p:ext>
            </p:extLst>
          </p:nvPr>
        </p:nvGraphicFramePr>
        <p:xfrm>
          <a:off x="613341" y="4380096"/>
          <a:ext cx="2392761" cy="1819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34AFC6-9344-FE4D-BBCC-CC76B634496F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3006103" y="3239617"/>
            <a:ext cx="4480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7832BC5-1AAE-0F68-27C2-1CDF5C165819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5846956" y="3239617"/>
            <a:ext cx="4480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97A8919-FC0C-2F7A-4015-121FF3FC4A92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8687809" y="3239617"/>
            <a:ext cx="4480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005D73A-40FF-FEC6-1728-B4D5F195CBAC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>
            <a:off x="10332282" y="4052663"/>
            <a:ext cx="0" cy="337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E7F2AF3-F083-C13F-6D97-D555993BE980}"/>
              </a:ext>
            </a:extLst>
          </p:cNvPr>
          <p:cNvCxnSpPr>
            <a:stCxn id="18" idx="1"/>
            <a:endCxn id="21" idx="3"/>
          </p:cNvCxnSpPr>
          <p:nvPr/>
        </p:nvCxnSpPr>
        <p:spPr>
          <a:xfrm flipH="1">
            <a:off x="8687809" y="5203591"/>
            <a:ext cx="4480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E76E98-A00B-5581-2351-C593F2EB9C4E}"/>
              </a:ext>
            </a:extLst>
          </p:cNvPr>
          <p:cNvCxnSpPr>
            <a:stCxn id="21" idx="1"/>
            <a:endCxn id="24" idx="3"/>
          </p:cNvCxnSpPr>
          <p:nvPr/>
        </p:nvCxnSpPr>
        <p:spPr>
          <a:xfrm flipH="1">
            <a:off x="5846956" y="5203592"/>
            <a:ext cx="4480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62DC3E-E485-CEBD-6B42-97894FF0528F}"/>
              </a:ext>
            </a:extLst>
          </p:cNvPr>
          <p:cNvSpPr txBox="1">
            <a:spLocks/>
          </p:cNvSpPr>
          <p:nvPr/>
        </p:nvSpPr>
        <p:spPr>
          <a:xfrm>
            <a:off x="486078" y="766820"/>
            <a:ext cx="11225334" cy="15477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Montserrat" pitchFamily="2" charset="77"/>
                <a:ea typeface="+mn-ea"/>
                <a:cs typeface="+mn-cs"/>
              </a:defRPr>
            </a:lvl1pPr>
            <a:lvl2pPr marL="3429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sz="1400" b="0" noProof="0" dirty="0">
              <a:solidFill>
                <a:schemeClr val="tx2"/>
              </a:solidFill>
              <a:highlight>
                <a:srgbClr val="FFFF00"/>
              </a:highlight>
              <a:latin typeface="Montserrat" pitchFamily="2" charset="77"/>
            </a:endParaRP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Using Antigravity AI allowed us to accelerate our enterprise development lifecycle by over 80% with high-fidelity output.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15377327"/>
      </p:ext>
    </p:extLst>
  </p:cSld>
  <p:clrMapOvr>
    <a:masterClrMapping/>
  </p:clrMapOvr>
</p:sld>
</file>

<file path=ppt/slides/slide6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pic><p:nvPicPr><p:cNvPr id="1028" name="Picture 4" descr="Oman | History, Map, Flag, Capital, Population, &amp; Facts | Britannica"><a:extLst><a:ext uri="{FF2B5EF4-FFF2-40B4-BE49-F238E27FC236}"><a16:creationId xmlns:a16="http://schemas.microsoft.com/office/drawing/2014/main" id="{71519EAC-9AA7-61F5-96EE-9FB97EDE2904}"/></a:ext></a:extLst></p:cNvPr><p:cNvPicPr><a:picLocks noChangeAspect="1" noChangeArrowheads="1"/></p:cNvPicPr><p:nvPr/></p:nvPicPr><p:blipFill><a:blip r:embed="rId2"><a:extLst><a:ext uri="{28A0092B-C50C-407E-A947-70E740481C1C}"><a14:useLocalDpi xmlns:a14="http://schemas.microsoft.com/office/drawing/2010/main" val="0"/></a:ext></a:extLst></a:blip><a:srcRect/><a:stretch><a:fillRect/></a:stretch></p:blipFill><p:spPr bwMode="auto"><a:xfrm><a:off x="4114976" y="4473791"/><a:ext cx="2307713" cy="1459006"/></a:xfrm><a:prstGeom prst="rect"><a:avLst/></a:prstGeom><a:noFill/><a:extLst><a:ext uri="{909E8E84-426E-40DD-AFC4-6F175D3DCCD1}"><a14:hiddenFill xmlns:a14="http://schemas.microsoft.com/office/drawing/2010/main"><a:solidFill><a:srgbClr val="FFFFFF"/></a:solidFill></a14:hiddenFill></a:ext></a:extLst></p:spPr></p:pic><p:grpSp><p:nvGrpSpPr><p:cNvPr id="26" name="Group 25"><a:extLst><a:ext uri="{FF2B5EF4-FFF2-40B4-BE49-F238E27FC236}"><a16:creationId xmlns:a16="http://schemas.microsoft.com/office/drawing/2014/main" id="{E97DCAA0-5115-7606-B095-463F1356900B}"/></a:ext></a:extLst></p:cNvPr><p:cNvGrpSpPr/><p:nvPr/></p:nvGrpSpPr><p:grpSpPr><a:xfrm><a:off x="6560609" y="1239606"/><a:ext cx="2319158" cy="1404853"/><a:chOff x="622476" y="1013420"/><a:chExt cx="2319158" cy="1546105"/></a:xfrm></p:grpSpPr><p:pic><p:nvPicPr><p:cNvPr id="10" name="Picture 9"><a:extLst><a:ext uri="{FF2B5EF4-FFF2-40B4-BE49-F238E27FC236}"><a16:creationId xmlns:a16="http://schemas.microsoft.com/office/drawing/2014/main" id="{FB6EF8D4-1C79-49FF-322D-88DB1609C583}"/></a:ext></a:extLst></p:cNvPr><p:cNvPicPr><a:picLocks noChangeAspect="1"/></p:cNvPicPr><p:nvPr/></p:nvPicPr><p:blipFill><a:blip r:embed="rId3"><a:grayscl/><a:extLst><a:ext uri="{28A0092B-C50C-407E-A947-70E740481C1C}"><a14:useLocalDpi xmlns:a14="http://schemas.microsoft.com/office/drawing/2010/main" val="0"/></a:ext></a:extLst></a:blip><a:stretch><a:fillRect/></a:stretch></p:blipFill><p:spPr><a:xfrm><a:off x="622476" y="1013420"/><a:ext cx="2319158" cy="1546105"/></a:xfrm><a:prstGeom prst="rect"><a:avLst/></a:prstGeom></p:spPr></p:pic><p:sp><p:nvSpPr><p:cNvPr id="11" name="Rectangle 10"><a:extLst><a:ext uri="{FF2B5EF4-FFF2-40B4-BE49-F238E27FC236}"><a16:creationId xmlns:a16="http://schemas.microsoft.com/office/drawing/2014/main" id="{C0CF7B64-F9AE-967C-0D16-EFAB15D0ABB8}"/></a:ext></a:extLst></p:cNvPr><p:cNvSpPr><a:spLocks noChangeArrowheads="1"/></p:cNvSpPr><p:nvPr/></p:nvSpPr><p:spPr bwMode="auto"><a:xfrm><a:off x="1970908" y="2107800"/><a:ext cx="911239" cy="397768"/></a:xfrm><a:prstGeom prst="rect"><a:avLst/></a:prstGeom><a:solidFill><a:schemeClr val="bg1"/></a:solidFill><a:ln w="9525"><a:noFill/><a:miter lim="800000"/><a:headEnd/><a:tailEnd/></a:ln></p:spPr><p:txBody><a:bodyPr wrap="none" anchor="ctr"/><a:lstStyle/><a:p><a:pPr algn="ctr"><a:lnSpc><a:spcPct val="90000"/></a:lnSpc><a:spcAft><a:spcPts val="400"/></a:spcAft></a:pPr><a:r><a:rPr lang="en-GB" sz="1100" noProof="0" dirty="0"/><a:t>Login Portal</a:t></a:r></a:p><a:p><a:pPr algn="ctr"><a:lnSpc><a:spcPct val="90000"/></a:lnSpc><a:spcAft><a:spcPts val="400"/></a:spcAft></a:pPr><a:r><a:rPr lang="en-GB" sz="1100" noProof="0" dirty="0"/><a:t>Demo Users Grid</a:t></a:r></a:p></p:txBody></p:sp></p:grpSp><p:sp><p:nvSpPr><p:cNvPr id="15" name="Rectangle 10"><a:extLst><a:ext uri="{FF2B5EF4-FFF2-40B4-BE49-F238E27FC236}"><a16:creationId xmlns:a16="http://schemas.microsoft.com/office/drawing/2014/main" id="{C4AA892B-4BE1-FD48-4B93-4DA66A9FE186}"/></a:ext></a:extLst></p:cNvPr><p:cNvSpPr><a:spLocks noChangeArrowheads="1"/></p:cNvSpPr><p:nvPr/></p:nvSpPr><p:spPr bwMode="auto"><a:xfrm><a:off x="4198101" y="5650766"/><a:ext cx="2171589" cy="229174"/></a:xfrm><a:prstGeom prst="rect"><a:avLst/></a:prstGeom><a:solidFill><a:schemeClr val="bg1"/></a:solidFill><a:ln w="9525"><a:noFill/><a:miter lim="800000"/><a:headEnd/><a:tailEnd/></a:ln></p:spPr><p:txBody><a:bodyPr wrap="none" anchor="ctr"/><a:lstStyle/><a:p><a:pPr algn="ctr"><a:lnSpc><a:spcPct val="90000"/></a:lnSpc><a:spcAft><a:spcPts val="400"/></a:spcAft></a:pPr><a:r><a:rPr lang="en-GB" sz="1100" noProof="0" dirty="0"/><a:t>Clinical Console Dashboard</a:t></a:r></a:p></p:txBody></p:sp><p:pic><p:nvPicPr><p:cNvPr id="18" name="Picture 17" descr="Shape, circle&#xA;&#xA;Description automatically generated"><a:extLst><a:ext uri="{FF2B5EF4-FFF2-40B4-BE49-F238E27FC236}"><a16:creationId xmlns:a16="http://schemas.microsoft.com/office/drawing/2014/main" id="{C7C9DB3A-0572-96CF-4B9D-2F7B21D674CF}"/></a:ext></a:extLst></p:cNvPr><p:cNvPicPr><a:picLocks noChangeAspect="1"/></p:cNvPicPr><p:nvPr/></p:nvPicPr><p:blipFill><a:blip r:embed="rId4"/><a:stretch><a:fillRect/></a:stretch></p:blipFill><p:spPr><a:xfrm><a:off x="6828633" y="2686364"/><a:ext cx="1849256" cy="1620001"/></a:xfrm><a:prstGeom prst="rect"><a:avLst/></a:prstGeom></p:spPr></p:pic><p:sp><p:nvSpPr><p:cNvPr id="19" name="Rectangle 10"><a:extLst><a:ext uri="{FF2B5EF4-FFF2-40B4-BE49-F238E27FC236}"><a16:creationId xmlns:a16="http://schemas.microsoft.com/office/drawing/2014/main" id="{86CCB682-0A5E-9BA5-BC31-A6652C78A2FD}"/></a:ext></a:extLst></p:cNvPr><p:cNvSpPr><a:spLocks noChangeArrowheads="1"/></p:cNvSpPr><p:nvPr/></p:nvSpPr><p:spPr bwMode="auto"><a:xfrm><a:off x="7720188" y="3665189"/><a:ext cx="1487637" cy="397768"/></a:xfrm><a:prstGeom prst="rect"><a:avLst/></a:prstGeom><a:solidFill><a:schemeClr val="bg1"/></a:solidFill><a:ln w="9525"><a:noFill/><a:miter lim="800000"/><a:headEnd/><a:tailEnd/></a:ln></p:spPr><p:txBody><a:bodyPr wrap="none" anchor="ctr"/><a:lstStyle/><a:p><a:pPr algn="ctr"><a:lnSpc><a:spcPct val="90000"/></a:lnSpc><a:spcAft><a:spcPts val="400"/></a:spcAft></a:pPr><a:r><a:rPr lang="en-GB" sz="1100" noProof="0" dirty="0"/><a:t>Patient Search</a:t></a:r></a:p><a:p><a:pPr algn="ctr"><a:lnSpc><a:spcPct val="90000"/></a:lnSpc><a:spcAft><a:spcPts val="400"/></a:spcAft></a:pPr><a:r><a:rPr lang="en-GB" sz="1100" noProof="0" dirty="0"/><a:t>Context Locking</a:t></a:r></a:p></p:txBody></p:sp><p:pic><p:nvPicPr><p:cNvPr id="20" name="Picture 19"><a:extLst><a:ext uri="{FF2B5EF4-FFF2-40B4-BE49-F238E27FC236}"><a16:creationId xmlns:a16="http://schemas.microsoft.com/office/drawing/2014/main" id="{3C7D271E-4012-CA93-6CC5-D75675F81E92}"/></a:ext></a:extLst></p:cNvPr><p:cNvPicPr><a:picLocks noChangeAspect="1"/></p:cNvPicPr><p:nvPr/></p:nvPicPr><p:blipFill><a:blip r:embed="rId5"/><a:stretch><a:fillRect/></a:stretch></p:blipFill><p:spPr><a:xfrm><a:off x="4114977" y="2706457"/><a:ext cx="2307713" cy="1541553"/></a:xfrm><a:prstGeom prst="rect"><a:avLst/></a:prstGeom></p:spPr></p:pic><p:sp><p:nvSpPr><p:cNvPr id="21" name="Rectangle 10"><a:extLst><a:ext uri="{FF2B5EF4-FFF2-40B4-BE49-F238E27FC236}"><a16:creationId xmlns:a16="http://schemas.microsoft.com/office/drawing/2014/main" id="{FAE8E1E1-9A8E-CF45-2ECE-7E04E6C147FA}"/></a:ext></a:extLst></p:cNvPr><p:cNvSpPr><a:spLocks noChangeArrowheads="1"/></p:cNvSpPr><p:nvPr/></p:nvSpPr><p:spPr bwMode="auto"><a:xfrm><a:off x="4477988" y="3885915"/><a:ext cx="1611817" cy="245282"/></a:xfrm><a:prstGeom prst="rect"><a:avLst/></a:prstGeom><a:solidFill><a:schemeClr val="bg1"/></a:solidFill><a:ln w="9525"><a:noFill/><a:miter lim="800000"/><a:headEnd/><a:tailEnd/></a:ln></p:spPr><p:txBody><a:bodyPr wrap="none" anchor="ctr"/><a:lstStyle/><a:p><a:pPr algn="ctr"><a:lnSpc><a:spcPct val="90000"/></a:lnSpc><a:spcAft><a:spcPts val="400"/></a:spcAft></a:pPr><a:r><a:rPr lang="en-GB" sz="1100" noProof="0" dirty="0"/><a:t>Create Referral</a:t></a:r></a:p></p:txBody></p:sp><p:pic><p:nvPicPr><p:cNvPr id="2050" name="Picture 2" descr="Image result for image of crowdstrike"><a:extLst><a:ext uri="{FF2B5EF4-FFF2-40B4-BE49-F238E27FC236}"><a16:creationId xmlns:a16="http://schemas.microsoft.com/office/drawing/2014/main" id="{D433FE32-6582-9F92-3D68-9EE97A20D546}"/></a:ext></a:extLst></p:cNvPr><p:cNvPicPr><a:picLocks noChangeAspect="1" noChangeArrowheads="1"/></p:cNvPicPr><p:nvPr/></p:nvPicPr><p:blipFill><a:blip r:embed="rId6"><a:extLst><a:ext uri="{28A0092B-C50C-407E-A947-70E740481C1C}"><a14:useLocalDpi xmlns:a14="http://schemas.microsoft.com/office/drawing/2010/main" val="0"/></a:ext></a:extLst></a:blip><a:srcRect/><a:stretch><a:fillRect/></a:stretch></p:blipFill><p:spPr bwMode="auto"><a:xfrm><a:off x="9179224" y="4504614"/><a:ext cx="2377710" cy="1546105"/></a:xfrm><a:prstGeom prst="rect"><a:avLst/></a:prstGeom><a:noFill/><a:extLst><a:ext uri="{909E8E84-426E-40DD-AFC4-6F175D3DCCD1}"><a14:hiddenFill xmlns:a14="http://schemas.microsoft.com/office/drawing/2010/main"><a:solidFill><a:srgbClr val="FFFFFF"/></a:solidFill></a14:hiddenFill></a:ext></a:extLst></p:spPr></p:pic><p:sp><p:nvSpPr><p:cNvPr id="22" name="Rectangle 10"><a:extLst><a:ext uri="{FF2B5EF4-FFF2-40B4-BE49-F238E27FC236}"><a16:creationId xmlns:a16="http://schemas.microsoft.com/office/drawing/2014/main" id="{671FFDEA-2E87-585A-F068-31828E3D7AC0}"/></a:ext></a:extLst></p:cNvPr><p:cNvSpPr><a:spLocks noChangeArrowheads="1"/></p:cNvSpPr><p:nvPr/></p:nvSpPr><p:spPr bwMode="auto"><a:xfrm><a:off x="10304340" y="4721414"/><a:ext cx="1611817" cy="245282"/></a:xfrm><a:prstGeom prst="rect"><a:avLst/></a:prstGeom><a:solidFill><a:schemeClr val="bg1"/></a:solidFill><a:ln w="9525"><a:noFill/><a:miter lim="800000"/><a:headEnd/><a:tailEnd/></a:ln></p:spPr><p:txBody><a:bodyPr wrap="none" anchor="ctr"/><a:lstStyle/><a:p><a:pPr algn="ctr"><a:lnSpc><a:spcPct val="90000"/></a:lnSpc><a:spcAft><a:spcPts val="400"/></a:spcAft></a:pPr><a:r><a:rPr lang="en-GB" sz="1100" noProof="0" dirty="0"/><a:t>Create Waitlist</a:t></a:r></a:p></p:txBody></p:sp><p:grpSp><p:nvGrpSpPr><p:cNvPr id="3" name="Group 2"><a:extLst><a:ext uri="{FF2B5EF4-FFF2-40B4-BE49-F238E27FC236}"><a16:creationId xmlns:a16="http://schemas.microsoft.com/office/drawing/2014/main" id="{F6DC139E-79BE-3CF6-06AC-F9086F73A880}"/></a:ext></a:extLst></p:cNvPr><p:cNvGrpSpPr/><p:nvPr/></p:nvGrpSpPr><p:grpSpPr><a:xfrm><a:off x="9155987" y="1239606"/><a:ext cx="2390299" cy="1341560"/><a:chOff x="1731873" y="1268403"/><a:chExt cx="2268917" cy="1341560"/></a:xfrm></p:grpSpPr><p:pic><p:nvPicPr><p:cNvPr id="16" name="Picture 6" descr="Big earthquake shakes Thailand's north | Bangkok Post: learning"><a:extLst><a:ext uri="{FF2B5EF4-FFF2-40B4-BE49-F238E27FC236}"><a16:creationId xmlns:a16="http://schemas.microsoft.com/office/drawing/2014/main" id="{935F835E-62B1-C3E4-E16D-CFBB68102E36}"/></a:ext></a:extLst></p:cNvPr><p:cNvPicPr><a:picLocks noChangeAspect="1" noChangeArrowheads="1"/></p:cNvPicPr><p:nvPr/></p:nvPicPr><p:blipFill><a:blip r:embed="rId7"><a:extLst><a:ext uri="{28A0092B-C50C-407E-A947-70E740481C1C}"><a14:useLocalDpi xmlns:a14="http://schemas.microsoft.com/office/drawing/2010/main" val="0"/></a:ext></a:extLst></a:blip><a:srcRect/><a:stretch><a:fillRect/></a:stretch></p:blipFill><p:spPr bwMode="auto"><a:xfrm><a:off x="1731873" y="1268403"/><a:ext cx="2268917" cy="1341560"/></a:xfrm><a:prstGeom prst="rect"><a:avLst/></a:prstGeom><a:noFill/><a:extLst><a:ext uri="{909E8E84-426E-40DD-AFC4-6F175D3DCCD1}"><a14:hiddenFill xmlns:a14="http://schemas.microsoft.com/office/drawing/2010/main"><a:solidFill><a:srgbClr val="FFFFFF"/></a:solidFill></a14:hiddenFill></a:ext></a:extLst></p:spPr></p:pic><p:sp><p:nvSpPr><p:cNvPr id="17" name="Rectangle 10"><a:extLst><a:ext uri="{FF2B5EF4-FFF2-40B4-BE49-F238E27FC236}"><a16:creationId xmlns:a16="http://schemas.microsoft.com/office/drawing/2014/main" id="{5FE84A62-0D68-139B-A4CC-9983F5EA5903}"/></a:ext></a:extLst></p:cNvPr><p:cNvSpPr><a:spLocks noChangeArrowheads="1"/></p:cNvSpPr><p:nvPr/></p:nvSpPr><p:spPr bwMode="auto"><a:xfrm><a:off x="1945524" y="1357748"/><a:ext cx="1954755" cy="249641"/></a:xfrm><a:prstGeom prst="rect"><a:avLst/></a:prstGeom><a:solidFill><a:schemeClr val="bg1"/></a:solidFill><a:ln w="9525"><a:noFill/><a:miter lim="800000"/><a:headEnd/><a:tailEnd/></a:ln></p:spPr><p:txBody><a:bodyPr wrap="none" anchor="ctr"/><a:lstStyle/><a:p><a:pPr algn="ctr"><a:lnSpc><a:spcPct val="90000"/></a:lnSpc><a:spcAft><a:spcPts val="400"/></a:spcAft></a:pPr><a:r><a:rPr lang="en-GB" sz="1100" noProof="0" dirty="0"/><a:t>Book Clinic Slot</a:t></a:r></a:p></p:txBody></p:sp></p:grpSp><p:pic><p:nvPicPr><p:cNvPr id="23" name="Picture 6" descr="Cyclone Alfred forms in the Coral Sea, but where will he go next? 7NEWS ..."><a:extLst><a:ext uri="{FF2B5EF4-FFF2-40B4-BE49-F238E27FC236}"><a16:creationId xmlns:a16="http://schemas.microsoft.com/office/drawing/2014/main" id="{FB3A5170-3209-9031-861A-0CA6E9E58659}"/></a:ext></a:extLst></p:cNvPr><p:cNvPicPr><a:picLocks noChangeAspect="1" noChangeArrowheads="1"/></p:cNvPicPr><p:nvPr/></p:nvPicPr><p:blipFill><a:blip r:embed="rId8"><a:extLst><a:ext uri="{28A0092B-C50C-407E-A947-70E740481C1C}"><a14:useLocalDpi xmlns:a14="http://schemas.microsoft.com/office/drawing/2010/main" val="0"/></a:ext></a:extLst></a:blip><a:srcRect/><a:stretch><a:fillRect/></a:stretch></p:blipFill><p:spPr bwMode="auto"><a:xfrm><a:off x="4114976" y="1245024"/><a:ext cx="2249839" cy="1336141"/></a:xfrm><a:prstGeom prst="rect"><a:avLst/></a:prstGeom><a:noFill/><a:extLst><a:ext uri="{909E8E84-426E-40DD-AFC4-6F175D3DCCD1}"><a14:hiddenFill xmlns:a14="http://schemas.microsoft.com/office/drawing/2010/main"><a:solidFill><a:srgbClr val="FFFFFF"/></a:solidFill></a14:hiddenFill></a:ext></a:extLst></p:spPr></p:pic><p:sp><p:nvSpPr><p:cNvPr id="7" name="Rectangle 10"><a:extLst><a:ext uri="{FF2B5EF4-FFF2-40B4-BE49-F238E27FC236}"><a16:creationId xmlns:a16="http://schemas.microsoft.com/office/drawing/2014/main" id="{70D50BA8-2C74-87E5-4A22-7D3D45479C26}"/></a:ext></a:extLst></p:cNvPr><p:cNvSpPr><a:spLocks noChangeArrowheads="1"/></p:cNvSpPr><p:nvPr/></p:nvSpPr><p:spPr bwMode="auto"><a:xfrm><a:off x="4161867" y="1281228"/><a:ext cx="2117129" cy="234305"/></a:xfrm><a:prstGeom prst="rect"><a:avLst/></a:prstGeom><a:solidFill><a:schemeClr val="bg1"/></a:solidFill><a:ln w="9525"><a:noFill/><a:miter lim="800000"/><a:headEnd/><a:tailEnd/></a:ln></p:spPr><p:txBody><a:bodyPr wrap="none" anchor="ctr"/><a:lstStyle/><a:p><a:pPr algn="ctr"><a:lnSpc><a:spcPct val="90000"/></a:lnSpc><a:spcAft><a:spcPts val="400"/></a:spcAft></a:pPr><a:r><a:rPr lang="en-GB" sz="1100" noProof="0" dirty="0"/><a:t>Ward Management Board</a:t></a:r></a:p></p:txBody></p:sp><p:grpSp><p:nvGrpSpPr><p:cNvPr id="25" name="Group 24"><a:extLst><a:ext uri="{FF2B5EF4-FFF2-40B4-BE49-F238E27FC236}"><a16:creationId xmlns:a16="http://schemas.microsoft.com/office/drawing/2014/main" id="{E97DBFEE-CFC1-BBEC-7EE4-7006D2135547}"/></a:ext></a:extLst></p:cNvPr><p:cNvGrpSpPr/><p:nvPr/></p:nvGrpSpPr><p:grpSpPr><a:xfrm><a:off x="6595268" y="4466406"/><a:ext cx="2249839" cy="1459006"/><a:chOff x="6627590" y="1239606"/><a:chExt cx="2249839" cy="1344543"/></a:xfrm></p:grpSpPr><p:pic><p:nvPicPr><p:cNvPr id="24" name="Picture 8" descr="Power Crisis in Spain: Blackouts Reported After Major Outage - tech ..."><a:extLst><a:ext uri="{FF2B5EF4-FFF2-40B4-BE49-F238E27FC236}"><a16:creationId xmlns:a16="http://schemas.microsoft.com/office/drawing/2014/main" id="{8AE0E538-428F-C13A-486B-A972EBFB952D}"/></a:ext></a:extLst></p:cNvPr><p:cNvPicPr><a:picLocks noChangeAspect="1" noChangeArrowheads="1"/></p:cNvPicPr><p:nvPr/></p:nvPicPr><p:blipFill><a:blip r:embed="rId9"><a:extLst><a:ext uri="{28A0092B-C50C-407E-A947-70E740481C1C}"><a14:useLocalDpi xmlns:a14="http://schemas.microsoft.com/office/drawing/2010/main" val="0"/></a:ext></a:extLst></a:blip><a:srcRect/><a:stretch><a:fillRect/></a:stretch></p:blipFill><p:spPr bwMode="auto"><a:xfrm><a:off x="6627590" y="1239606"/><a:ext cx="2249839" cy="1344543"/></a:xfrm><a:prstGeom prst="rect"><a:avLst/></a:prstGeom><a:noFill/><a:extLst><a:ext uri="{909E8E84-426E-40DD-AFC4-6F175D3DCCD1}"><a14:hiddenFill xmlns:a14="http://schemas.microsoft.com/office/drawing/2010/main"><a:solidFill><a:srgbClr val="FFFFFF"/></a:solidFill></a14:hiddenFill></a:ext></a:extLst></p:spPr></p:pic><p:sp><p:nvSpPr><p:cNvPr id="5" name="Rectangle 10"><a:extLst><a:ext uri="{FF2B5EF4-FFF2-40B4-BE49-F238E27FC236}"><a16:creationId xmlns:a16="http://schemas.microsoft.com/office/drawing/2014/main" id="{86910C01-39A9-9D61-1213-E4ABF870C2E7}"/></a:ext></a:extLst></p:cNvPr><p:cNvSpPr><a:spLocks noChangeArrowheads="1"/></p:cNvSpPr><p:nvPr/></p:nvSpPr><p:spPr bwMode="auto"><a:xfrm><a:off x="7941363" y="2110444"/><a:ext cx="872067" cy="431800"/></a:xfrm><a:prstGeom prst="rect"><a:avLst/></a:prstGeom><a:solidFill><a:schemeClr val="bg1"/></a:solidFill><a:ln w="9525"><a:noFill/><a:miter lim="800000"/><a:headEnd/><a:tailEnd/></a:ln></p:spPr><p:txBody><a:bodyPr wrap="none" anchor="ctr"/><a:lstStyle/><a:p><a:pPr algn="ctr"><a:lnSpc><a:spcPct val="90000"/></a:lnSpc><a:spcAft><a:spcPts val="400"/></a:spcAft></a:pPr><a:r><a:rPr lang="en-GB" sz="1100" noProof="0" dirty="0"/><a:t>Interactive Beds</a:t></a:r></a:p><a:p><a:pPr algn="ctr"><a:lnSpc><a:spcPct val="90000"/></a:lnSpc><a:spcAft><a:spcPts val="400"/></a:spcAft></a:pPr><a:r><a:rPr lang="en-GB" sz="1100" noProof="0" dirty="0"/><a:t>Reports & KPIs</a:t></a:r></a:p></p:txBody></p:sp></p:grpSp><p:pic><p:nvPicPr><p:cNvPr id="27" name="Picture 12" descr="Middle east map with flags stock vector. Illustration of cyprus ..."><a:extLst><a:ext uri="{FF2B5EF4-FFF2-40B4-BE49-F238E27FC236}"><a16:creationId xmlns:a16="http://schemas.microsoft.com/office/drawing/2014/main" id="{84484E41-1D39-0BC2-65C9-69FADC4CFC09}"/></a:ext></a:extLst></p:cNvPr><p:cNvPicPr><a:picLocks noChangeAspect="1" noChangeArrowheads="1"/></p:cNvPicPr><p:nvPr/></p:nvPicPr><p:blipFill><a:blip r:embed="rId10"><a:extLst><a:ext uri="{28A0092B-C50C-407E-A947-70E740481C1C}"><a14:useLocalDpi xmlns:a14="http://schemas.microsoft.com/office/drawing/2010/main" val="0"/></a:ext></a:extLst></a:blip><a:srcRect/><a:stretch><a:fillRect/></a:stretch></p:blipFill><p:spPr bwMode="auto"><a:xfrm><a:off x="9155987" y="2723690"/><a:ext cx="2359821" cy="1507085"/></a:xfrm><a:prstGeom prst="rect"><a:avLst/></a:prstGeom><a:noFill/><a:extLst><a:ext uri="{909E8E84-426E-40DD-AFC4-6F175D3DCCD1}"><a14:hiddenFill xmlns:a14="http://schemas.microsoft.com/office/drawing/2010/main"><a:solidFill><a:srgbClr val="FFFFFF"/></a:solidFill></a14:hiddenFill></a:ext></a:extLst></p:spPr></p:pic><p:sp><p:nvSpPr><p:cNvPr id="28" name="Rectangle 10"><a:extLst><a:ext uri="{FF2B5EF4-FFF2-40B4-BE49-F238E27FC236}"><a16:creationId xmlns:a16="http://schemas.microsoft.com/office/drawing/2014/main" id="{A8B403FF-CCC3-BA18-5D16-DDB41C28A5CE}"/></a:ext></a:extLst></p:cNvPr><p:cNvSpPr><a:spLocks noChangeArrowheads="1"/></p:cNvSpPr><p:nvPr/></p:nvSpPr><p:spPr bwMode="auto"><a:xfrm><a:off x="9292571" y="2739725"/><a:ext cx="2117129" cy="230560"/></a:xfrm><a:prstGeom prst="rect"><a:avLst/></a:prstGeom><a:solidFill><a:schemeClr val="bg1"/></a:solidFill><a:ln w="9525"><a:noFill/><a:miter lim="800000"/><a:headEnd/><a:tailEnd/></a:ln></p:spPr><p:txBody><a:bodyPr wrap="none" anchor="ctr"/><a:lstStyle/><a:p><a:pPr algn="ctr"><a:lnSpc><a:spcPct val="90000"/></a:lnSpc><a:spcAft><a:spcPts val="400"/></a:spcAft></a:pPr><a:r><a:rPr lang="en-GB" sz="1100" noProof="0" dirty="0"/><a:t>Save Note & Redirect</a:t></a:r></a:p></p:txBody></p:sp><p:sp><p:nvSpPr><p:cNvPr id="2" name="Titre 1"><a:extLst><a:ext uri="{FF2B5EF4-FFF2-40B4-BE49-F238E27FC236}"><a16:creationId xmlns:a16="http://schemas.microsoft.com/office/drawing/2014/main" id="{C6CA4796-F035-D5AF-C905-9B0DC036571F}"/></a:ext></a:extLst></p:cNvPr><p:cNvSpPr txBox="1"><a:spLocks/></p:cNvSpPr><p:nvPr/></p:nvSpPr><p:spPr><a:xfrm><a:off x="448082" y="2133902"/><a:ext cx="3538388" cy="461530"/></a:xfrm><a:prstGeom prst="rect"><a:avLst/></a:prstGeom></p:spPr><p:txBody><a:bodyPr/><a:lstStyle><a:lvl1pPr algn="l" rtl="0" eaLnBrk="0" fontAlgn="base" hangingPunct="0"><a:lnSpc><a:spcPct val="90000"/></a:lnSpc><a:spcBef><a:spcPct val="0"/></a:spcBef><a:spcAft><a:spcPct val="0"/></a:spcAft><a:defRPr sz="4400" kern="1200"><a:solidFill><a:schemeClr val="tx1"/></a:solidFill><a:latin typeface="Montserrat" pitchFamily="2" charset="77"/><a:ea typeface="+mj-ea"/><a:cs typeface="+mj-cs"/></a:defRPr></a:lvl1pPr><a:lvl2pPr algn="l" rtl="0" eaLnBrk="0" fontAlgn="base" hangingPunct="0"><a:lnSpc><a:spcPct val="90000"/></a:lnSpc><a:spcBef><a:spcPct val="0"/></a:spcBef><a:spcAft><a:spcPct val="0"/></a:spcAft><a:defRPr sz="4400"><a:solidFill><a:schemeClr val="tx1"/></a:solidFill><a:latin typeface="Montserrat" panose="00000500000000000000" pitchFamily="2" charset="0"/></a:defRPr></a:lvl2pPr><a:lvl3pPr algn="l" rtl="0" eaLnBrk="0" fontAlgn="base" hangingPunct="0"><a:lnSpc><a:spcPct val="90000"/></a:lnSpc><a:spcBef><a:spcPct val="0"/></a:spcBef><a:spcAft><a:spcPct val="0"/></a:spcAft><a:defRPr sz="4400"><a:solidFill><a:schemeClr val="tx1"/></a:solidFill><a:latin typeface="Montserrat" panose="00000500000000000000" pitchFamily="2" charset="0"/></a:defRPr></a:lvl3pPr><a:lvl4pPr algn="l" rtl="0" eaLnBrk="0" fontAlgn="base" hangingPunct="0"><a:lnSpc><a:spcPct val="90000"/></a:lnSpc><a:spcBef><a:spcPct val="0"/></a:spcBef><a:spcAft><a:spcPct val="0"/></a:spcAft><a:defRPr sz="4400"><a:solidFill><a:schemeClr val="tx1"/></a:solidFill><a:latin typeface="Montserrat" panose="00000500000000000000" pitchFamily="2" charset="0"/></a:defRPr></a:lvl4pPr><a:lvl5pPr algn="l" rtl="0" eaLnBrk="0" fontAlgn="base" hangingPunct="0"><a:lnSpc><a:spcPct val="90000"/></a:lnSpc><a:spcBef><a:spcPct val="0"/></a:spcBef><a:spcAft><a:spcPct val="0"/></a:spcAft><a:defRPr sz="4400"><a:solidFill><a:schemeClr val="tx1"/></a:solidFill><a:latin typeface="Montserrat" panose="00000500000000000000" pitchFamily="2" charset="0"/></a:defRPr></a:lvl5pPr><a:lvl6pPr marL="457200" algn="l" rtl="0" fontAlgn="base"><a:lnSpc><a:spcPct val="90000"/></a:lnSpc><a:spcBef><a:spcPct val="0"/></a:spcBef><a:spcAft><a:spcPct val="0"/></a:spcAft><a:defRPr sz="4400"><a:solidFill><a:schemeClr val="tx1"/></a:solidFill><a:latin typeface="Montserrat" panose="00000500000000000000" pitchFamily="2" charset="0"/></a:defRPr></a:lvl6pPr><a:lvl7pPr marL="914400" algn="l" rtl="0" fontAlgn="base"><a:lnSpc><a:spcPct val="90000"/></a:lnSpc><a:spcBef><a:spcPct val="0"/></a:spcBef><a:spcAft><a:spcPct val="0"/></a:spcAft><a:defRPr sz="4400"><a:solidFill><a:schemeClr val="tx1"/></a:solidFill><a:latin typeface="Montserrat" panose="00000500000000000000" pitchFamily="2" charset="0"/></a:defRPr></a:lvl7pPr><a:lvl8pPr marL="1371600" algn="l" rtl="0" fontAlgn="base"><a:lnSpc><a:spcPct val="90000"/></a:lnSpc><a:spcBef><a:spcPct val="0"/></a:spcBef><a:spcAft><a:spcPct val="0"/></a:spcAft><a:defRPr sz="4400"><a:solidFill><a:schemeClr val="tx1"/></a:solidFill><a:latin typeface="Montserrat" panose="00000500000000000000" pitchFamily="2" charset="0"/></a:defRPr></a:lvl8pPr><a:lvl9pPr marL="1828800" algn="l" rtl="0" fontAlgn="base"><a:lnSpc><a:spcPct val="90000"/></a:lnSpc><a:spcBef><a:spcPct val="0"/></a:spcBef><a:spcAft><a:spcPct val="0"/></a:spcAft><a:defRPr sz="4400"><a:solidFill><a:schemeClr val="tx1"/></a:solidFill><a:latin typeface="Montserrat" panose="00000500000000000000" pitchFamily="2" charset="0"/></a:defRPr></a:lvl9pPr></a:lstStyle><a:p><a:pPr algn="ctr"/><a:r><a:rPr lang="en-GB" sz="2800" b="1" noProof="0" dirty="0"><a:solidFill><a:schemeClr val="accent1"/></a:solidFill><a:cs typeface="Arial"/><a:sym typeface="Arial"/></a:rPr><a:t>Multi-Tab</a:t></a:r></a:p><a:p><a:pPr algn="ctr"/><a:endParaRPr lang="en-GB" sz="2800" b="1" noProof="0" dirty="0"><a:solidFill><a:schemeClr val="accent1"/></a:solidFill><a:cs typeface="Arial"/><a:sym typeface="Arial"/></a:endParaRPr></a:p><a:p><a:pPr algn="ctr"/><a:r><a:rPr lang="en-GB" sz="2800" b="1" noProof="0" dirty="0"><a:solidFill><a:schemeClr val="accent1"/></a:solidFill><a:cs typeface="Arial"/><a:sym typeface="Arial"/></a:rPr><a:t>Context Isolation</a:t></a:r></a:p><a:p><a:pPr algn="ctr"/><a:r><a:rPr lang="en-GB" sz="2800" b="1" noProof="0" dirty="0"><a:solidFill><a:schemeClr val="accent1"/></a:solidFill><a:cs typeface="Arial"/><a:sym typeface="Arial"/></a:rPr><a:t>Sign Out Screen</a:t></a:r><a:endParaRPr lang="en-GB" sz="2800" b="1" noProof="0" dirty="0"><a:solidFill><a:schemeClr val="accent1"/></a:solidFill><a:cs typeface="Arial"/></a:endParaRPr></a:p></p:txBody></p:sp></p:spTree><p:extLst><p:ext uri="{BB962C8B-B14F-4D97-AF65-F5344CB8AC3E}"><p14:creationId xmlns:p14="http://schemas.microsoft.com/office/powerpoint/2010/main" val="2012544756"/></p:ext></p:extLst></p:cSld><p:clrMapOvr><a:masterClrMapping/></p:clrMapOvr></p:sld>
</file>

<file path=ppt/slides/slide7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Titre 1"><a:extLst><a:ext uri="{FF2B5EF4-FFF2-40B4-BE49-F238E27FC236}"><a16:creationId xmlns:a16="http://schemas.microsoft.com/office/drawing/2014/main" id="{36225DFA-DEF6-6B47-B7DF-0D3BA09C2536}"/></a:ext></a:extLst></p:cNvPr><p:cNvSpPr><a:spLocks noGrp="1"/></p:cNvSpPr><p:nvPr><p:ph type="title"/></p:nvPr></p:nvSpPr><p:spPr><a:prstGeom prst="rect"><a:avLst/></a:prstGeom></p:spPr><p:txBody><a:bodyPr/><a:lstStyle/><a:p><a:r><a:rPr lang="en-GB" sz="2800" noProof="0" dirty="0"/><a:t>Technical Highlights</a:t></a:r></a:p></p:txBody></p:sp><p:sp><p:nvSpPr><p:cNvPr id="3" name="Content Placeholder 4"><a:extLst><a:ext uri="{FF2B5EF4-FFF2-40B4-BE49-F238E27FC236}"><a16:creationId xmlns:a16="http://schemas.microsoft.com/office/drawing/2014/main" id="{78742DA5-B5E8-CC30-A0D6-E90ED8568E5B}"/></a:ext></a:extLst></p:cNvPr><p:cNvSpPr txBox="1"><a:spLocks/></p:cNvSpPr><p:nvPr/></p:nvSpPr><p:spPr><a:xfrm><a:off x="358814" y="-482032"/><a:ext cx="11225334" cy="4814300"/></a:xfrm><a:prstGeom prst="rect"><a:avLst/></a:prstGeom></p:spPr><p:txBody><a:bodyPr anchor="b"><a:noAutofit/></a:bodyPr><a:lstStyle><a:lvl1pPr marL="0" indent="0" algn="l" rtl="0" eaLnBrk="1" fontAlgn="base" hangingPunct="1"><a:lnSpc><a:spcPct val="90000"/></a:lnSpc><a:spcBef><a:spcPts val="1000"/></a:spcBef><a:spcAft><a:spcPct val="0"/></a:spcAft><a:buFont typeface="Arial" panose="020B0604020202020204" pitchFamily="34" charset="0"/><a:buNone/><a:defRPr sz="1800" b="1" kern="1200"><a:solidFill><a:schemeClr val="tx2"/></a:solidFill><a:latin typeface="Montserrat" pitchFamily="2" charset="77"/><a:ea typeface="+mn-ea"/><a:cs typeface="+mn-cs"/></a:defRPr></a:lvl1pPr><a:lvl2pPr marL="342900" indent="0" algn="l" rtl="0" eaLnBrk="1" fontAlgn="base" hangingPunct="1"><a:lnSpc><a:spcPct val="90000"/></a:lnSpc><a:spcBef><a:spcPts val="500"/></a:spcBef><a:spcAft><a:spcPct val="0"/></a:spcAft><a:buFont typeface="Arial" panose="020B0604020202020204" pitchFamily="34" charset="0"/><a:buNone/><a:defRPr sz="1500" b="1" kern="1200"><a:solidFill><a:schemeClr val="tx1"/></a:solidFill><a:latin typeface="+mn-lt"/><a:ea typeface="+mn-ea"/><a:cs typeface="+mn-cs"/></a:defRPr></a:lvl2pPr><a:lvl3pPr marL="685800" indent="0" algn="l" rtl="0" eaLnBrk="1" fontAlgn="base" hangingPunct="1"><a:lnSpc><a:spcPct val="90000"/></a:lnSpc><a:spcBef><a:spcPts val="500"/></a:spcBef><a:spcAft><a:spcPct val="0"/></a:spcAft><a:buFont typeface="Arial" panose="020B0604020202020204" pitchFamily="34" charset="0"/><a:buNone/><a:defRPr sz="1350" b="1" kern="1200"><a:solidFill><a:schemeClr val="tx1"/></a:solidFill><a:latin typeface="+mn-lt"/><a:ea typeface="+mn-ea"/><a:cs typeface="+mn-cs"/></a:defRPr></a:lvl3pPr><a:lvl4pPr marL="1028700" indent="0" algn="l" rtl="0" eaLnBrk="1" fontAlgn="base" hangingPunct="1"><a:lnSpc><a:spcPct val="90000"/></a:lnSpc><a:spcBef><a:spcPts val="500"/></a:spcBef><a:spcAft><a:spcPct val="0"/></a:spcAft><a:buFont typeface="Arial" panose="020B0604020202020204" pitchFamily="34" charset="0"/><a:buNone/><a:defRPr sz="1200" b="1" kern="1200"><a:solidFill><a:schemeClr val="tx1"/></a:solidFill><a:latin typeface="+mn-lt"/><a:ea typeface="+mn-ea"/><a:cs typeface="+mn-cs"/></a:defRPr></a:lvl4pPr><a:lvl5pPr marL="1371600" indent="0" algn="l" rtl="0" eaLnBrk="1" fontAlgn="base" hangingPunct="1"><a:lnSpc><a:spcPct val="90000"/></a:lnSpc><a:spcBef><a:spcPts val="500"/></a:spcBef><a:spcAft><a:spcPct val="0"/></a:spcAft><a:buFont typeface="Arial" panose="020B0604020202020204" pitchFamily="34" charset="0"/><a:buNone/><a:defRPr sz="1200" b="1" kern="1200"><a:solidFill><a:schemeClr val="tx1"/></a:solidFill><a:latin typeface="+mn-lt"/><a:ea typeface="+mn-ea"/><a:cs typeface="+mn-cs"/></a:defRPr></a:lvl5pPr><a:lvl6pPr marL="1714500" indent="0" algn="l" defTabSz="914400" rtl="0" eaLnBrk="1" latinLnBrk="0" hangingPunct="1"><a:lnSpc><a:spcPct val="90000"/></a:lnSpc><a:spcBef><a:spcPts val="500"/></a:spcBef><a:buFont typeface="Arial" panose="020B0604020202020204" pitchFamily="34" charset="0"/><a:buNone/><a:defRPr sz="1200" b="1" kern="1200"><a:solidFill><a:schemeClr val="tx1"/></a:solidFill><a:latin typeface="+mn-lt"/><a:ea typeface="+mn-ea"/><a:cs typeface="+mn-cs"/></a:defRPr></a:lvl6pPr><a:lvl7pPr marL="2057400" indent="0" algn="l" defTabSz="914400" rtl="0" eaLnBrk="1" latinLnBrk="0" hangingPunct="1"><a:lnSpc><a:spcPct val="90000"/></a:lnSpc><a:spcBef><a:spcPts val="500"/></a:spcBef><a:buFont typeface="Arial" panose="020B0604020202020204" pitchFamily="34" charset="0"/><a:buNone/><a:defRPr sz="1200" b="1" kern="1200"><a:solidFill><a:schemeClr val="tx1"/></a:solidFill><a:latin typeface="+mn-lt"/><a:ea typeface="+mn-ea"/><a:cs typeface="+mn-cs"/></a:defRPr></a:lvl7pPr><a:lvl8pPr marL="2400300" indent="0" algn="l" defTabSz="914400" rtl="0" eaLnBrk="1" latinLnBrk="0" hangingPunct="1"><a:lnSpc><a:spcPct val="90000"/></a:lnSpc><a:spcBef><a:spcPts val="500"/></a:spcBef><a:buFont typeface="Arial" panose="020B0604020202020204" pitchFamily="34" charset="0"/><a:buNone/><a:defRPr sz="1200" b="1" kern="1200"><a:solidFill><a:schemeClr val="tx1"/></a:solidFill><a:latin typeface="+mn-lt"/><a:ea typeface="+mn-ea"/><a:cs typeface="+mn-cs"/></a:defRPr></a:lvl8pPr><a:lvl9pPr marL="2743200" indent="0" algn="l" defTabSz="914400" rtl="0" eaLnBrk="1" latinLnBrk="0" hangingPunct="1"><a:lnSpc><a:spcPct val="90000"/></a:lnSpc><a:spcBef><a:spcPts val="500"/></a:spcBef><a:buFont typeface="Arial" panose="020B0604020202020204" pitchFamily="34" charset="0"/><a:buNone/><a:defRPr sz="1200" b="1" kern="1200"><a:solidFill><a:schemeClr val="tx1"/></a:solidFill><a:latin typeface="+mn-lt"/><a:ea typeface="+mn-ea"/><a:cs typeface="+mn-cs"/></a:defRPr></a:lvl9pPr></a:lstStyle><a:p><a:pPr marL="0" lvl="1"/><a:endParaRPr lang="en-GB" sz="1400" b="0" noProof="0" dirty="0"><a:solidFill><a:schemeClr val="tx2"/></a:solidFill><a:latin typeface="Montserrat" pitchFamily="2" charset="77"/></a:endParaRPr></a:p><a:p><a:pPr marL="0" lvl="1"/><a:r><a:rPr lang="en-GB" sz="1400" b="0" noProof="0" dirty="0"><a:solidFill><a:schemeClr val="tx2"/></a:solidFill><a:latin typeface="Montserrat" pitchFamily="2" charset="77"/></a:rPr><a:t>A modern, reactive, modular technical stack built for healthcare scalability.</a:t></a:r></a:p><a:p><a:pPr marL="0" lvl="1"/><a:r><a:rPr lang="en-GB" sz="1400" b="0" noProof="0" dirty="0"><a:solidFill><a:schemeClr val="tx2"/></a:solidFill><a:latin typeface="Montserrat" pitchFamily="2" charset="77"/></a:rPr><a:t>Core features include Zoneless change detection, event-sourced CQRS, and rich data persistence.</a:t></a:r></a:p><a:p><a:pPr marL="0" lvl="1"/><a:endParaRPr lang="en-GB" sz="1400" b="0" noProof="0" dirty="0"><a:solidFill><a:schemeClr val="tx2"/></a:solidFill><a:latin typeface="Montserrat" pitchFamily="2" charset="77"/></a:endParaRPr></a:p><a:p><a:pPr marL="0" lvl="1"/><a:r><a:rPr lang="en-GB" sz="1400" b="0" noProof="0" dirty="0"><a:solidFill><a:schemeClr val="tx2"/></a:solidFill><a:latin typeface="Montserrat" pitchFamily="2" charset="77"/></a:rPr><a:t>Key Architecture Pillars:</a:t></a:r></a:p><a:p><a:pPr marL="628650" lvl="2" indent="-285750"><a:buFont typeface="Arial" panose="020B0604020202020204" pitchFamily="34" charset="0"/><a:buChar char="•"/></a:pPr><a:r><a:rPr lang="en-GB" sz="1400" b="0" noProof="0" dirty="0"><a:solidFill><a:schemeClr val="tx2"/></a:solidFill><a:latin typeface="Montserrat" pitchFamily="2" charset="77"/></a:rPr><a:t>Zoneless Angular 19: Signals-driven repainting for sub-millisecond dashboard updates.</a:t></a:r></a:p><a:p><a:pPr marL="628650" lvl="2" indent="-285750"><a:buFont typeface="Arial" panose="020B0604020202020204" pitchFamily="34" charset="0"/><a:buChar char="•"/></a:pPr><a:r><a:rPr lang="en-GB" sz="1400" b="0" noProof="0" dirty="0"><a:solidFill><a:schemeClr val="tx2"/></a:solidFill><a:latin typeface="Montserrat" pitchFamily="2" charset="77"/></a:rPr><a:t>CQRS & Marten: Event sourcing via PostgreSQL mt_events for immutable clinical logging.</a:t></a:r></a:p><a:p><a:pPr marL="628650" lvl="2" indent="-285750"><a:buFont typeface="Arial" panose="020B0604020202020204" pitchFamily="34" charset="0"/><a:buChar char="•"/></a:pPr><a:r><a:rPr lang="en-GB" sz="1400" b="0" noProof="0" dirty="0"><a:solidFill><a:schemeClr val="tx2"/></a:solidFill><a:latin typeface="Montserrat" pitchFamily="2" charset="77"/></a:rPr><a:t>Client-Side Contexts: Independent tab state storage for simultaneous patient encounters.</a:t></a:r></a:p><a:p><a:pPr marL="628650" lvl="2" indent="-285750"><a:buFont typeface="Arial" panose="020B0604020202020204" pitchFamily="34" charset="0"/><a:buChar char="•"/></a:pPr><a:r><a:rPr lang="en-GB" sz="1400" b="0" noProof="0" dirty="0"><a:solidFill><a:schemeClr val="tx2"/></a:solidFill><a:latin typeface="Montserrat" pitchFamily="2" charset="77"/></a:rPr><a:t>Decoupled Navigation: Event-driven redirections between modules to eliminate circular imports.</a:t></a:r></a:p><a:p><a:pPr marL="628650" lvl="2" indent="-285750"><a:buFont typeface="Arial" panose="020B0604020202020204" pitchFamily="34" charset="0"/><a:buChar char="•"/></a:pPr><a:r><a:rPr lang="en-GB" sz="1400" b="0" noProof="0" dirty="0"><a:solidFill><a:schemeClr val="tx2"/></a:solidFill><a:latin typeface="Montserrat" pitchFamily="2" charset="77"/></a:rPr><a:t>Demographics Checksum: Client-side modulus 11 algorithms validating NHS, CHI, and IHI formats.</a:t></a:r></a:p><a:p><a:pPr marL="628650" lvl="2" indent="-285750"><a:buFont typeface="Arial" panose="020B0604020202020204" pitchFamily="34" charset="0"/><a:buChar char="•"/></a:pPr><a:r><a:rPr lang="en-GB" sz="1400" b="0" noProof="0" dirty="0"><a:solidFill><a:schemeClr val="tx2"/></a:solidFill><a:latin typeface="Montserrat" pitchFamily="2" charset="77"/></a:rPr><a:t>Rich Local Seeding: Zero-dependency failover to programmatically seeder arrays when API is offline.</a:t></a:r></a:p></p:txBody></p:sp></p:spTree><p:extLst><p:ext uri="{BB962C8B-B14F-4D97-AF65-F5344CB8AC3E}"><p14:creationId xmlns:p14="http://schemas.microsoft.com/office/powerpoint/2010/main" val="569462810"/></p:ext></p:extLst></p:cSld><p:clrMapOvr><a:masterClrMapping/></p:clrMapOvr></p:sld>
</file>

<file path=ppt/slides/slide8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><p:spTree><p:nvGrpSpPr><p:cNvPr id="1" name=""><a:extLst><a:ext uri="{FF2B5EF4-FFF2-40B4-BE49-F238E27FC236}"><a16:creationId xmlns:a16="http://schemas.microsoft.com/office/drawing/2014/main" id="{4DD9E4A7-A175-8802-DACD-404FE0F79D9A}"/></a:ext></a:extLst></p:cNvPr><p:cNvGrpSpPr/><p:nvPr/></p:nvGrpSpPr><p:grpSpPr><a:xfrm><a:off x="0" y="0"/><a:ext cx="0" cy="0"/><a:chOff x="0" y="0"/><a:chExt cx="0" cy="0"/></a:xfrm></p:grpSpPr><p:sp><p:nvSpPr><p:cNvPr id="2" name="Titre 1"><a:extLst><a:ext uri="{FF2B5EF4-FFF2-40B4-BE49-F238E27FC236}"><a16:creationId xmlns:a16="http://schemas.microsoft.com/office/drawing/2014/main" id="{690B113B-FB29-1E3F-B691-8993E29CB6D3}"/></a:ext></a:extLst></p:cNvPr><p:cNvSpPr><a:spLocks noGrp="1"/></p:cNvSpPr><p:nvPr><p:ph type="title"/></p:nvPr></p:nvSpPr><p:spPr><a:prstGeom prst="rect"><a:avLst/></a:prstGeom></p:spPr><p:txBody><a:bodyPr/><a:lstStyle/><a:p><a:r><a:rPr lang="en-GB" sz="2800" noProof="0" dirty="0"><a:cs typeface="Arial"/><a:sym typeface="Arial"/></a:rPr><a:t>Clinical Roles & User Directory</a:t></a:r><a:endParaRPr lang="en-GB" sz="2800" noProof="0" dirty="0"/></a:p></p:txBody></p:sp><p:graphicFrame><p:nvGraphicFramePr><p:cNvPr id="3" name="Table 2"><a:extLst><a:ext uri="{FF2B5EF4-FFF2-40B4-BE49-F238E27FC236}"><a16:creationId xmlns:a16="http://schemas.microsoft.com/office/drawing/2014/main" id="{823396E8-9320-110E-05DE-3466D76081D3}"/></a:ext></a:extLst></p:cNvPr><p:cNvGraphicFramePr><a:graphicFrameLocks noGrp="1"/></p:cNvGraphicFramePr><p:nvPr><p:extLst><p:ext uri="{D42A27DB-BD31-4B8C-83A1-F6EECF244321}"><p14:modId xmlns:p14="http://schemas.microsoft.com/office/powerpoint/2010/main" val="4209086930"/></p:ext></p:extLst></p:nvPr></p:nvGraphicFramePr><p:xfrm><a:off x="756873" y="1845382"/><a:ext cx="10512000" cy="3286840"/></p:xfrm><a:graphic><a:graphicData uri="http://schemas.openxmlformats.org/drawingml/2006/table"><a:tbl><a:tblPr firstRow="1" bandRow="1"><a:tableStyleId>{5C22544A-7EE6-4342-B048-85BDC9FD1C3A}</a:tableStyleId></a:tblPr><a:tblGrid><a:gridCol w="2779429"><a:extLst><a:ext uri="{9D8B030D-6E8A-4147-A177-3AD203B41FA5}"><a16:colId xmlns:a16="http://schemas.microsoft.com/office/drawing/2014/main" val="976732589"/></a:ext></a:extLst></a:gridCol><a:gridCol w="2476571"><a:extLst><a:ext uri="{9D8B030D-6E8A-4147-A177-3AD203B41FA5}"><a16:colId xmlns:a16="http://schemas.microsoft.com/office/drawing/2014/main" val="1519102992"/></a:ext></a:extLst></a:gridCol><a:gridCol w="2748572"><a:extLst><a:ext uri="{9D8B030D-6E8A-4147-A177-3AD203B41FA5}"><a16:colId xmlns:a16="http://schemas.microsoft.com/office/drawing/2014/main" val="1156540959"/></a:ext></a:extLst></a:gridCol><a:gridCol w="2507428"><a:extLst><a:ext uri="{9D8B030D-6E8A-4147-A177-3AD203B41FA5}"><a16:colId xmlns:a16="http://schemas.microsoft.com/office/drawing/2014/main" val="1772137921"/></a:ext></a:extLst></a:gridCol></a:tblGrid><a:tr h="370840"><a:tc><a:txBody><a:bodyPr/><a:lstStyle/><a:p><a:r><a:rPr lang="en-GB" sz="1400" noProof="0" dirty="0"/><a:t>HIS Access Role</a:t></a:r></a:p></a:txBody><a:tcPr/></a:tc><a:tc><a:txBody><a:bodyPr/><a:lstStyle/><a:p><a:r><a:rPr lang="en-GB" sz="1400" noProof="0" dirty="0"/><a:t>Assigned User Group</a:t></a:r></a:p></a:txBody><a:tcPr/></a:tc><a:tc><a:txBody><a:bodyPr/><a:lstStyle/><a:p><a:r><a:rPr lang="en-GB" sz="1400" noProof="0" dirty="0"/><a:t>HIS Access Role</a:t></a:r></a:p></a:txBody><a:tcPr/></a:tc><a:tc><a:txBody><a:bodyPr/><a:lstStyle/><a:p><a:r><a:rPr lang="en-GB" sz="1400" noProof="0" dirty="0"/><a:t>Assigned User Group</a:t></a:r></a:p></a:txBody><a:tcPr/></a:tc><a:extLst><a:ext uri="{0D108BD9-81ED-4DB2-BD59-A6C34878D82A}"><a16:rowId xmlns:a16="http://schemas.microsoft.com/office/drawing/2014/main" val="828630513"/></a:ext></a:extLst></a:tr><a:tr h="324000"><a:tc><a:txBody><a:bodyPr/><a:lstStyle/><a:p><a:r><a:rPr lang="en-GB" sz="1000" b="1" noProof="0" dirty="0"><a:latin typeface="+mn-lt"/></a:rPr><a:t>Chief Medical Officer</a:t></a:r></a:p></a:txBody><a:tcPr/></a:tc><a:tc><a:txBody><a:bodyPr/><a:lstStyle/><a:p><a:r><a:rPr lang="en-GB" sz="1000" noProof="0" dirty="0"><a:latin typeface="+mn-lt"/></a:rPr><a:t>Clinical Directors</a:t></a:r></a:p></a:txBody><a:tcPr/></a:tc><a:tc><a:txBody><a:bodyPr/><a:lstStyle/><a:p><a:pPr marL="0" marR="0" lvl="0" indent="0" algn="l" defTabSz="914400" rtl="0" eaLnBrk="1" fontAlgn="auto" latinLnBrk="0" hangingPunct="1"><a:lnSpc><a:spcPct val="100000"/></a:lnSpc><a:spcBef><a:spcPts val="0"/></a:spcBef><a:spcAft><a:spcPts val="0"/></a:spcAft><a:buClrTx/><a:buSzTx/><a:buFontTx/><a:buNone/><a:tabLst/><a:defRPr/></a:pPr><a:r><a:rPr kumimoji="0" lang="en-GB" sz="1000" b="1" i="0" u="none" strike="noStrike" kern="1200" cap="none" spc="0" normalizeH="0" baseline="0" noProof="0" dirty="0"><a:ln><a:noFill/></a:ln><a:solidFill><a:srgbClr val="000000"/></a:solidFill><a:effectLst/><a:uLnTx/><a:uFillTx/><a:latin typeface="Montserrat"/><a:ea typeface="+mn-ea"/><a:cs typeface="+mn-cs"/></a:rPr><a:t>Consultant Doctor</a:t></a:r></a:p></a:txBody><a:tcPr/></a:tc><a:tc><a:txBody><a:bodyPr/><a:lstStyle/><a:p><a:r><a:rPr lang="en-GB" sz="1000" noProof="0" dirty="0"><a:latin typeface="+mn-lt"/></a:rPr><a:t>Senior Registrars</a:t></a:r></a:p></a:txBody><a:tcPr/></a:tc><a:extLst><a:ext uri="{0D108BD9-81ED-4DB2-BD59-A6C34878D82A}"><a16:rowId xmlns:a16="http://schemas.microsoft.com/office/drawing/2014/main" val="634354344"/></a:ext></a:extLst></a:tr><a:tr h="324000"><a:tc><a:txBody><a:bodyPr/><a:lstStyle/><a:p><a:r><a:rPr lang="en-GB" sz="1000" b="1" noProof="0" dirty="0"><a:latin typeface="+mn-lt"/></a:rPr><a:t>Admitting Clinicians</a:t></a:r></a:p></a:txBody><a:tcPr/></a:tc><a:tc><a:txBody><a:bodyPr/><a:lstStyle/><a:p><a:r><a:rPr lang="en-GB" sz="1000" noProof="0" dirty="0"><a:latin typeface="+mn-lt"/></a:rPr><a:t>Ward Charge Nurse</a:t></a:r></a:p></a:txBody><a:tcPr/></a:tc><a:tc><a:txBody><a:bodyPr/><a:lstStyle/><a:p><a:pPr marL="0" marR="0" lvl="0" indent="0" algn="l" defTabSz="914400" rtl="0" eaLnBrk="1" fontAlgn="auto" latinLnBrk="0" hangingPunct="1"><a:lnSpc><a:spcPct val="100000"/></a:lnSpc><a:spcBef><a:spcPts val="0"/></a:spcBef><a:spcAft><a:spcPts val="0"/></a:spcAft><a:buClrTx/><a:buSzTx/><a:buFontTx/><a:buNone/><a:tabLst/><a:defRPr/></a:pPr><a:r><a:rPr kumimoji="0" lang="en-GB" sz="1000" b="1" i="0" u="none" strike="noStrike" kern="1200" cap="none" spc="0" normalizeH="0" baseline="0" noProof="0" dirty="0"><a:ln><a:noFill/></a:ln><a:solidFill><a:srgbClr val="000000"/></a:solidFill><a:effectLst/><a:uLnTx/><a:uFillTx/><a:latin typeface="Montserrat"/><a:ea typeface="+mn-ea"/><a:cs typeface="+mn-cs"/></a:rPr><a:t>Consultant Doctor</a:t></a:r></a:p></a:txBody><a:tcPr/></a:tc><a:tc><a:txBody><a:bodyPr/><a:lstStyle/><a:p><a:r><a:rPr lang="en-GB" sz="1000" noProof="0" dirty="0"><a:latin typeface="+mn-lt"/></a:rPr><a:t>Ward Charge Nurse</a:t></a:r></a:p></a:txBody><a:tcPr/></a:tc><a:extLst><a:ext uri="{0D108BD9-81ED-4DB2-BD59-A6C34878D82A}"><a16:rowId xmlns:a16="http://schemas.microsoft.com/office/drawing/2014/main" val="800699655"/></a:ext></a:extLst></a:tr><a:tr h="324000"><a:tc><a:txBody><a:bodyPr/><a:lstStyle/><a:p><a:r><a:rPr lang="en-GB" sz="1000" b="1" noProof="0" dirty="0"><a:latin typeface="+mn-lt"/></a:rPr><a:t>Inpatient Wards Coordination</a:t></a:r></a:p></a:txBody><a:tcPr/></a:tc><a:tc><a:txBody><a:bodyPr/><a:lstStyle/><a:p><a:r><a:rPr lang="en-GB" sz="1000" noProof="0" dirty="0"><a:latin typeface="+mn-lt"/></a:rPr><a:t>Registered Nurses</a:t></a:r></a:p></a:txBody><a:tcPr/></a:tc><a:tc><a:txBody><a:bodyPr/><a:lstStyle/><a:p><a:r><a:rPr lang="en-GB" sz="1000" b="1" noProof="0" dirty="0"><a:latin typeface="+mn-lt"/></a:rPr><a:t>Emergency Admitter</a:t></a:r></a:p></a:txBody><a:tcPr/></a:tc><a:tc><a:txBody><a:bodyPr/><a:lstStyle/><a:p><a:r><a:rPr lang="en-GB" sz="1000" noProof="0" dirty="0"><a:latin typeface="+mn-lt"/></a:rPr><a:t>Joerg Kirsten</a:t></a:r></a:p></a:txBody><a:tcPr/></a:tc><a:extLst><a:ext uri="{0D108BD9-81ED-4DB2-BD59-A6C34878D82A}"><a16:rowId xmlns:a16="http://schemas.microsoft.com/office/drawing/2014/main" val="2887845216"/></a:ext></a:extLst></a:tr><a:tr h="324000"><a:tc><a:txBody><a:bodyPr/><a:lstStyle/><a:p><a:r><a:rPr lang="en-GB" sz="1000" b="1" noProof="0" dirty="0"><a:latin typeface="+mn-lt"/></a:rPr><a:t>Alt. Crisis Coordinator</a:t></a:r></a:p></a:txBody><a:tcPr/></a:tc><a:tc><a:txBody><a:bodyPr/><a:lstStyle/><a:p><a:r><a:rPr lang="en-GB" sz="1000" noProof="0" dirty="0"><a:latin typeface="+mn-lt"/></a:rPr><a:t>Abhishek Kumar</a:t></a:r></a:p></a:txBody><a:tcPr/></a:tc><a:tc><a:txBody><a:bodyPr/><a:lstStyle/><a:p><a:r><a:rPr lang="en-GB" sz="1000" b="1" noProof="0" dirty="0"><a:latin typeface="+mn-lt"/></a:rPr><a:t>HR</a:t></a:r></a:p></a:txBody><a:tcPr/></a:tc><a:tc><a:txBody><a:bodyPr/><a:lstStyle/><a:p><a:r><a:rPr lang="en-GB" sz="1000" noProof="0" dirty="0"><a:latin typeface="+mn-lt"/></a:rPr><a:t>Annis Banu Shanavaz Khan</a:t></a:r></a:p></a:txBody><a:tcPr/></a:tc><a:extLst><a:ext uri="{0D108BD9-81ED-4DB2-BD59-A6C34878D82A}"><a16:rowId xmlns:a16="http://schemas.microsoft.com/office/drawing/2014/main" val="4089523171"/></a:ext></a:extLst></a:tr><a:tr h="324000"><a:tc><a:txBody><a:bodyPr/><a:lstStyle/><a:p><a:pPr marL="0" marR="0" lvl="0" indent="0" algn="l" defTabSz="914400" rtl="0" eaLnBrk="1" fontAlgn="auto" latinLnBrk="0" hangingPunct="1"><a:lnSpc><a:spcPct val="100000"/></a:lnSpc><a:spcBef><a:spcPts val="0"/></a:spcBef><a:spcAft><a:spcPts val="0"/></a:spcAft><a:buClrTx/><a:buSzTx/><a:buFontTx/><a:buNone/><a:tabLst/><a:defRPr/></a:pPr><a:r><a:rPr lang="en-GB" sz="1000" b="1" noProof="0" dirty="0"><a:latin typeface="+mn-lt"/></a:rPr><a:t>Alt. Crisis Coordinator</a:t></a:r></a:p></a:txBody><a:tcPr/></a:tc><a:tc><a:txBody><a:bodyPr/><a:lstStyle/><a:p><a:r><a:rPr lang="en-GB" sz="1000" noProof="0" dirty="0"><a:latin typeface="+mn-lt"/></a:rPr><a:t>Inder Jeet Singh</a:t></a:r></a:p></a:txBody><a:tcPr/></a:tc><a:tc><a:txBody><a:bodyPr/><a:lstStyle/><a:p><a:r><a:rPr lang="en-GB" sz="1000" b="1" noProof="0" dirty="0"><a:latin typeface="+mn-lt"/></a:rPr><a:t>Communication</a:t></a:r></a:p></a:txBody><a:tcPr/></a:tc><a:tc><a:txBody><a:bodyPr/><a:lstStyle/><a:p><a:pPr marL="0" marR="0" lvl="0" indent="0" algn="l" defTabSz="914400" rtl="0" eaLnBrk="1" fontAlgn="auto" latinLnBrk="0" hangingPunct="1"><a:lnSpc><a:spcPct val="100000"/></a:lnSpc><a:spcBef><a:spcPts val="0"/></a:spcBef><a:spcAft><a:spcPts val="0"/></a:spcAft><a:buClrTx/><a:buSzTx/><a:buFontTx/><a:buNone/><a:tabLst/><a:defRPr/></a:pPr><a:r><a:rPr lang="en-GB" sz="1000" noProof="0" dirty="0"><a:latin typeface="+mn-lt"/></a:rPr><a:t>Radhika Natraj</a:t></a:r></a:p></a:txBody><a:tcPr/></a:tc><a:extLst><a:ext uri="{0D108BD9-81ED-4DB2-BD59-A6C34878D82A}"><a16:rowId xmlns:a16="http://schemas.microsoft.com/office/drawing/2014/main" val="3644323865"/></a:ext></a:extLst></a:tr><a:tr h="324000"><a:tc><a:txBody><a:bodyPr/><a:lstStyle/><a:p><a:r><a:rPr lang="en-GB" sz="1000" b="1" noProof="0" dirty="0"><a:latin typeface="+mn-lt"/></a:rPr><a:t>Engagements Delivery Manager</a:t></a:r></a:p></a:txBody><a:tcPr/></a:tc><a:tc><a:txBody><a:bodyPr/><a:lstStyle/><a:p><a:r><a:rPr lang="en-GB" sz="1000" noProof="0" dirty="0"><a:latin typeface="+mn-lt"/></a:rPr><a:t>Chittaranjan Mohanty</a:t></a:r></a:p></a:txBody><a:tcPr/></a:tc><a:tc><a:txBody><a:bodyPr/><a:lstStyle/><a:p><a:r><a:rPr lang="en-GB" sz="1000" b="1" noProof="0" dirty="0"><a:latin typeface="+mn-lt"/></a:rPr><a:t>Facilities</a:t></a:r></a:p></a:txBody><a:tcPr/></a:tc><a:tc><a:txBody><a:bodyPr/><a:lstStyle/><a:p><a:r><a:rPr lang="en-GB" sz="1000" noProof="0" dirty="0"><a:latin typeface="+mn-lt"/></a:rPr><a:t>Sarfuddin A</a:t></a:r></a:p></a:txBody><a:tcPr/></a:tc><a:extLst><a:ext uri="{0D108BD9-81ED-4DB2-BD59-A6C34878D82A}"><a16:rowId xmlns:a16="http://schemas.microsoft.com/office/drawing/2014/main" val="484229901"/></a:ext></a:extLst></a:tr><a:tr h="324000"><a:tc><a:txBody><a:bodyPr/><a:lstStyle/><a:p><a:r><a:rPr lang="en-GB" sz="1000" b="1" noProof="0" dirty="0"><a:latin typeface="+mn-lt"/></a:rPr><a:t>Technical Coordinator</a:t></a:r></a:p></a:txBody><a:tcPr/></a:tc><a:tc><a:txBody><a:bodyPr/><a:lstStyle/><a:p><a:r><a:rPr lang="en-GB" sz="1000" noProof="0" dirty="0"><a:latin typeface="+mn-lt"/></a:rPr><a:t>Harinam Prasad</a:t></a:r></a:p></a:txBody><a:tcPr/></a:tc><a:tc><a:txBody><a:bodyPr/><a:lstStyle/><a:p><a:pPr marL="0" marR="0" lvl="0" indent="0" algn="l" defTabSz="914400" rtl="0" eaLnBrk="1" fontAlgn="auto" latinLnBrk="0" hangingPunct="1"><a:lnSpc><a:spcPct val="100000"/></a:lnSpc><a:spcBef><a:spcPts val="0"/></a:spcBef><a:spcAft><a:spcPts val="0"/></a:spcAft><a:buClrTx/><a:buSzTx/><a:buFontTx/><a:buNone/><a:tabLst/><a:defRPr/></a:pPr><a:r><a:rPr lang="en-GB" sz="1000" b="1" noProof="0" dirty="0"><a:latin typeface="+mn-lt"/></a:rPr><a:t>Finance</a:t></a:r></a:p></a:txBody><a:tcPr/></a:tc><a:tc><a:txBody><a:bodyPr/><a:lstStyle/><a:p><a:pPr marL="0" marR="0" lvl="0" indent="0" algn="l" defTabSz="914400" rtl="0" eaLnBrk="1" fontAlgn="auto" latinLnBrk="0" hangingPunct="1"><a:lnSpc><a:spcPct val="100000"/></a:lnSpc><a:spcBef><a:spcPts val="0"/></a:spcBef><a:spcAft><a:spcPts val="0"/></a:spcAft><a:buClrTx/><a:buSzTx/><a:buFontTx/><a:buNone/><a:tabLst/><a:defRPr/></a:pPr><a:r><a:rPr lang="en-GB" sz="1000" noProof="0" dirty="0"><a:latin typeface="+mn-lt"/></a:rPr><a:t>Sachin Upadhyay</a:t></a:r></a:p></a:txBody><a:tcPr/></a:tc><a:extLst><a:ext uri="{0D108BD9-81ED-4DB2-BD59-A6C34878D82A}"><a16:rowId xmlns:a16="http://schemas.microsoft.com/office/drawing/2014/main" val="1854995802"/></a:ext></a:extLst></a:tr><a:tr h="324000"><a:tc><a:txBody><a:bodyPr/><a:lstStyle/><a:p><a:r><a:rPr lang="en-GB" sz="1000" b="1" noProof="0" dirty="0"><a:latin typeface="+mn-lt"/></a:rPr><a:t>Consultant Doctor</a:t></a:r></a:p></a:txBody><a:tcPr/></a:tc><a:tc><a:txBody><a:bodyPr/><a:lstStyle/><a:p><a:r><a:rPr lang="en-GB" sz="1000" noProof="0" dirty="0"><a:latin typeface="+mn-lt"/></a:rPr><a:t>Senthilnathan  Ranganathan</a:t></a:r></a:p></a:txBody><a:tcPr/></a:tc><a:tc><a:txBody><a:bodyPr/><a:lstStyle/><a:p><a:r><a:rPr lang="en-GB" sz="1000" b="1" noProof="0" dirty="0"><a:latin typeface="+mn-lt"/></a:rPr><a:t>Supply Chain</a:t></a:r></a:p></a:txBody><a:tcPr/></a:tc><a:tc><a:txBody><a:bodyPr/><a:lstStyle/><a:p><a:r><a:rPr lang="en-GB" sz="1000" noProof="0" dirty="0"><a:latin typeface="+mn-lt"/></a:rPr><a:t>Akshay P</a:t></a:r></a:p></a:txBody><a:tcPr/></a:tc><a:extLst><a:ext uri="{0D108BD9-81ED-4DB2-BD59-A6C34878D82A}"><a16:rowId xmlns:a16="http://schemas.microsoft.com/office/drawing/2014/main" val="729346201"/></a:ext></a:extLst></a:tr><a:tr h="324000"><a:tc><a:txBody><a:bodyPr/><a:lstStyle/><a:p><a:pPr marL="0" marR="0" lvl="0" indent="0" algn="l" defTabSz="914400" rtl="0" eaLnBrk="1" fontAlgn="auto" latinLnBrk="0" hangingPunct="1"><a:lnSpc><a:spcPct val="100000"/></a:lnSpc><a:spcBef><a:spcPts val="0"/></a:spcBef><a:spcAft><a:spcPts val="0"/></a:spcAft><a:buClrTx/><a:buSzTx/><a:buFontTx/><a:buNone/><a:tabLst/><a:defRPr/></a:pPr><a:r><a:rPr kumimoji="0" lang="en-GB" sz="1000" b="1" i="0" u="none" strike="noStrike" kern="1200" cap="none" spc="0" normalizeH="0" baseline="0" noProof="0" dirty="0"><a:ln><a:noFill/></a:ln><a:solidFill><a:srgbClr val="000000"/></a:solidFill><a:effectLst/><a:uLnTx/><a:uFillTx/><a:latin typeface="Montserrat"/><a:ea typeface="+mn-ea"/><a:cs typeface="+mn-cs"/></a:rPr><a:t>Consultant Doctor</a:t></a:r></a:p></a:txBody><a:tcPr/></a:tc><a:tc><a:txBody><a:bodyPr/><a:lstStyle/><a:p><a:r><a:rPr lang="en-GB" sz="1000" noProof="0" dirty="0"><a:latin typeface="+mn-lt"/></a:rPr><a:t>Suresh Babu</a:t></a:r></a:p></a:txBody><a:tcPr/></a:tc><a:tc><a:txBody><a:bodyPr/><a:lstStyle/><a:p><a:endParaRPr lang="en-GB" sz="1000" b="1" noProof="0" dirty="0"><a:latin typeface="+mn-lt"/></a:endParaRPr></a:p></a:txBody><a:tcPr/></a:tc><a:tc><a:txBody><a:bodyPr/><a:lstStyle/><a:p><a:pPr marL="0" marR="0" lvl="0" indent="0" algn="l" defTabSz="914400" rtl="0" eaLnBrk="1" fontAlgn="auto" latinLnBrk="0" hangingPunct="1"><a:lnSpc><a:spcPct val="100000"/></a:lnSpc><a:spcBef><a:spcPts val="0"/></a:spcBef><a:spcAft><a:spcPts val="0"/></a:spcAft><a:buClrTx/><a:buSzTx/><a:buFontTx/><a:buNone/><a:tabLst/><a:defRPr/></a:pPr><a:endParaRPr lang="en-GB" sz="1000" noProof="0" dirty="0"><a:latin typeface="+mn-lt"/></a:endParaRPr></a:p></a:txBody><a:tcPr/></a:tc><a:extLst><a:ext uri="{0D108BD9-81ED-4DB2-BD59-A6C34878D82A}"><a16:rowId xmlns:a16="http://schemas.microsoft.com/office/drawing/2014/main" val="3671895429"/></a:ext></a:extLst></a:tr></a:tbl></a:graphicData></a:graphic></p:graphicFrame><p:sp><p:nvSpPr><p:cNvPr id="4" name="Google Shape;1717;p78"><a:extLst><a:ext uri="{FF2B5EF4-FFF2-40B4-BE49-F238E27FC236}"><a16:creationId xmlns:a16="http://schemas.microsoft.com/office/drawing/2014/main" id="{E284B9B7-B087-8589-8CCA-36BD9D25ED83}"/></a:ext></a:extLst></p:cNvPr><p:cNvSpPr txBox="1"><a:spLocks/></p:cNvSpPr><p:nvPr/></p:nvSpPr><p:spPr><a:xfrm><a:off x="452657" y="5586227"/><a:ext cx="10816216" cy="1004174"/></a:xfrm><a:prstGeom prst="rect"><a:avLst/></a:prstGeom></p:spPr><p:txBody><a:bodyPr spcFirstLastPara="1" wrap="square" lIns="91425" tIns="91425" rIns="91425" bIns="91425" anchor="ctr" anchorCtr="0"><a:noAutofit/></a:bodyPr><a:lstStyle><a:lvl1pPr marL="228600" indent="-228600" algn="l" rtl="0" eaLnBrk="0" fontAlgn="base" hangingPunct="0"><a:lnSpc><a:spcPct val="90000"/></a:lnSpc><a:spcBef><a:spcPts val="1000"/></a:spcBef><a:spcAft><a:spcPct val="0"/></a:spcAft><a:buFont typeface="Arial" panose="020B0604020202020204" pitchFamily="34" charset="0"/><a:buChar char="•"/><a:defRPr sz="2800" kern="1200"><a:solidFill><a:schemeClr val="tx1"/></a:solidFill><a:latin typeface="Montserrat" pitchFamily="2" charset="77"/><a:ea typeface="+mn-ea"/><a:cs typeface="+mn-cs"/></a:defRPr></a:lvl1pPr><a:lvl2pPr marL="685800" indent="-228600" algn="l" rtl="0" eaLnBrk="0" fontAlgn="base" hangingPunct="0"><a:lnSpc><a:spcPct val="90000"/></a:lnSpc><a:spcBef><a:spcPts val="500"/></a:spcBef><a:spcAft><a:spcPct val="0"/></a:spcAft><a:buFont typeface="Arial" panose="020B0604020202020204" pitchFamily="34" charset="0"/><a:buChar char="•"/><a:defRPr sz="2400" kern="1200"><a:solidFill><a:schemeClr val="tx1"/></a:solidFill><a:latin typeface="Montserrat" pitchFamily="2" charset="77"/><a:ea typeface="+mn-ea"/><a:cs typeface="+mn-cs"/></a:defRPr></a:lvl2pPr><a:lvl3pPr marL="1143000" indent="-228600" algn="l" rtl="0" eaLnBrk="0" fontAlgn="base" hangingPunct="0"><a:lnSpc><a:spcPct val="90000"/></a:lnSpc><a:spcBef><a:spcPts val="500"/></a:spcBef><a:spcAft><a:spcPct val="0"/></a:spcAft><a:buFont typeface="Arial" panose="020B0604020202020204" pitchFamily="34" charset="0"/><a:buChar char="•"/><a:defRPr sz="2000" kern="1200"><a:solidFill><a:schemeClr val="tx1"/></a:solidFill><a:latin typeface="Montserrat" pitchFamily="2" charset="77"/><a:ea typeface="+mn-ea"/><a:cs typeface="+mn-cs"/></a:defRPr></a:lvl3pPr><a:lvl4pPr marL="1600200" indent="-228600" algn="l" rtl="0" eaLnBrk="0" fontAlgn="base" hangingPunct="0"><a:lnSpc><a:spcPct val="90000"/></a:lnSpc><a:spcBef><a:spcPts val="500"/></a:spcBef><a:spcAft><a:spcPct val="0"/></a:spcAft><a:buFont typeface="Arial" panose="020B0604020202020204" pitchFamily="34" charset="0"/><a:buChar char="•"/><a:defRPr kern="1200"><a:solidFill><a:schemeClr val="tx1"/></a:solidFill><a:latin typeface="Montserrat" pitchFamily="2" charset="77"/><a:ea typeface="+mn-ea"/><a:cs typeface="+mn-cs"/></a:defRPr></a:lvl4pPr><a:lvl5pPr marL="2057400" indent="-228600" algn="l" rtl="0" eaLnBrk="0" fontAlgn="base" hangingPunct="0"><a:lnSpc><a:spcPct val="90000"/></a:lnSpc><a:spcBef><a:spcPts val="500"/></a:spcBef><a:spcAft><a:spcPct val="0"/></a:spcAft><a:buFont typeface="Arial" panose="020B0604020202020204" pitchFamily="34" charset="0"/><a:buChar char="•"/><a:defRPr kern="1200"><a:solidFill><a:schemeClr val="tx1"/></a:solidFill><a:latin typeface="Montserrat" pitchFamily="2" charset="77"/><a:ea typeface="+mn-ea"/><a:cs typeface="+mn-cs"/></a:defRPr></a:lvl5pPr><a:lvl6pPr marL="2514600" indent="-228600" algn="l" defTabSz="914400" rtl="0" eaLnBrk="1" latinLnBrk="0" hangingPunct="1"><a:lnSpc><a:spcPct val="90000"/></a:lnSpc><a:spcBef><a:spcPts val="500"/></a:spcBef><a:buFont typeface="Arial" panose="020B0604020202020204" pitchFamily="34" charset="0"/><a:buChar char="•"/><a:defRPr sz="1800" kern="1200"><a:solidFill><a:schemeClr val="tx1"/></a:solidFill><a:latin typeface="+mn-lt"/><a:ea typeface="+mn-ea"/><a:cs typeface="+mn-cs"/></a:defRPr></a:lvl6pPr><a:lvl7pPr marL="2971800" indent="-228600" algn="l" defTabSz="914400" rtl="0" eaLnBrk="1" latinLnBrk="0" hangingPunct="1"><a:lnSpc><a:spcPct val="90000"/></a:lnSpc><a:spcBef><a:spcPts val="500"/></a:spcBef><a:buFont typeface="Arial" panose="020B0604020202020204" pitchFamily="34" charset="0"/><a:buChar char="•"/><a:defRPr sz="1800" kern="1200"><a:solidFill><a:schemeClr val="tx1"/></a:solidFill><a:latin typeface="+mn-lt"/><a:ea typeface="+mn-ea"/><a:cs typeface="+mn-cs"/></a:defRPr></a:lvl7pPr><a:lvl8pPr marL="3429000" indent="-228600" algn="l" defTabSz="914400" rtl="0" eaLnBrk="1" latinLnBrk="0" hangingPunct="1"><a:lnSpc><a:spcPct val="90000"/></a:lnSpc><a:spcBef><a:spcPts val="500"/></a:spcBef><a:buFont typeface="Arial" panose="020B0604020202020204" pitchFamily="34" charset="0"/><a:buChar char="•"/><a:defRPr sz="1800" kern="1200"><a:solidFill><a:schemeClr val="tx1"/></a:solidFill><a:latin typeface="+mn-lt"/><a:ea typeface="+mn-ea"/><a:cs typeface="+mn-cs"/></a:defRPr></a:lvl8pPr><a:lvl9pPr marL="3886200" indent="-228600" algn="l" defTabSz="914400" rtl="0" eaLnBrk="1" latinLnBrk="0" hangingPunct="1"><a:lnSpc><a:spcPct val="90000"/></a:lnSpc><a:spcBef><a:spcPts val="500"/></a:spcBef><a:buFont typeface="Arial" panose="020B0604020202020204" pitchFamily="34" charset="0"/><a:buChar char="•"/><a:defRPr sz="1800" kern="1200"><a:solidFill><a:schemeClr val="tx1"/></a:solidFill><a:latin typeface="+mn-lt"/><a:ea typeface="+mn-ea"/><a:cs typeface="+mn-cs"/></a:defRPr></a:lvl9pPr></a:lstStyle><a:p><a:pPr marL="0" indent="0"><a:buNone/></a:pPr><a:endParaRPr lang="en-GB" sz="1400" noProof="0" dirty="0"><a:solidFill><a:schemeClr val="tx2"/></a:solidFill><a:cs typeface="Arial"/></a:endParaRPr></a:p><a:p><a:pPr marL="0" indent="0" algn="ctr"><a:buNone/></a:pPr><a:r><a:rPr lang="en-GB" sz="1400" noProof="0" dirty="0"><a:solidFill><a:schemeClr val="tx2"/></a:solidFill><a:cs typeface="Arial"/></a:rPr><a:t>Crisis Management Plan is the document that guides the Crisis Response Team on activation and managing an incident.</a:t></a:r></a:p><a:p><a:pPr marL="0" indent="0"><a:buNone/></a:pPr><a:endParaRPr lang="en-GB" sz="1400" noProof="0" dirty="0"><a:solidFill><a:schemeClr val="tx2"/></a:solidFill><a:cs typeface="Arial"/></a:endParaRPr></a:p><a:p><a:endParaRPr lang="en-GB" sz="1400" noProof="0" dirty="0"><a:solidFill><a:schemeClr val="tx2"/></a:solidFill><a:cs typeface="Arial"/></a:endParaRPr></a:p><a:p><a:pPr marL="0" indent="0" algn="ctr"><a:buNone/></a:pPr><a:endParaRPr lang="en-GB" sz="1400" noProof="0" dirty="0"><a:solidFill><a:schemeClr val="tx2"/></a:solidFill><a:cs typeface="Arial"/></a:endParaRPr></a:p></p:txBody></p:sp></p:spTree><p:extLst><p:ext uri="{BB962C8B-B14F-4D97-AF65-F5344CB8AC3E}"><p14:creationId xmlns:p14="http://schemas.microsoft.com/office/powerpoint/2010/main" val="598324104"/></p:ext></p:extLst></p:cSld><p:clrMapOvr><a:masterClrMapping/></p:clrMapOvr></p:sld>
</file>

<file path=ppt/slides/slide9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><p:spTree><p:nvGrpSpPr><p:cNvPr id="1" name=""><a:extLst><a:ext uri="{FF2B5EF4-FFF2-40B4-BE49-F238E27FC236}"><a16:creationId xmlns:a16="http://schemas.microsoft.com/office/drawing/2014/main" id="{2646CE1D-2AEA-E7DE-1696-7A0BFCE6C79E}"/></a:ext></a:extLst></p:cNvPr><p:cNvGrpSpPr/><p:nvPr/></p:nvGrpSpPr><p:grpSpPr><a:xfrm><a:off x="0" y="0"/><a:ext cx="0" cy="0"/><a:chOff x="0" y="0"/><a:chExt cx="0" cy="0"/></a:xfrm></p:grpSpPr><p:sp><p:nvSpPr><p:cNvPr id="2" name="Titre 1"><a:extLst><a:ext uri="{FF2B5EF4-FFF2-40B4-BE49-F238E27FC236}"><a16:creationId xmlns:a16="http://schemas.microsoft.com/office/drawing/2014/main" id="{385B2B67-FDCC-0F91-224E-15CA7335073A}"/></a:ext></a:extLst></p:cNvPr><p:cNvSpPr><a:spLocks noGrp="1"/></p:cNvSpPr><p:nvPr><p:ph type="title"/></p:nvPr></p:nvSpPr><p:spPr><a:prstGeom prst="rect"><a:avLst/></a:prstGeom></p:spPr><p:txBody><a:bodyPr/><a:lstStyle/><a:p><a:r><a:rPr lang="en-GB" sz="2800" noProof="0" dirty="0"/><a:t>Key Business & Operational Benefits</a:t></a:r></a:p></p:txBody></p:sp><p:graphicFrame><p:nvGraphicFramePr><p:cNvPr id="7" name="Table 6"><a:extLst><a:ext uri="{FF2B5EF4-FFF2-40B4-BE49-F238E27FC236}"><a16:creationId xmlns:a16="http://schemas.microsoft.com/office/drawing/2014/main" id="{BAAAB7A5-DD22-56D0-535D-610457FAEB3A}"/></a:ext></a:extLst></p:cNvPr><p:cNvGraphicFramePr><a:graphicFrameLocks noGrp="1"/></p:cNvGraphicFramePr><p:nvPr><p:extLst><p:ext uri="{D42A27DB-BD31-4B8C-83A1-F6EECF244321}"><p14:modId xmlns:p14="http://schemas.microsoft.com/office/powerpoint/2010/main" val="4145967542"/></p:ext></p:extLst></p:nvPr></p:nvGraphicFramePr><p:xfrm><a:off x="647572" y="2894312"/><a:ext cx="10515599" cy="3667651"/></p:xfrm><a:graphic><a:graphicData uri="http://schemas.openxmlformats.org/drawingml/2006/table"><a:tbl><a:tblPr><a:tableStyleId>{5C22544A-7EE6-4342-B048-85BDC9FD1C3A}</a:tableStyleId></a:tblPr><a:tblGrid><a:gridCol w="1169207"><a:extLst><a:ext uri="{9D8B030D-6E8A-4147-A177-3AD203B41FA5}"><a16:colId xmlns:a16="http://schemas.microsoft.com/office/drawing/2014/main" val="785272222"/></a:ext></a:extLst></a:gridCol><a:gridCol w="610021"><a:extLst><a:ext uri="{9D8B030D-6E8A-4147-A177-3AD203B41FA5}"><a16:colId xmlns:a16="http://schemas.microsoft.com/office/drawing/2014/main" val="2230935145"/></a:ext></a:extLst></a:gridCol><a:gridCol w="689905"><a:extLst><a:ext uri="{9D8B030D-6E8A-4147-A177-3AD203B41FA5}"><a16:colId xmlns:a16="http://schemas.microsoft.com/office/drawing/2014/main" val="3800765587"/></a:ext></a:extLst></a:gridCol><a:gridCol w="2752357"><a:extLst><a:ext uri="{9D8B030D-6E8A-4147-A177-3AD203B41FA5}"><a16:colId xmlns:a16="http://schemas.microsoft.com/office/drawing/2014/main" val="2663301904"/></a:ext></a:extLst></a:gridCol><a:gridCol w="2752357"><a:extLst><a:ext uri="{9D8B030D-6E8A-4147-A177-3AD203B41FA5}"><a16:colId xmlns:a16="http://schemas.microsoft.com/office/drawing/2014/main" val="3406628027"/></a:ext></a:extLst></a:gridCol><a:gridCol w="268699"><a:extLst><a:ext uri="{9D8B030D-6E8A-4147-A177-3AD203B41FA5}"><a16:colId xmlns:a16="http://schemas.microsoft.com/office/drawing/2014/main" val="3285370078"/></a:ext></a:extLst></a:gridCol><a:gridCol w="268699"><a:extLst><a:ext uri="{9D8B030D-6E8A-4147-A177-3AD203B41FA5}"><a16:colId xmlns:a16="http://schemas.microsoft.com/office/drawing/2014/main" val="2872116282"/></a:ext></a:extLst></a:gridCol><a:gridCol w="268699"><a:extLst><a:ext uri="{9D8B030D-6E8A-4147-A177-3AD203B41FA5}"><a16:colId xmlns:a16="http://schemas.microsoft.com/office/drawing/2014/main" val="610009144"/></a:ext></a:extLst></a:gridCol><a:gridCol w="268699"><a:extLst><a:ext uri="{9D8B030D-6E8A-4147-A177-3AD203B41FA5}"><a16:colId xmlns:a16="http://schemas.microsoft.com/office/drawing/2014/main" val="2357728469"/></a:ext></a:extLst></a:gridCol><a:gridCol w="450254"><a:extLst><a:ext uri="{9D8B030D-6E8A-4147-A177-3AD203B41FA5}"><a16:colId xmlns:a16="http://schemas.microsoft.com/office/drawing/2014/main" val="2789927311"/></a:ext></a:extLst></a:gridCol><a:gridCol w="508351"><a:extLst><a:ext uri="{9D8B030D-6E8A-4147-A177-3AD203B41FA5}"><a16:colId xmlns:a16="http://schemas.microsoft.com/office/drawing/2014/main" val="2223340365"/></a:ext></a:extLst></a:gridCol><a:gridCol w="508351"><a:extLst><a:ext uri="{9D8B030D-6E8A-4147-A177-3AD203B41FA5}"><a16:colId xmlns:a16="http://schemas.microsoft.com/office/drawing/2014/main" val="2634688286"/></a:ext></a:extLst></a:gridCol></a:tblGrid><a:tr h="276484"><a:tc rowSpan="3"><a:txBody><a:bodyPr/><a:lstStyle/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Business process or activity</a:t></a:r></a:p></a:txBody><a:tcPr marL="0" marR="0" marT="0" marB="0"><a:solidFill><a:schemeClr val="accent1"/></a:solidFill></a:tcPr></a:tc><a:tc rowSpan="3"><a:txBody><a:bodyPr/><a:lstStyle/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Location where this is conducted</a:t></a:r></a:p></a:txBody><a:tcPr marL="0" marR="0" marT="0" marB="0"><a:solidFill><a:schemeClr val="accent1"/></a:solidFill></a:tcPr></a:tc><a:tc rowSpan="3"><a:txBody><a:bodyPr/><a:lstStyle/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 </a:t></a:r></a:p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Delivery Manager</a:t></a:r></a:p><a:p><a:pPr algn="ctr" fontAlgn="t"><a:buNone/></a:pPr><a:r><a:rPr lang="en-GB" sz="700" u="none" strike="noStrike" dirty="0"><a:effectLst/></a:rPr><a:t> </a:t></a:r><a:endParaRPr lang="en-GB" sz="700" b="0" i="0" u="none" strike="noStrike" dirty="0"><a:solidFill><a:srgbClr val="FFFFFF"/></a:solidFill><a:effectLst/><a:latin typeface="Montserrat Medium" panose="00000600000000000000" pitchFamily="2" charset="0"/></a:endParaRPr></a:p></a:txBody><a:tcPr marL="0" marR="0" marT="0" marB="0"><a:solidFill><a:schemeClr val="accent1"/></a:solidFill></a:tcPr></a:tc><a:tc rowSpan="3" gridSpan="2"><a:txBody><a:bodyPr/><a:lstStyle/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How CarePortal PAS optimizes hospital administration and clinical efficiency:</a:t></a:r><a:br><a:rPr lang="en-GB" sz="800" u="none" strike="noStrike" kern="1200" dirty="0"><a:solidFill><a:schemeClr val="bg1"/></a:solidFill><a:effectLst/><a:latin typeface="+mn-lt"/><a:ea typeface="+mn-ea"/><a:cs typeface="+mn-cs"/></a:rPr></a:br><a:r><a:rPr lang="en-GB" sz="800" u="none" strike="noStrike" kern="1200" dirty="0"><a:solidFill><a:schemeClr val="bg1"/></a:solidFill><a:effectLst/><a:latin typeface="+mn-lt"/><a:ea typeface="+mn-ea"/><a:cs typeface="+mn-cs"/></a:rPr><a:t>Impact and types to consider: </a:t></a:r><a:br><a:rPr lang="en-GB" sz="800" u="none" strike="noStrike" kern="1200" dirty="0"><a:solidFill><a:schemeClr val="bg1"/></a:solidFill><a:effectLst/><a:latin typeface="+mn-lt"/><a:ea typeface="+mn-ea"/><a:cs typeface="+mn-cs"/></a:rPr></a:br><a:r><a:rPr lang="en-GB" sz="800" u="none" strike="noStrike" kern="1200" dirty="0"><a:solidFill><a:schemeClr val="bg1"/></a:solidFill><a:effectLst/><a:latin typeface="+mn-lt"/><a:ea typeface="+mn-ea"/><a:cs typeface="+mn-cs"/></a:rPr><a:t>- Loss of staff member, - Loss of site, - Loss of comms, </a:t></a:r><a:br><a:rPr lang="en-GB" sz="800" u="none" strike="noStrike" kern="1200" dirty="0"><a:solidFill><a:schemeClr val="bg1"/></a:solidFill><a:effectLst/><a:latin typeface="+mn-lt"/><a:ea typeface="+mn-ea"/><a:cs typeface="+mn-cs"/></a:rPr></a:br><a:r><a:rPr lang="en-GB" sz="800" u="none" strike="noStrike" kern="1200" dirty="0"><a:solidFill><a:schemeClr val="bg1"/></a:solidFill><a:effectLst/><a:latin typeface="+mn-lt"/><a:ea typeface="+mn-ea"/><a:cs typeface="+mn-cs"/></a:rPr><a:t>- Loss of equipment</a:t></a:r></a:p></a:txBody><a:tcPr marL="0" marR="0" marT="0" marB="0"><a:solidFill><a:schemeClr val="accent1"/></a:solidFill></a:tcPr></a:tc><a:tc rowSpan="3" hMerge="1"><a:txBody><a:bodyPr/><a:lstStyle/><a:p><a:endParaRPr lang="en-GB"/></a:p></a:txBody><a:tcPr/></a:tc><a:tc><a:txBody><a:bodyPr/><a:lstStyle/><a:p><a:pPr marL="0" algn="ctr" defTabSz="914400" rtl="0" eaLnBrk="1" fontAlgn="ctr" latinLnBrk="0" hangingPunct="1"><a:buNone/></a:pPr><a:r><a:rPr lang="en-GB" sz="700" u="none" strike="noStrike" kern="1200" dirty="0"><a:solidFill><a:schemeClr val="bg1"/></a:solidFill><a:effectLst/><a:latin typeface="+mn-lt"/><a:ea typeface="+mn-ea"/><a:cs typeface="+mn-cs"/></a:rPr><a:t>Level 1</a:t></a:r></a:p></a:txBody><a:tcPr marL="0" marR="0" marT="0" marB="0"><a:solidFill><a:schemeClr val="accent1"/></a:solidFill></a:tcPr></a:tc><a:tc><a:txBody><a:bodyPr/><a:lstStyle/><a:p><a:pPr marL="0" algn="ctr" defTabSz="914400" rtl="0" eaLnBrk="1" fontAlgn="ctr" latinLnBrk="0" hangingPunct="1"><a:buNone/></a:pPr><a:r><a:rPr lang="en-GB" sz="700" u="none" strike="noStrike" kern="1200" dirty="0"><a:solidFill><a:schemeClr val="bg1"/></a:solidFill><a:effectLst/><a:latin typeface="+mn-lt"/><a:ea typeface="+mn-ea"/><a:cs typeface="+mn-cs"/></a:rPr><a:t>Level 2</a:t></a:r></a:p></a:txBody><a:tcPr marL="0" marR="0" marT="0" marB="0"><a:solidFill><a:schemeClr val="accent1"/></a:solidFill></a:tcPr></a:tc><a:tc><a:txBody><a:bodyPr/><a:lstStyle/><a:p><a:pPr marL="0" algn="ctr" defTabSz="914400" rtl="0" eaLnBrk="1" fontAlgn="ctr" latinLnBrk="0" hangingPunct="1"><a:buNone/></a:pPr><a:r><a:rPr lang="en-GB" sz="700" u="none" strike="noStrike" kern="1200" dirty="0"><a:solidFill><a:schemeClr val="bg1"/></a:solidFill><a:effectLst/><a:latin typeface="+mn-lt"/><a:ea typeface="+mn-ea"/><a:cs typeface="+mn-cs"/></a:rPr><a:t>Level 3</a:t></a:r></a:p></a:txBody><a:tcPr marL="0" marR="0" marT="0" marB="0"><a:solidFill><a:schemeClr val="accent1"/></a:solidFill></a:tcPr></a:tc><a:tc><a:txBody><a:bodyPr/><a:lstStyle/><a:p><a:pPr marL="0" algn="ctr" defTabSz="914400" rtl="0" eaLnBrk="1" fontAlgn="ctr" latinLnBrk="0" hangingPunct="1"><a:buNone/></a:pPr><a:r><a:rPr lang="en-GB" sz="700" u="none" strike="noStrike" kern="1200" dirty="0"><a:solidFill><a:schemeClr val="bg1"/></a:solidFill><a:effectLst/><a:latin typeface="+mn-lt"/><a:ea typeface="+mn-ea"/><a:cs typeface="+mn-cs"/></a:rPr><a:t>Level 4</a:t></a:r></a:p></a:txBody><a:tcPr marL="0" marR="0" marT="0" marB="0"><a:solidFill><a:schemeClr val="accent1"/></a:solidFill></a:tcPr></a:tc><a:tc><a:txBody><a:bodyPr/><a:lstStyle/><a:p><a:pPr marL="0" algn="ctr" defTabSz="914400" rtl="0" eaLnBrk="1" fontAlgn="ctr" latinLnBrk="0" hangingPunct="1"><a:buNone/></a:pPr><a:r><a:rPr lang="en-GB" sz="700" u="none" strike="noStrike" kern="1200" dirty="0"><a:solidFill><a:schemeClr val="bg1"/></a:solidFill><a:effectLst/><a:latin typeface="+mn-lt"/><a:ea typeface="+mn-ea"/><a:cs typeface="+mn-cs"/></a:rPr><a:t>Level 5</a:t></a:r></a:p></a:txBody><a:tcPr marL="0" marR="0" marT="0" marB="0"><a:solidFill><a:schemeClr val="accent1"/></a:solidFill></a:tcPr></a:tc><a:tc rowSpan="2"><a:txBody><a:bodyPr/><a:lstStyle/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Total</a:t></a:r></a:p></a:txBody><a:tcPr marL="0" marR="0" marT="0" marB="0"><a:solidFill><a:schemeClr val="accent1"/></a:solidFill></a:tcPr></a:tc><a:tc rowSpan="2"><a:txBody><a:bodyPr/><a:lstStyle/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Impact Rating</a:t></a:r></a:p></a:txBody><a:tcPr marL="0" marR="0" marT="0" marB="0"><a:solidFill><a:schemeClr val="accent1"/></a:solidFill></a:tcPr></a:tc><a:extLst><a:ext uri="{0D108BD9-81ED-4DB2-BD59-A6C34878D82A}"><a16:rowId xmlns:a16="http://schemas.microsoft.com/office/drawing/2014/main" val="1149879830"/></a:ext></a:extLst></a:tr><a:tr h="382051"><a:tc vMerge="1"><a:txBody><a:bodyPr/><a:lstStyle/><a:p><a:endParaRPr lang="en-GB"/></a:p></a:txBody><a:tcPr/></a:tc><a:tc vMerge="1"><a:txBody><a:bodyPr/><a:lstStyle/><a:p><a:endParaRPr lang="en-GB"/></a:p></a:txBody><a:tcPr/></a:tc><a:tc vMerge="1"><a:txBody><a:bodyPr/><a:lstStyle/><a:p><a:endParaRPr/></a:p></a:txBody><a:tcPr marL="0" marR="0" marT="0" marB="0"><a:solidFill><a:schemeClr val="accent1"/></a:solidFill></a:tcPr></a:tc><a:tc gridSpan="2" vMerge="1"><a:txBody><a:bodyPr/><a:lstStyle/><a:p><a:endParaRPr lang="en-GB"/></a:p></a:txBody><a:tcPr/></a:tc><a:tc hMerge="1" vMerge="1"><a:txBody><a:bodyPr/><a:lstStyle/><a:p><a:endParaRPr lang="en-GB"/></a:p></a:txBody><a:tcPr/></a:tc><a:tc gridSpan="5"><a:txBody><a:bodyPr/><a:lstStyle/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Quantify the impact if this business process or activity is suspended for periods up to:-</a:t></a:r></a:p></a:txBody><a:tcPr marL="0" marR="0" marT="0" marB="0"><a:solidFill><a:schemeClr val="accent1"/></a:solidFill></a:tcPr></a:tc><a:tc hMerge="1"><a:txBody><a:bodyPr/><a:lstStyle/><a:p><a:endParaRPr lang="en-GB"/></a:p></a:txBody><a:tcPr/></a:tc><a:tc hMerge="1"><a:txBody><a:bodyPr/><a:lstStyle/><a:p><a:endParaRPr lang="en-GB"/></a:p></a:txBody><a:tcPr/></a:tc><a:tc hMerge="1"><a:txBody><a:bodyPr/><a:lstStyle/><a:p><a:endParaRPr lang="en-GB"/></a:p></a:txBody><a:tcPr/></a:tc><a:tc hMerge="1"><a:txBody><a:bodyPr/><a:lstStyle/><a:p><a:endParaRPr lang="en-GB"/></a:p></a:txBody><a:tcPr/></a:tc><a:tc vMerge="1"><a:txBody><a:bodyPr/><a:lstStyle/><a:p><a:endParaRPr lang="en-GB"/></a:p></a:txBody><a:tcPr/></a:tc><a:tc vMerge="1"><a:txBody><a:bodyPr/><a:lstStyle/><a:p><a:endParaRPr lang="en-GB"/></a:p></a:txBody><a:tcPr/></a:tc><a:extLst><a:ext uri="{0D108BD9-81ED-4DB2-BD59-A6C34878D82A}"><a16:rowId xmlns:a16="http://schemas.microsoft.com/office/drawing/2014/main" val="3895130544"/></a:ext></a:extLst></a:tr><a:tr h="376990"><a:tc vMerge="1"><a:txBody><a:bodyPr/><a:lstStyle/><a:p><a:endParaRPr lang="en-GB"/></a:p></a:txBody><a:tcPr/></a:tc><a:tc vMerge="1"><a:txBody><a:bodyPr/><a:lstStyle/><a:p><a:endParaRPr lang="en-GB"/></a:p></a:txBody><a:tcPr/></a:tc><a:tc vMerge="1"><a:txBody><a:bodyPr/><a:lstStyle/><a:p><a:pPr algn="ctr" fontAlgn="t"><a:buNone/></a:pPr><a:endParaRPr lang="en-GB" sz="700" b="0" i="0" u="none" strike="noStrike"><a:solidFill><a:srgbClr val="FFFFFF"/></a:solidFill><a:effectLst/><a:latin typeface="Montserrat Medium" panose="00000600000000000000" pitchFamily="2" charset="0"/></a:endParaRPr></a:p></a:txBody><a:tcPr marL="0" marR="0" marT="0" marB="0"/></a:tc><a:tc gridSpan="2" vMerge="1"><a:txBody><a:bodyPr/><a:lstStyle/><a:p><a:endParaRPr lang="en-GB"/></a:p></a:txBody><a:tcPr/></a:tc><a:tc hMerge="1" vMerge="1"><a:txBody><a:bodyPr/><a:lstStyle/><a:p><a:endParaRPr lang="en-GB"/></a:p></a:txBody><a:tcPr/></a:tc><a:tc><a:txBody><a:bodyPr/><a:lstStyle/><a:p><a:pPr marL="0" algn="ctr" defTabSz="914400" rtl="0" eaLnBrk="1" fontAlgn="ctr" latinLnBrk="0" hangingPunct="1"><a:buNone/></a:pPr><a:r><a:rPr lang="en-GB" sz="700" u="none" strike="noStrike" kern="1200" dirty="0"><a:solidFill><a:schemeClr val="bg1"/></a:solidFill><a:effectLst/><a:latin typeface="+mn-lt"/><a:ea typeface="+mn-ea"/><a:cs typeface="+mn-cs"/></a:rPr><a:t>Up to 4 hours</a:t></a:r></a:p></a:txBody><a:tcPr marL="0" marR="0" marT="0" marB="0"><a:solidFill><a:schemeClr val="accent1"/></a:solidFill></a:tcPr></a:tc><a:tc><a:txBody><a:bodyPr/><a:lstStyle/><a:p><a:pPr marL="0" algn="ctr" defTabSz="914400" rtl="0" eaLnBrk="1" fontAlgn="ctr" latinLnBrk="0" hangingPunct="1"><a:buNone/></a:pPr><a:r><a:rPr lang="en-GB" sz="700" u="none" strike="noStrike" kern="1200" dirty="0"><a:solidFill><a:schemeClr val="bg1"/></a:solidFill><a:effectLst/><a:latin typeface="+mn-lt"/><a:ea typeface="+mn-ea"/><a:cs typeface="+mn-cs"/></a:rPr><a:t>Up to 8 hours</a:t></a:r></a:p></a:txBody><a:tcPr marL="0" marR="0" marT="0" marB="0"><a:solidFill><a:schemeClr val="accent1"/></a:solidFill></a:tcPr></a:tc><a:tc><a:txBody><a:bodyPr/><a:lstStyle/><a:p><a:pPr marL="0" algn="ctr" defTabSz="914400" rtl="0" eaLnBrk="1" fontAlgn="ctr" latinLnBrk="0" hangingPunct="1"><a:buNone/></a:pPr><a:r><a:rPr lang="en-GB" sz="700" u="none" strike="noStrike" kern="1200" dirty="0"><a:solidFill><a:schemeClr val="bg1"/></a:solidFill><a:effectLst/><a:latin typeface="+mn-lt"/><a:ea typeface="+mn-ea"/><a:cs typeface="+mn-cs"/></a:rPr><a:t>Up to 1 </a:t></a:r><a:br><a:rPr lang="en-GB" sz="700" u="none" strike="noStrike" kern="1200" dirty="0"><a:solidFill><a:schemeClr val="bg1"/></a:solidFill><a:effectLst/><a:latin typeface="+mn-lt"/><a:ea typeface="+mn-ea"/><a:cs typeface="+mn-cs"/></a:rPr></a:br><a:r><a:rPr lang="en-GB" sz="700" u="none" strike="noStrike" kern="1200" dirty="0"><a:solidFill><a:schemeClr val="bg1"/></a:solidFill><a:effectLst/><a:latin typeface="+mn-lt"/><a:ea typeface="+mn-ea"/><a:cs typeface="+mn-cs"/></a:rPr><a:t>day</a:t></a:r></a:p></a:txBody><a:tcPr marL="0" marR="0" marT="0" marB="0"><a:solidFill><a:schemeClr val="accent1"/></a:solidFill></a:tcPr></a:tc><a:tc><a:txBody><a:bodyPr/><a:lstStyle/><a:p><a:pPr marL="0" algn="ctr" defTabSz="914400" rtl="0" eaLnBrk="1" fontAlgn="ctr" latinLnBrk="0" hangingPunct="1"><a:buNone/></a:pPr><a:r><a:rPr lang="en-GB" sz="700" u="none" strike="noStrike" kern="1200" dirty="0"><a:solidFill><a:schemeClr val="bg1"/></a:solidFill><a:effectLst/><a:latin typeface="+mn-lt"/><a:ea typeface="+mn-ea"/><a:cs typeface="+mn-cs"/></a:rPr><a:t>Up to 7</a:t></a:r><a:br><a:rPr lang="en-GB" sz="700" u="none" strike="noStrike" kern="1200" dirty="0"><a:solidFill><a:schemeClr val="bg1"/></a:solidFill><a:effectLst/><a:latin typeface="+mn-lt"/><a:ea typeface="+mn-ea"/><a:cs typeface="+mn-cs"/></a:rPr></a:br><a:r><a:rPr lang="en-GB" sz="700" u="none" strike="noStrike" kern="1200" dirty="0"><a:solidFill><a:schemeClr val="bg1"/></a:solidFill><a:effectLst/><a:latin typeface="+mn-lt"/><a:ea typeface="+mn-ea"/><a:cs typeface="+mn-cs"/></a:rPr><a:t> days</a:t></a:r></a:p></a:txBody><a:tcPr marL="0" marR="0" marT="0" marB="0"><a:solidFill><a:schemeClr val="accent1"/></a:solidFill></a:tcPr></a:tc><a:tc><a:txBody><a:bodyPr/><a:lstStyle/><a:p><a:pPr marL="0" algn="ctr" defTabSz="914400" rtl="0" eaLnBrk="1" fontAlgn="ctr" latinLnBrk="0" hangingPunct="1"><a:buNone/></a:pPr><a:r><a:rPr lang="en-GB" sz="700" u="none" strike="noStrike" kern="1200" dirty="0"><a:solidFill><a:schemeClr val="bg1"/></a:solidFill><a:effectLst/><a:latin typeface="+mn-lt"/><a:ea typeface="+mn-ea"/><a:cs typeface="+mn-cs"/></a:rPr><a:t>Up to 28 days</a:t></a:r></a:p></a:txBody><a:tcPr marL="0" marR="0" marT="0" marB="0"><a:solidFill><a:schemeClr val="accent1"/></a:solidFill></a:tcPr></a:tc><a:tc><a:txBody><a:bodyPr/><a:lstStyle/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Total Score</a:t></a:r></a:p></a:txBody><a:tcPr marL="0" marR="0" marT="0" marB="0"><a:solidFill><a:schemeClr val="accent1"/></a:solidFill></a:tcPr></a:tc><a:tc><a:txBody><a:bodyPr/><a:lstStyle/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High / Medium / Low</a:t></a:r></a:p></a:txBody><a:tcPr marL="0" marR="0" marT="0" marB="0"><a:solidFill><a:schemeClr val="accent1"/></a:solidFill></a:tcPr></a:tc><a:extLst><a:ext uri="{0D108BD9-81ED-4DB2-BD59-A6C34878D82A}"><a16:rowId xmlns:a16="http://schemas.microsoft.com/office/drawing/2014/main" val="3029472074"/></a:ext></a:extLst></a:tr><a:tr h="364959"><a:tc rowSpan="5"><a:txBody><a:bodyPr/><a:lstStyle/><a:p><a:pPr algn="ctr" fontAlgn="ctr"><a:buNone/></a:pPr><a:r><a:rPr lang="en-GB" sz="700" u="none" strike="noStrike" dirty="0"><a:effectLst/></a:rPr><a:t>Team name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 anchor="ctr"/></a:tc><a:tc rowSpan="5"><a:txBody><a:bodyPr/><a:lstStyle/><a:p><a:pPr algn="ctr" fontAlgn="ctr"><a:buNone/></a:pPr><a:r><a:rPr lang="en-GB" sz="700" u="none" strike="noStrike" dirty="0"><a:effectLst/></a:rPr><a:t>Noida - hybrid working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 anchor="ctr"/></a:tc><a:tc rowSpan="5"><a:txBody><a:bodyPr/><a:lstStyle/><a:p><a:pPr algn="ctr" fontAlgn="ctr"><a:buNone/></a:pPr><a:r><a:rPr lang="en-GB" sz="700" u="none" strike="noStrike" dirty="0"><a:effectLst/></a:rPr><a:t>Managers name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 anchor="ctr"/></a:tc><a:tc><a:txBody><a:bodyPr/><a:lstStyle/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Reduced Click Fatigue</a:t></a:r></a:p></a:txBody><a:tcPr marL="0" marR="0" marT="0" marB="0"><a:solidFill><a:schemeClr val="accent1"/></a:solidFill></a:tcPr></a:tc><a:tc><a:txBody><a:bodyPr/><a:lstStyle/><a:p><a:pPr algn="l" fontAlgn="t"><a:buNone/></a:pPr><a:r><a:rPr lang="en-GB" sz="700" u="none" strike="noStrike" dirty="0"><a:effectLst/></a:rPr><a:t>Single-page direct routing removes double-menu wrapping, saving practitioners critical time.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0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0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0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3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5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700" u="none" strike="noStrike" dirty="0"><a:effectLst/></a:rPr><a:t>8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tc><a:txBody><a:bodyPr/><a:lstStyle/><a:p><a:pPr algn="ctr" fontAlgn="t"><a:buNone/></a:pPr><a:r><a:rPr lang="en-GB" sz="700" u="none" strike="noStrike" dirty="0"><a:effectLst/></a:rPr><a:t>low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extLst><a:ext uri="{0D108BD9-81ED-4DB2-BD59-A6C34878D82A}"><a16:rowId xmlns:a16="http://schemas.microsoft.com/office/drawing/2014/main" val="3788345748"/></a:ext></a:extLst></a:tr><a:tr h="331781"><a:tc vMerge="1"><a:txBody><a:bodyPr/><a:lstStyle/><a:p><a:endParaRPr lang="en-GB"/></a:p></a:txBody><a:tcPr/></a:tc><a:tc vMerge="1"><a:txBody><a:bodyPr/><a:lstStyle/><a:p><a:endParaRPr lang="en-GB"/></a:p></a:txBody><a:tcPr/></a:tc><a:tc vMerge="1"><a:txBody><a:bodyPr/><a:lstStyle/><a:p><a:endParaRPr lang="en-GB"/></a:p></a:txBody><a:tcPr/></a:tc><a:tc><a:txBody><a:bodyPr/><a:lstStyle/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Patient Safety Focus</a:t></a:r></a:p></a:txBody><a:tcPr marL="0" marR="0" marT="0" marB="0"><a:solidFill><a:schemeClr val="accent1"/></a:solidFill></a:tcPr></a:tc><a:tc><a:txBody><a:bodyPr/><a:lstStyle/><a:p><a:pPr algn="l" fontAlgn="t"><a:buNone/></a:pPr><a:r><a:rPr lang="en-GB" sz="700" u="none" strike="noStrike" dirty="0"><a:effectLst/></a:rPr><a:t>Rigid patient context isolation prevents cross-record typing errors and medication logging slip-ups.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0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0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0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2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4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700" u="none" strike="noStrike" dirty="0"><a:effectLst/></a:rPr><a:t>6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tc><a:txBody><a:bodyPr/><a:lstStyle/><a:p><a:pPr algn="ctr" fontAlgn="t"><a:buNone/></a:pPr><a:r><a:rPr lang="en-GB" sz="700" u="none" strike="noStrike" dirty="0"><a:effectLst/></a:rPr><a:t>low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extLst><a:ext uri="{0D108BD9-81ED-4DB2-BD59-A6C34878D82A}"><a16:rowId xmlns:a16="http://schemas.microsoft.com/office/drawing/2014/main" val="2424676781"/></a:ext></a:extLst></a:tr><a:tr h="309662"><a:tc vMerge="1"><a:txBody><a:bodyPr/><a:lstStyle/><a:p><a:endParaRPr lang="en-GB"/></a:p></a:txBody><a:tcPr/></a:tc><a:tc vMerge="1"><a:txBody><a:bodyPr/><a:lstStyle/><a:p><a:endParaRPr lang="en-GB"/></a:p></a:txBody><a:tcPr/></a:tc><a:tc vMerge="1"><a:txBody><a:bodyPr/><a:lstStyle/><a:p><a:endParaRPr lang="en-GB"/></a:p></a:txBody><a:tcPr/></a:tc><a:tc><a:txBody><a:bodyPr/><a:lstStyle/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Enhanced Ward Flow</a:t></a:r></a:p></a:txBody><a:tcPr marL="0" marR="0" marT="0" marB="0"><a:solidFill><a:schemeClr val="accent1"/></a:solidFill></a:tcPr></a:tc><a:tc><a:txBody><a:bodyPr/><a:lstStyle/><a:p><a:pPr algn="l" fontAlgn="t"><a:buNone/></a:pPr><a:r><a:rPr lang="en-GB" sz="700" u="none" strike="noStrike" dirty="0"><a:effectLst/></a:rPr><a:t>Visual occupancy bar graphs and color-coded bed board cards accelerate discharges and cleanings.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1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1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1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4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6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700" u="none" strike="noStrike" dirty="0"><a:effectLst/></a:rPr><a:t>13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tc><a:txBody><a:bodyPr/><a:lstStyle/><a:p><a:pPr algn="ctr" fontAlgn="t"><a:buNone/></a:pPr><a:r><a:rPr lang="en-GB" sz="700" u="none" strike="noStrike" dirty="0"><a:effectLst/></a:rPr><a:t>Medium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extLst><a:ext uri="{0D108BD9-81ED-4DB2-BD59-A6C34878D82A}"><a16:rowId xmlns:a16="http://schemas.microsoft.com/office/drawing/2014/main" val="1585802656"/></a:ext></a:extLst></a:tr><a:tr h="1205469"><a:tc vMerge="1"><a:txBody><a:bodyPr/><a:lstStyle/><a:p><a:endParaRPr lang="en-GB"/></a:p></a:txBody><a:tcPr/></a:tc><a:tc vMerge="1"><a:txBody><a:bodyPr/><a:lstStyle/><a:p><a:endParaRPr lang="en-GB"/></a:p></a:txBody><a:tcPr/></a:tc><a:tc vMerge="1"><a:txBody><a:bodyPr/><a:lstStyle/><a:p><a:endParaRPr lang="en-GB"/></a:p></a:txBody><a:tcPr/></a:tc><a:tc><a:txBody><a:bodyPr/><a:lstStyle/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National Standard Compliant</a:t></a:r></a:p></a:txBody><a:tcPr marL="0" marR="0" marT="0" marB="0"><a:solidFill><a:schemeClr val="accent1"/></a:solidFill></a:tcPr></a:tc><a:tc><a:txBody><a:bodyPr/><a:lstStyle/><a:p><a:pPr algn="l" fontAlgn="t"><a:buNone/></a:pPr><a:r><a:rPr lang="en-GB" sz="700" u="none" strike="noStrike" dirty="0"><a:effectLst/></a:rPr><a:t>Built-in modulus 11 checksum algorithms prevent registration input errors on NHS/CHI/IHI numbers.</a:t></a:r><a:br><a:rPr lang="en-GB" sz="700" u="none" strike="noStrike" dirty="0"><a:effectLst/></a:rPr></a:br><a:r><a:rPr lang="en-GB" sz="700" u="none" strike="noStrike" dirty="0"><a:effectLst/></a:rPr><a:t>Replacement laptops would need to be sourced.  Team are hybrid working not all team in the office, could utilise other team members.</a:t></a:r><a:br><a:rPr lang="en-GB" sz="700" u="none" strike="noStrike" dirty="0"><a:effectLst/></a:rPr></a:br><a:r><a:rPr lang="en-GB" sz="700" u="none" strike="noStrike" dirty="0"><a:effectLst/></a:rPr><a:t>If loss of laptop can use personal PCs to connect via virtual machine to Denmark, India DC.  If loss of virtual machine connection would be high impact, if 1 person loss of connection can use other team members, high impact if whole team lost connection.</a:t></a:r><a:br><a:rPr lang="en-GB" sz="700" u="none" strike="noStrike" dirty="0"><a:effectLst/></a:rPr></a:br><a:r><a:rPr lang="en-GB" sz="700" u="none" strike="noStrike" dirty="0"><a:effectLst/></a:rPr><a:t>Testing purposes only can use company mobiles phones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3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4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4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6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6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700" u="none" strike="noStrike" dirty="0"><a:effectLst/></a:rPr><a:t>23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tc><a:txBody><a:bodyPr/><a:lstStyle/><a:p><a:pPr algn="ctr" fontAlgn="t"><a:buNone/></a:pPr><a:r><a:rPr lang="en-GB" sz="700" u="none" strike="noStrike" dirty="0"><a:effectLst/></a:rPr><a:t>High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extLst><a:ext uri="{0D108BD9-81ED-4DB2-BD59-A6C34878D82A}"><a16:rowId xmlns:a16="http://schemas.microsoft.com/office/drawing/2014/main" val="2293749627"/></a:ext></a:extLst></a:tr><a:tr h="420255"><a:tc vMerge="1"><a:txBody><a:bodyPr/><a:lstStyle/><a:p><a:endParaRPr lang="en-GB"/></a:p></a:txBody><a:tcPr/></a:tc><a:tc vMerge="1"><a:txBody><a:bodyPr/><a:lstStyle/><a:p><a:endParaRPr lang="en-GB"/></a:p></a:txBody><a:tcPr/></a:tc><a:tc vMerge="1"><a:txBody><a:bodyPr/><a:lstStyle/><a:p><a:endParaRPr lang="en-GB"/></a:p></a:txBody><a:tcPr/></a:tc><a:tc><a:txBody><a:bodyPr/><a:lstStyle/><a:p><a:pPr marL="0" algn="l" defTabSz="914400" rtl="0" eaLnBrk="1" fontAlgn="ctr" latinLnBrk="0" hangingPunct="1"><a:buNone/></a:pPr><a:r><a:rPr lang="en-GB" sz="800" u="none" strike="noStrike" kern="1200" dirty="0"><a:solidFill><a:schemeClr val="bg1"/></a:solidFill><a:effectLst/><a:latin typeface="+mn-lt"/><a:ea typeface="+mn-ea"/><a:cs typeface="+mn-cs"/></a:rPr><a:t>Executive Level Visibility</a:t></a:r></a:p></a:txBody><a:tcPr marL="0" marR="0" marT="0" marB="0"><a:solidFill><a:schemeClr val="accent1"/></a:solidFill></a:tcPr></a:tc><a:tc><a:txBody><a:bodyPr/><a:lstStyle/><a:p><a:pPr algn="l" fontAlgn="t"><a:buNone/></a:pPr><a:r><a:rPr lang="en-GB" sz="700" u="none" strike="noStrike" dirty="0"><a:effectLst/></a:rPr><a:t>Real-time reports track admissions, waiting lists, and RTT clock breaches for operational audits.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3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4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4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6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800" u="none" strike="noStrike" dirty="0"><a:effectLst/></a:rPr><a:t>6</a:t></a:r><a:endParaRPr lang="en-GB" sz="800" b="0" i="0" u="none" strike="noStrike" dirty="0"><a:solidFill><a:srgbClr val="000000"/></a:solidFill><a:effectLst/><a:latin typeface="Calibri" panose="020F0502020204030204" pitchFamily="34" charset="0"/></a:endParaRPr></a:p></a:txBody><a:tcPr marL="0" marR="0" marT="0" marB="0"/></a:tc><a:tc><a:txBody><a:bodyPr/><a:lstStyle/><a:p><a:pPr algn="ctr" fontAlgn="t"><a:buNone/></a:pPr><a:r><a:rPr lang="en-GB" sz="700" u="none" strike="noStrike" dirty="0"><a:effectLst/></a:rPr><a:t>23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tc><a:txBody><a:bodyPr/><a:lstStyle/><a:p><a:pPr algn="ctr" fontAlgn="t"><a:buNone/></a:pPr><a:r><a:rPr lang="en-GB" sz="700" u="none" strike="noStrike" dirty="0"><a:effectLst/></a:rPr><a:t>High</a:t></a:r><a:endParaRPr lang="en-GB" sz="700" b="0" i="0" u="none" strike="noStrike" dirty="0"><a:solidFill><a:srgbClr val="000000"/></a:solidFill><a:effectLst/><a:latin typeface="Montserrat Medium" panose="00000600000000000000" pitchFamily="2" charset="0"/></a:endParaRPr></a:p></a:txBody><a:tcPr marL="0" marR="0" marT="0" marB="0"/></a:tc><a:extLst><a:ext uri="{0D108BD9-81ED-4DB2-BD59-A6C34878D82A}"><a16:rowId xmlns:a16="http://schemas.microsoft.com/office/drawing/2014/main" val="1573374080"/></a:ext></a:extLst></a:tr></a:tbl></a:graphicData></a:graphic></p:graphicFrame><p:sp><p:nvSpPr><p:cNvPr id="4" name="TextBox 3"><a:extLst><a:ext uri="{FF2B5EF4-FFF2-40B4-BE49-F238E27FC236}"><a16:creationId xmlns:a16="http://schemas.microsoft.com/office/drawing/2014/main" id="{7675914D-EF06-FD6B-E814-AB81F0025A1E}"/></a:ext></a:extLst></p:cNvPr><p:cNvSpPr txBox="1"/><p:nvPr/></p:nvSpPr><p:spPr><a:xfrm><a:off x="442289" y="2134455"/><a:ext cx="3130985" cy="707886"/></a:xfrm><a:prstGeom prst="rect"><a:avLst/></a:prstGeom><a:noFill/></p:spPr><p:txBody><a:bodyPr wrap="none" rtlCol="0"><a:spAutoFit/></a:bodyPr><a:lstStyle/><a:p><a:pPr algn="ctr"/><a:r><a:rPr lang="en-GB" sz="1000" dirty="0"><a:solidFill><a:srgbClr val="FF0000"/></a:solidFill></a:rPr><a:t>✔ Direct Routing</a:t></a:r></a:p><a:p><a:pPr algn="ctr"/><a:r><a:rPr lang="en-GB" sz="1000" dirty="0"><a:solidFill><a:srgbClr val="FF0000"/></a:solidFill></a:rPr><a:t>✔ Context Locker</a:t></a:r></a:p><a:p><a:pPr algn="ctr"/><a:r><a:rPr lang="en-GB" sz="1000" dirty="0"><a:solidFill><a:srgbClr val="FF0000"/></a:solidFill></a:rPr><a:t>✔ Interactive Beds</a:t></a:r></a:p><a:p><a:pPr algn="ctr"/><a:r><a:rPr lang="en-GB" sz="1000" dirty="0"><a:solidFill><a:srgbClr val="FF0000"/></a:solidFill></a:rPr><a:t>✔ National Checksums</a:t></a:r></a:p></p:txBody></p:sp><p:sp><p:nvSpPr><p:cNvPr id="5" name="TextBox 4"><a:extLst><a:ext uri="{FF2B5EF4-FFF2-40B4-BE49-F238E27FC236}"><a16:creationId xmlns:a16="http://schemas.microsoft.com/office/drawing/2014/main" id="{7B6FDF8A-B0C2-0513-8D89-7A0D4F2B1089}"/></a:ext></a:extLst></p:cNvPr><p:cNvSpPr txBox="1"/><p:nvPr/></p:nvSpPr><p:spPr><a:xfrm><a:off x="3565033" y="1928596"/><a:ext cx="7165744" cy="861774"/></a:xfrm><a:prstGeom prst="rect"><a:avLst/></a:prstGeom><a:noFill/></p:spPr><p:txBody><a:bodyPr wrap="none" rtlCol="0"><a:spAutoFit/></a:bodyPr><a:lstStyle/><a:p><a:pPr algn="ctr"/><a:r><a:rPr lang="en-GB" sz="1000" dirty="0"><a:solidFill><a:srgbClr val="FF0000"/></a:solidFill></a:rPr><a:t>✔ KPI Dashboard</a:t></a:r></a:p><a:p><a:pPr algn="ctr"/><a:r><a:rPr lang="en-GB" sz="1000" dirty="0"><a:solidFill><a:srgbClr val="FF0000"/></a:solidFill></a:rPr><a:t>✔ High Productivity</a:t></a:r></a:p><a:p><a:pPr algn="ctr"/><a:r><a:rPr lang="en-GB" sz="1000" dirty="0"><a:solidFill><a:srgbClr val="FF0000"/></a:solidFill></a:rPr><a:t>✔ Zero Click Confusion</a:t></a:r></a:p><a:p><a:pPr algn="ctr"/><a:r><a:rPr lang="en-GB" sz="1000" dirty="0"><a:solidFill><a:srgbClr val="FF0000"/></a:solidFill></a:rPr><a:t>Using Antigravity AI allowed us to build and verify these features rapidly with zero compilation errors.</a:t></a:r></a:p><a:p><a:pPr algn="ctr"/><a:r><a:rPr lang="en-GB" sz="1000" dirty="0"><a:solidFill><a:srgbClr val="FF0000"/></a:solidFill></a:rPr><a:t>This HIS dashboard conforms to Dedalus standards of operational clinical safety and ease of use.</a:t></a:r></a:p></p:txBody></p:sp><mc:AlternateContent xmlns:mc="http://schemas.openxmlformats.org/markup-compatibility/2006" xmlns:p14="http://schemas.microsoft.com/office/powerpoint/2010/main"><mc:Choice Requires="p14"><p:contentPart p14:bwMode="auto" r:id="rId3"><p14:nvContentPartPr><p14:cNvPr id="8" name="Ink 7"><a:extLst><a:ext uri="{FF2B5EF4-FFF2-40B4-BE49-F238E27FC236}"><a16:creationId xmlns:a16="http://schemas.microsoft.com/office/drawing/2014/main" id="{A896B050-05E9-3B44-179B-6783E1274930}"/></a:ext></a:extLst></p14:cNvPr><p14:cNvContentPartPr/><p14:nvPr/></p14:nvContentPartPr><p14:xfrm><a:off x="7132029" y="2747723"/><a:ext cx="720" cy="138778"/></p14:xfrm></p:contentPart></mc:Choice><mc:Fallback xmlns=""><p:pic><p:nvPicPr><p:cNvPr id="8" name="Ink 7"><a:extLst><a:ext uri="{FF2B5EF4-FFF2-40B4-BE49-F238E27FC236}"><a16:creationId xmlns:a16="http://schemas.microsoft.com/office/drawing/2014/main" id="{A896B050-05E9-3B44-179B-6783E1274930}"/></a:ext></a:extLst></p:cNvPr><p:cNvPicPr/><p:nvPr/></p:nvPicPr><p:blipFill><a:blip r:embed="rId4"/><a:stretch><a:fillRect/></a:stretch></p:blipFill><p:spPr><a:xfrm><a:off x="7119069" y="2741611"/><a:ext cx="25200" cy="151002"/></a:xfrm><a:prstGeom prst="rect"><a:avLst/></a:prstGeom></p:spPr></p:pic></mc:Fallback></mc:AlternateContent><mc:AlternateContent xmlns:mc="http://schemas.openxmlformats.org/markup-compatibility/2006" xmlns:p14="http://schemas.microsoft.com/office/powerpoint/2010/main"><mc:Choice Requires="p14"><p:contentPart p14:bwMode="auto" r:id="rId5"><p14:nvContentPartPr><p14:cNvPr id="9" name="Ink 8"><a:extLst><a:ext uri="{FF2B5EF4-FFF2-40B4-BE49-F238E27FC236}"><a16:creationId xmlns:a16="http://schemas.microsoft.com/office/drawing/2014/main" id="{62A68A43-64B8-51C0-ED3A-17A18DA890EC}"/></a:ext></a:extLst></p14:cNvPr><p14:cNvContentPartPr/><p14:nvPr/></p14:nvContentPartPr><p14:xfrm><a:off x="1966471" y="2747723"/><a:ext cx="720" cy="126123"/></p14:xfrm></p:contentPart></mc:Choice><mc:Fallback xmlns=""><p:pic><p:nvPicPr><p:cNvPr id="9" name="Ink 8"><a:extLst><a:ext uri="{FF2B5EF4-FFF2-40B4-BE49-F238E27FC236}"><a16:creationId xmlns:a16="http://schemas.microsoft.com/office/drawing/2014/main" id="{62A68A43-64B8-51C0-ED3A-17A18DA890EC}"/></a:ext></a:extLst></p:cNvPr><p:cNvPicPr/><p:nvPr/></p:nvPicPr><p:blipFill><a:blip r:embed="rId6"/><a:stretch><a:fillRect/></a:stretch></p:blipFill><p:spPr><a:xfrm><a:off x="1953511" y="2741614"/><a:ext cx="25200" cy="138340"/></a:xfrm><a:prstGeom prst="rect"><a:avLst/></a:prstGeom></p:spPr></p:pic></mc:Fallback></mc:AlternateContent><p:sp><p:nvSpPr><p:cNvPr id="10" name="Google Shape;1717;p78"><a:extLst><a:ext uri="{FF2B5EF4-FFF2-40B4-BE49-F238E27FC236}"><a16:creationId xmlns:a16="http://schemas.microsoft.com/office/drawing/2014/main" id="{AE4F6778-0D5E-F0B1-6104-58A78D496326}"/></a:ext></a:extLst></p:cNvPr><p:cNvSpPr txBox="1"><a:spLocks/></p:cNvSpPr><p:nvPr/></p:nvSpPr><p:spPr><a:xfrm><a:off x="497263" y="852853"/><a:ext cx="10816216" cy="1004174"/></a:xfrm><a:prstGeom prst="rect"><a:avLst/></a:prstGeom></p:spPr><p:txBody><a:bodyPr spcFirstLastPara="1" wrap="square" lIns="91425" tIns="91425" rIns="91425" bIns="91425" anchor="ctr" anchorCtr="0"><a:noAutofit/></a:bodyPr><a:lstStyle><a:lvl1pPr marL="228600" indent="-228600" algn="l" rtl="0" eaLnBrk="0" fontAlgn="base" hangingPunct="0"><a:lnSpc><a:spcPct val="90000"/></a:lnSpc><a:spcBef><a:spcPts val="1000"/></a:spcBef><a:spcAft><a:spcPct val="0"/></a:spcAft><a:buFont typeface="Arial" panose="020B0604020202020204" pitchFamily="34" charset="0"/><a:buChar char="•"/><a:defRPr sz="2800" kern="1200"><a:solidFill><a:schemeClr val="tx1"/></a:solidFill><a:latin typeface="Montserrat" pitchFamily="2" charset="77"/><a:ea typeface="+mn-ea"/><a:cs typeface="+mn-cs"/></a:defRPr></a:lvl1pPr><a:lvl2pPr marL="685800" indent="-228600" algn="l" rtl="0" eaLnBrk="0" fontAlgn="base" hangingPunct="0"><a:lnSpc><a:spcPct val="90000"/></a:lnSpc><a:spcBef><a:spcPts val="500"/></a:spcBef><a:spcAft><a:spcPct val="0"/></a:spcAft><a:buFont typeface="Arial" panose="020B0604020202020204" pitchFamily="34" charset="0"/><a:buChar char="•"/><a:defRPr sz="2400" kern="1200"><a:solidFill><a:schemeClr val="tx1"/></a:solidFill><a:latin typeface="Montserrat" pitchFamily="2" charset="77"/><a:ea typeface="+mn-ea"/><a:cs typeface="+mn-cs"/></a:defRPr></a:lvl2pPr><a:lvl3pPr marL="1143000" indent="-228600" algn="l" rtl="0" eaLnBrk="0" fontAlgn="base" hangingPunct="0"><a:lnSpc><a:spcPct val="90000"/></a:lnSpc><a:spcBef><a:spcPts val="500"/></a:spcBef><a:spcAft><a:spcPct val="0"/></a:spcAft><a:buFont typeface="Arial" panose="020B0604020202020204" pitchFamily="34" charset="0"/><a:buChar char="•"/><a:defRPr sz="2000" kern="1200"><a:solidFill><a:schemeClr val="tx1"/></a:solidFill><a:latin typeface="Montserrat" pitchFamily="2" charset="77"/><a:ea typeface="+mn-ea"/><a:cs typeface="+mn-cs"/></a:defRPr></a:lvl3pPr><a:lvl4pPr marL="1600200" indent="-228600" algn="l" rtl="0" eaLnBrk="0" fontAlgn="base" hangingPunct="0"><a:lnSpc><a:spcPct val="90000"/></a:lnSpc><a:spcBef><a:spcPts val="500"/></a:spcBef><a:spcAft><a:spcPct val="0"/></a:spcAft><a:buFont typeface="Arial" panose="020B0604020202020204" pitchFamily="34" charset="0"/><a:buChar char="•"/><a:defRPr kern="1200"><a:solidFill><a:schemeClr val="tx1"/></a:solidFill><a:latin typeface="Montserrat" pitchFamily="2" charset="77"/><a:ea typeface="+mn-ea"/><a:cs typeface="+mn-cs"/></a:defRPr></a:lvl4pPr><a:lvl5pPr marL="2057400" indent="-228600" algn="l" rtl="0" eaLnBrk="0" fontAlgn="base" hangingPunct="0"><a:lnSpc><a:spcPct val="90000"/></a:lnSpc><a:spcBef><a:spcPts val="500"/></a:spcBef><a:spcAft><a:spcPct val="0"/></a:spcAft><a:buFont typeface="Arial" panose="020B0604020202020204" pitchFamily="34" charset="0"/><a:buChar char="•"/><a:defRPr kern="1200"><a:solidFill><a:schemeClr val="tx1"/></a:solidFill><a:latin typeface="Montserrat" pitchFamily="2" charset="77"/><a:ea typeface="+mn-ea"/><a:cs typeface="+mn-cs"/></a:defRPr></a:lvl5pPr><a:lvl6pPr marL="2514600" indent="-228600" algn="l" defTabSz="914400" rtl="0" eaLnBrk="1" latinLnBrk="0" hangingPunct="1"><a:lnSpc><a:spcPct val="90000"/></a:lnSpc><a:spcBef><a:spcPts val="500"/></a:spcBef><a:buFont typeface="Arial" panose="020B0604020202020204" pitchFamily="34" charset="0"/><a:buChar char="•"/><a:defRPr sz="1800" kern="1200"><a:solidFill><a:schemeClr val="tx1"/></a:solidFill><a:latin typeface="+mn-lt"/><a:ea typeface="+mn-ea"/><a:cs typeface="+mn-cs"/></a:defRPr></a:lvl6pPr><a:lvl7pPr marL="2971800" indent="-228600" algn="l" defTabSz="914400" rtl="0" eaLnBrk="1" latinLnBrk="0" hangingPunct="1"><a:lnSpc><a:spcPct val="90000"/></a:lnSpc><a:spcBef><a:spcPts val="500"/></a:spcBef><a:buFont typeface="Arial" panose="020B0604020202020204" pitchFamily="34" charset="0"/><a:buChar char="•"/><a:defRPr sz="1800" kern="1200"><a:solidFill><a:schemeClr val="tx1"/></a:solidFill><a:latin typeface="+mn-lt"/><a:ea typeface="+mn-ea"/><a:cs typeface="+mn-cs"/></a:defRPr></a:lvl7pPr><a:lvl8pPr marL="3429000" indent="-228600" algn="l" defTabSz="914400" rtl="0" eaLnBrk="1" latinLnBrk="0" hangingPunct="1"><a:lnSpc><a:spcPct val="90000"/></a:lnSpc><a:spcBef><a:spcPts val="500"/></a:spcBef><a:buFont typeface="Arial" panose="020B0604020202020204" pitchFamily="34" charset="0"/><a:buChar char="•"/><a:defRPr sz="1800" kern="1200"><a:solidFill><a:schemeClr val="tx1"/></a:solidFill><a:latin typeface="+mn-lt"/><a:ea typeface="+mn-ea"/><a:cs typeface="+mn-cs"/></a:defRPr></a:lvl8pPr><a:lvl9pPr marL="3886200" indent="-228600" algn="l" defTabSz="914400" rtl="0" eaLnBrk="1" latinLnBrk="0" hangingPunct="1"><a:lnSpc><a:spcPct val="90000"/></a:lnSpc><a:spcBef><a:spcPts val="500"/></a:spcBef><a:buFont typeface="Arial" panose="020B0604020202020204" pitchFamily="34" charset="0"/><a:buChar char="•"/><a:defRPr sz="1800" kern="1200"><a:solidFill><a:schemeClr val="tx1"/></a:solidFill><a:latin typeface="+mn-lt"/><a:ea typeface="+mn-ea"/><a:cs typeface="+mn-cs"/></a:defRPr></a:lvl9pPr></a:lstStyle><a:p><a:pPr marL="0" indent="0"><a:buNone/></a:pPr><a:endParaRPr lang="en-GB" sz="1400" noProof="0" dirty="0"><a:solidFill><a:schemeClr val="tx2"/></a:solidFill><a:cs typeface="Arial"/></a:endParaRPr></a:p><a:p><a:pPr marL="0" indent="0"><a:buNone/></a:pPr><a:r><a:rPr lang="en-GB" sz="1400" noProof="0" dirty="0"><a:solidFill><a:schemeClr val="tx2"/></a:solidFill><a:cs typeface="Arial"/></a:rPr><a:t>Operational Benefits</a:t></a:r><a:r><a:rPr lang="en-GB" sz="1400" dirty="0"><a:solidFill><a:schemeClr val="tx2"/></a:solidFill><a:cs typeface="Arial"/></a:rPr><a:t>CarePortal PAS increases staff productivity, simplifies onboarding, and guarantees demographic security.</a:t></a:r><a:endParaRPr lang="en-GB" sz="1400" noProof="0" dirty="0"><a:solidFill><a:schemeClr val="tx2"/></a:solidFill><a:cs typeface="Arial"/></a:endParaRPr></a:p></p:txBody></p:sp></p:spTree><p:extLst><p:ext uri="{BB962C8B-B14F-4D97-AF65-F5344CB8AC3E}"><p14:creationId xmlns:p14="http://schemas.microsoft.com/office/powerpoint/2010/main" val="284623004"/></p:ext></p:extLst></p:cSld><p:clrMapOvr><a:masterClrMapping/></p:clrMapOvr>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5F502-42E2-8FCA-8A64-DACBA60A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3719CC-FFAF-8B64-F865-82812FE0A96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sz="2800" noProof="0" dirty="0"/>
              <a:t>CarePortal Future Development Roadmap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15452D-DD0E-6EC5-1996-685A5DBE9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107302"/>
              </p:ext>
            </p:extLst>
          </p:nvPr>
        </p:nvGraphicFramePr>
        <p:xfrm>
          <a:off x="1788781" y="1448784"/>
          <a:ext cx="4838700" cy="12693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8200015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464844867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01153778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2229101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99022649"/>
                    </a:ext>
                  </a:extLst>
                </a:gridCol>
              </a:tblGrid>
              <a:tr h="5234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Future Features planned for subsequent release phases: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Planned features will extend auditing and expand interface capability: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Role-Based Access Control</a:t>
                      </a: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 active LDAP/Active Directory bindings for granular clinical permissions.</a:t>
                      </a: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National Event Hub Interfacing</a:t>
                      </a: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911245"/>
                  </a:ext>
                </a:extLst>
              </a:tr>
              <a:tr h="6150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 or No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 or No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 or No</a:t>
                      </a: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 FHIR and HL7 messaging interfaces to broadcast admission and discharge events.</a:t>
                      </a: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Admissions Audit Logging</a:t>
                      </a:r>
                      <a:b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Maintain comprehensive historical logs of bed transfers and demographic changes.</a:t>
                      </a: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195369"/>
                  </a:ext>
                </a:extLst>
              </a:tr>
              <a:tr h="1308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Regional critical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9731179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662374-1799-A921-4AB4-032ECD771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055501"/>
              </p:ext>
            </p:extLst>
          </p:nvPr>
        </p:nvGraphicFramePr>
        <p:xfrm>
          <a:off x="3410284" y="4708448"/>
          <a:ext cx="8172116" cy="8750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8040">
                  <a:extLst>
                    <a:ext uri="{9D8B030D-6E8A-4147-A177-3AD203B41FA5}">
                      <a16:colId xmlns:a16="http://schemas.microsoft.com/office/drawing/2014/main" val="4191189022"/>
                    </a:ext>
                  </a:extLst>
                </a:gridCol>
                <a:gridCol w="1074036">
                  <a:extLst>
                    <a:ext uri="{9D8B030D-6E8A-4147-A177-3AD203B41FA5}">
                      <a16:colId xmlns:a16="http://schemas.microsoft.com/office/drawing/2014/main" val="1101676062"/>
                    </a:ext>
                  </a:extLst>
                </a:gridCol>
                <a:gridCol w="6070040">
                  <a:extLst>
                    <a:ext uri="{9D8B030D-6E8A-4147-A177-3AD203B41FA5}">
                      <a16:colId xmlns:a16="http://schemas.microsoft.com/office/drawing/2014/main" val="1498888829"/>
                    </a:ext>
                  </a:extLst>
                </a:gridCol>
              </a:tblGrid>
              <a:tr h="13184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 e-RS Integration</a:t>
                      </a: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 active WebService connections to standard national referral portals.</a:t>
                      </a:r>
                      <a:b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(MTPD)</a:t>
                      </a: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Universal Dark Theme</a:t>
                      </a:r>
                      <a:b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(minimum requirements staff, tools - laptop, detail any cross skill, detail any backup support)</a:t>
                      </a: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040283"/>
                  </a:ext>
                </a:extLst>
              </a:tr>
              <a:tr h="509273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hours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day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developers and 2 testers to be available</a:t>
                      </a:r>
                      <a:br>
                        <a:rPr lang="en-GB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Tools/dependencies; laptop, internet, VPN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373366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8A09DD4-0A3E-DC68-F31A-F1D5EC673368}"/>
              </a:ext>
            </a:extLst>
          </p:cNvPr>
          <p:cNvSpPr txBox="1"/>
          <p:nvPr/>
        </p:nvSpPr>
        <p:spPr>
          <a:xfrm>
            <a:off x="6627481" y="3818606"/>
            <a:ext cx="420660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solidFill>
                  <a:srgbClr val="FF0000"/>
                </a:solidFill>
              </a:rPr>
              <a:t>Key areas of clinical expansion: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Granular permissions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FHIR integration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0BD87-65F8-9423-D113-1462B4A01346}"/>
              </a:ext>
            </a:extLst>
          </p:cNvPr>
          <p:cNvSpPr txBox="1"/>
          <p:nvPr/>
        </p:nvSpPr>
        <p:spPr>
          <a:xfrm>
            <a:off x="1005943" y="4863456"/>
            <a:ext cx="168347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solidFill>
                  <a:srgbClr val="FF0000"/>
                </a:solidFill>
              </a:rPr>
              <a:t>Audit logs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e-RS integration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Dark theme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Mobile layouts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FHIR API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8893D-3EB3-0F0A-33B8-A4EE773E379A}"/>
              </a:ext>
            </a:extLst>
          </p:cNvPr>
          <p:cNvSpPr txBox="1"/>
          <p:nvPr/>
        </p:nvSpPr>
        <p:spPr>
          <a:xfrm>
            <a:off x="4331513" y="5891166"/>
            <a:ext cx="12715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solidFill>
                  <a:srgbClr val="FF0000"/>
                </a:solidFill>
              </a:rPr>
              <a:t>Historical tracking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Smartcard login integration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Enhanced logs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8CECF1-E9B2-376D-3C7C-921D73C27B5B}"/>
              </a:ext>
            </a:extLst>
          </p:cNvPr>
          <p:cNvSpPr txBox="1"/>
          <p:nvPr/>
        </p:nvSpPr>
        <p:spPr>
          <a:xfrm>
            <a:off x="7221039" y="2103406"/>
            <a:ext cx="19656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solidFill>
                  <a:srgbClr val="FF0000"/>
                </a:solidFill>
              </a:rPr>
              <a:t>Introduce high-contrast clinical dark mode to reduce practitioner eye strain.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Clinical safety compliance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HL7 event messaging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Audit compliance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44DB65-6A47-F098-014E-5301FA8634AB}"/>
              </a:ext>
            </a:extLst>
          </p:cNvPr>
          <p:cNvSpPr txBox="1"/>
          <p:nvPr/>
        </p:nvSpPr>
        <p:spPr>
          <a:xfrm>
            <a:off x="156191" y="2886898"/>
            <a:ext cx="169950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solidFill>
                  <a:srgbClr val="FF0000"/>
                </a:solidFill>
              </a:rPr>
              <a:t>LDAP bindings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Role settings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Security permissions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Audit tracking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Direct connectivity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BD33D1-8E44-0F71-747C-2AD8A9D209A7}"/>
              </a:ext>
            </a:extLst>
          </p:cNvPr>
          <p:cNvSpPr txBox="1"/>
          <p:nvPr/>
        </p:nvSpPr>
        <p:spPr>
          <a:xfrm>
            <a:off x="1919864" y="3211402"/>
            <a:ext cx="17443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solidFill>
                  <a:srgbClr val="FF0000"/>
                </a:solidFill>
              </a:rPr>
              <a:t>LDAP bindings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Role settings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Clinical alerts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Infection warnings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26380-7F71-F540-3584-CBC8A8A02E06}"/>
              </a:ext>
            </a:extLst>
          </p:cNvPr>
          <p:cNvSpPr txBox="1"/>
          <p:nvPr/>
        </p:nvSpPr>
        <p:spPr>
          <a:xfrm>
            <a:off x="3757584" y="3221609"/>
            <a:ext cx="15456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solidFill>
                  <a:srgbClr val="FF0000"/>
                </a:solidFill>
              </a:rPr>
              <a:t>Specialty services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025C9C-6A55-98C3-DE94-07C6C0537A0D}"/>
              </a:ext>
            </a:extLst>
          </p:cNvPr>
          <p:cNvSpPr txBox="1"/>
          <p:nvPr/>
        </p:nvSpPr>
        <p:spPr>
          <a:xfrm>
            <a:off x="5396532" y="3320841"/>
            <a:ext cx="11160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solidFill>
                  <a:srgbClr val="FF0000"/>
                </a:solidFill>
              </a:rPr>
              <a:t>Establish active LDAP/Active Directory bindings for granular clinical permissions.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0E0F996-A972-C833-6367-0984A6062651}"/>
                  </a:ext>
                </a:extLst>
              </p14:cNvPr>
              <p14:cNvContentPartPr/>
              <p14:nvPr/>
            </p14:nvContentPartPr>
            <p14:xfrm>
              <a:off x="3087928" y="2811292"/>
              <a:ext cx="720" cy="40011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0E0F996-A972-C833-6367-0984A60626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4968" y="2805175"/>
                <a:ext cx="25200" cy="412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54FA143-3FBA-5BAE-CBDA-79B97EDEDF1F}"/>
                  </a:ext>
                </a:extLst>
              </p14:cNvPr>
              <p14:cNvContentPartPr/>
              <p14:nvPr/>
            </p14:nvContentPartPr>
            <p14:xfrm>
              <a:off x="4191912" y="2811292"/>
              <a:ext cx="720" cy="40011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54FA143-3FBA-5BAE-CBDA-79B97EDEDF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78952" y="2805175"/>
                <a:ext cx="25200" cy="412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7888105-5435-F4FB-8F41-350BFD712E62}"/>
                  </a:ext>
                </a:extLst>
              </p14:cNvPr>
              <p14:cNvContentPartPr/>
              <p14:nvPr/>
            </p14:nvContentPartPr>
            <p14:xfrm>
              <a:off x="8735704" y="4372604"/>
              <a:ext cx="720" cy="279704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7888105-5435-F4FB-8F41-350BFD712E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22744" y="4366484"/>
                <a:ext cx="25200" cy="2919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9CC3D38-3F5C-7FFC-6BF2-96D668F5F0E8}"/>
                  </a:ext>
                </a:extLst>
              </p14:cNvPr>
              <p14:cNvContentPartPr/>
              <p14:nvPr/>
            </p14:nvContentPartPr>
            <p14:xfrm>
              <a:off x="4966544" y="5635615"/>
              <a:ext cx="720" cy="279704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9CC3D38-3F5C-7FFC-6BF2-96D668F5F0E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53584" y="5629495"/>
                <a:ext cx="25200" cy="2919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A7FC3E7-DE77-0C5B-598E-008FCFB49F28}"/>
                  </a:ext>
                </a:extLst>
              </p14:cNvPr>
              <p14:cNvContentPartPr/>
              <p14:nvPr/>
            </p14:nvContentPartPr>
            <p14:xfrm>
              <a:off x="2510223" y="5293983"/>
              <a:ext cx="60912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A7FC3E7-DE77-0C5B-598E-008FCFB49F2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04103" y="5287863"/>
                <a:ext cx="6213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912D317-B4CA-120A-1FD6-666497BDFB86}"/>
                  </a:ext>
                </a:extLst>
              </p14:cNvPr>
              <p14:cNvContentPartPr/>
              <p14:nvPr/>
            </p14:nvContentPartPr>
            <p14:xfrm>
              <a:off x="6753360" y="2639014"/>
              <a:ext cx="60912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912D317-B4CA-120A-1FD6-666497BDFB8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47240" y="2632894"/>
                <a:ext cx="6213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395DA35-F4B3-938B-03D8-76C0D0D5D9A1}"/>
                  </a:ext>
                </a:extLst>
              </p14:cNvPr>
              <p14:cNvContentPartPr/>
              <p14:nvPr/>
            </p14:nvContentPartPr>
            <p14:xfrm>
              <a:off x="5317503" y="2798823"/>
              <a:ext cx="465480" cy="4654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395DA35-F4B3-938B-03D8-76C0D0D5D9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11383" y="2792703"/>
                <a:ext cx="477720" cy="4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57EC0BC-4D41-FB00-D787-BF852F3FA16D}"/>
                  </a:ext>
                </a:extLst>
              </p14:cNvPr>
              <p14:cNvContentPartPr/>
              <p14:nvPr/>
            </p14:nvContentPartPr>
            <p14:xfrm>
              <a:off x="1018383" y="2695143"/>
              <a:ext cx="634320" cy="1843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57EC0BC-4D41-FB00-D787-BF852F3FA16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11903" y="2689023"/>
                <a:ext cx="646560" cy="19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0448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2016C-0797-E94B-E03C-8EAC7E02F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6989D7-0A57-92E6-6363-834752D3ED7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sz="2800" noProof="0" dirty="0"/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684992-44FD-6D63-0A43-6D00C5894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714251"/>
              </p:ext>
            </p:extLst>
          </p:nvPr>
        </p:nvGraphicFramePr>
        <p:xfrm>
          <a:off x="493295" y="2665914"/>
          <a:ext cx="11160000" cy="1212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2000">
                  <a:extLst>
                    <a:ext uri="{9D8B030D-6E8A-4147-A177-3AD203B41FA5}">
                      <a16:colId xmlns:a16="http://schemas.microsoft.com/office/drawing/2014/main" val="3250956097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1693419469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309029700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2041613225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2332302023"/>
                    </a:ext>
                  </a:extLst>
                </a:gridCol>
              </a:tblGrid>
              <a:tr h="7086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8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219918"/>
                  </a:ext>
                </a:extLst>
              </a:tr>
              <a:tr h="5039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 </a:t>
                      </a:r>
                      <a:br>
                        <a:rPr lang="en-GB" sz="800" u="none" strike="noStrike" dirty="0">
                          <a:effectLst/>
                        </a:rPr>
                      </a:br>
                      <a:r>
                        <a:rPr lang="en-GB" sz="800" u="none" strike="noStrike" dirty="0">
                          <a:effectLst/>
                        </a:rPr>
                        <a:t> </a:t>
                      </a:r>
                      <a:br>
                        <a:rPr lang="en-GB" sz="800" u="none" strike="noStrike" dirty="0">
                          <a:effectLst/>
                        </a:rPr>
                      </a:br>
                      <a:r>
                        <a:rPr lang="en-GB" sz="800" u="none" strike="noStrike" dirty="0">
                          <a:effectLst/>
                        </a:rPr>
                        <a:t> 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 </a:t>
                      </a:r>
                      <a:br>
                        <a:rPr lang="en-GB" sz="800" u="none" strike="noStrike" dirty="0">
                          <a:effectLst/>
                        </a:rPr>
                      </a:br>
                      <a:r>
                        <a:rPr lang="en-GB" sz="800" u="none" strike="noStrike" dirty="0">
                          <a:effectLst/>
                        </a:rPr>
                        <a:t> 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 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 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35146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8F362E2-C0B3-7265-718A-20D9E708F88D}"/>
              </a:ext>
            </a:extLst>
          </p:cNvPr>
          <p:cNvSpPr txBox="1"/>
          <p:nvPr/>
        </p:nvSpPr>
        <p:spPr>
          <a:xfrm>
            <a:off x="526595" y="4517342"/>
            <a:ext cx="19944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AA838-C8E5-3835-644B-11CFF95AF246}"/>
              </a:ext>
            </a:extLst>
          </p:cNvPr>
          <p:cNvSpPr txBox="1"/>
          <p:nvPr/>
        </p:nvSpPr>
        <p:spPr>
          <a:xfrm>
            <a:off x="2796923" y="4363454"/>
            <a:ext cx="20136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2D3ED-2AC4-FCB3-33A2-E0ADE78C6964}"/>
              </a:ext>
            </a:extLst>
          </p:cNvPr>
          <p:cNvSpPr txBox="1"/>
          <p:nvPr/>
        </p:nvSpPr>
        <p:spPr>
          <a:xfrm>
            <a:off x="5050422" y="4989097"/>
            <a:ext cx="20457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BE694E-3F9A-EB24-447C-D298F5F282D8}"/>
              </a:ext>
            </a:extLst>
          </p:cNvPr>
          <p:cNvSpPr txBox="1"/>
          <p:nvPr/>
        </p:nvSpPr>
        <p:spPr>
          <a:xfrm>
            <a:off x="7457534" y="4435099"/>
            <a:ext cx="18614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5D7209-28C0-C260-D05A-85D2EAE5D79D}"/>
              </a:ext>
            </a:extLst>
          </p:cNvPr>
          <p:cNvSpPr txBox="1"/>
          <p:nvPr/>
        </p:nvSpPr>
        <p:spPr>
          <a:xfrm>
            <a:off x="8957127" y="5019875"/>
            <a:ext cx="30492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GB" sz="10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9" name="Google Shape;1717;p78">
            <a:extLst>
              <a:ext uri="{FF2B5EF4-FFF2-40B4-BE49-F238E27FC236}">
                <a16:creationId xmlns:a16="http://schemas.microsoft.com/office/drawing/2014/main" id="{55C36F36-8B94-F663-779C-CFBC4CD63473}"/>
              </a:ext>
            </a:extLst>
          </p:cNvPr>
          <p:cNvSpPr txBox="1">
            <a:spLocks/>
          </p:cNvSpPr>
          <p:nvPr/>
        </p:nvSpPr>
        <p:spPr>
          <a:xfrm>
            <a:off x="493295" y="1436321"/>
            <a:ext cx="10816216" cy="10041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400" noProof="0" dirty="0">
              <a:solidFill>
                <a:schemeClr val="tx2"/>
              </a:solidFill>
              <a:cs typeface="Arial"/>
            </a:endParaRPr>
          </a:p>
          <a:p>
            <a:pPr marL="0" indent="0">
              <a:buNone/>
            </a:pPr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endParaRPr lang="en-GB" sz="1400" noProof="0" dirty="0">
              <a:solidFill>
                <a:schemeClr val="tx2"/>
              </a:solidFill>
              <a:cs typeface="Arial"/>
            </a:endParaRPr>
          </a:p>
          <a:p>
            <a:pPr marL="0" indent="0" algn="ctr">
              <a:buNone/>
            </a:pPr>
            <a:endParaRPr lang="en-GB" sz="1400" noProof="0" dirty="0">
              <a:solidFill>
                <a:schemeClr val="tx2"/>
              </a:solidFill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9D2A0CE-AFE4-A5DA-B49C-B42ABC9D3C44}"/>
                  </a:ext>
                </a:extLst>
              </p14:cNvPr>
              <p14:cNvContentPartPr/>
              <p14:nvPr/>
            </p14:nvContentPartPr>
            <p14:xfrm>
              <a:off x="1523823" y="3971193"/>
              <a:ext cx="720" cy="40011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9D2A0CE-AFE4-A5DA-B49C-B42ABC9D3C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0863" y="3965076"/>
                <a:ext cx="25200" cy="412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C66B108-020F-CC84-ACA5-1C5ED351F7C0}"/>
                  </a:ext>
                </a:extLst>
              </p14:cNvPr>
              <p14:cNvContentPartPr/>
              <p14:nvPr/>
            </p14:nvContentPartPr>
            <p14:xfrm>
              <a:off x="3787550" y="3956717"/>
              <a:ext cx="720" cy="40011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C66B108-020F-CC84-ACA5-1C5ED351F7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74590" y="3950600"/>
                <a:ext cx="25200" cy="412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59ADC62-D1DF-81FC-F6CA-927CB3400893}"/>
                  </a:ext>
                </a:extLst>
              </p14:cNvPr>
              <p14:cNvContentPartPr/>
              <p14:nvPr/>
            </p14:nvContentPartPr>
            <p14:xfrm>
              <a:off x="6058866" y="3971193"/>
              <a:ext cx="720" cy="987126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59ADC62-D1DF-81FC-F6CA-927CB340089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45906" y="3965071"/>
                <a:ext cx="25200" cy="9993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A4CC2C8-D26B-3561-F276-66BC410E7347}"/>
                  </a:ext>
                </a:extLst>
              </p14:cNvPr>
              <p14:cNvContentPartPr/>
              <p14:nvPr/>
            </p14:nvContentPartPr>
            <p14:xfrm>
              <a:off x="10490834" y="4001971"/>
              <a:ext cx="720" cy="987126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A4CC2C8-D26B-3561-F276-66BC410E73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77874" y="3995849"/>
                <a:ext cx="25200" cy="9993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D4EC6AB-BC54-59B3-EAFF-E98102B92E13}"/>
                  </a:ext>
                </a:extLst>
              </p14:cNvPr>
              <p14:cNvContentPartPr/>
              <p14:nvPr/>
            </p14:nvContentPartPr>
            <p14:xfrm>
              <a:off x="8276463" y="3956717"/>
              <a:ext cx="720" cy="40011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D4EC6AB-BC54-59B3-EAFF-E98102B92E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63503" y="3950600"/>
                <a:ext cx="25200" cy="41234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5488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25DFA-DEF6-6B47-B7DF-0D3BA09C253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sz="2800" noProof="0" dirty="0">
                <a:cs typeface="Arial"/>
                <a:sym typeface="Arial"/>
              </a:rPr>
              <a:t> </a:t>
            </a:r>
            <a:endParaRPr lang="en-GB" sz="2800" noProof="0" dirty="0"/>
          </a:p>
        </p:txBody>
      </p:sp>
      <p:sp>
        <p:nvSpPr>
          <p:cNvPr id="4" name="Google Shape;1717;p78">
            <a:extLst>
              <a:ext uri="{FF2B5EF4-FFF2-40B4-BE49-F238E27FC236}">
                <a16:creationId xmlns:a16="http://schemas.microsoft.com/office/drawing/2014/main" id="{05072C87-35B5-0D42-A610-C0EC0012D21D}"/>
              </a:ext>
            </a:extLst>
          </p:cNvPr>
          <p:cNvSpPr txBox="1">
            <a:spLocks/>
          </p:cNvSpPr>
          <p:nvPr/>
        </p:nvSpPr>
        <p:spPr>
          <a:xfrm>
            <a:off x="458872" y="2732949"/>
            <a:ext cx="10816216" cy="10041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400" noProof="0" dirty="0">
              <a:solidFill>
                <a:schemeClr val="tx2"/>
              </a:solidFill>
              <a:cs typeface="Arial"/>
            </a:endParaRPr>
          </a:p>
          <a:p>
            <a:pPr marL="0" indent="0">
              <a:buNone/>
            </a:pPr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pPr marL="0" indent="0">
              <a:buNone/>
            </a:pPr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pPr marL="0" indent="0">
              <a:buNone/>
            </a:pPr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pPr marL="0" indent="0">
              <a:buNone/>
            </a:pPr>
            <a:endParaRPr lang="en-GB" sz="1400" noProof="0" dirty="0">
              <a:solidFill>
                <a:schemeClr val="tx2"/>
              </a:solidFill>
              <a:cs typeface="Arial"/>
            </a:endParaRPr>
          </a:p>
          <a:p>
            <a:pPr marL="0" indent="0">
              <a:buNone/>
            </a:pPr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pPr marL="0" indent="0">
              <a:buNone/>
            </a:pPr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pPr marL="0" indent="0">
              <a:buNone/>
            </a:pPr>
            <a:endParaRPr lang="en-GB" sz="1400" noProof="0" dirty="0">
              <a:solidFill>
                <a:schemeClr val="tx2"/>
              </a:solidFill>
              <a:cs typeface="Arial"/>
            </a:endParaRPr>
          </a:p>
          <a:p>
            <a:pPr marL="0" indent="0">
              <a:buNone/>
            </a:pPr>
            <a:endParaRPr lang="en-GB" sz="1400" noProof="0" dirty="0">
              <a:solidFill>
                <a:schemeClr val="tx2"/>
              </a:solidFill>
              <a:cs typeface="Arial"/>
            </a:endParaRPr>
          </a:p>
          <a:p>
            <a:pPr marL="0" indent="0">
              <a:buNone/>
            </a:pPr>
            <a:endParaRPr lang="en-GB" sz="1400" noProof="0" dirty="0">
              <a:solidFill>
                <a:schemeClr val="tx2"/>
              </a:solidFill>
              <a:cs typeface="Arial"/>
            </a:endParaRPr>
          </a:p>
          <a:p>
            <a:endParaRPr lang="en-GB" sz="1400" noProof="0" dirty="0">
              <a:solidFill>
                <a:schemeClr val="tx2"/>
              </a:solidFill>
              <a:cs typeface="Arial"/>
            </a:endParaRPr>
          </a:p>
          <a:p>
            <a:pPr marL="0" indent="0" algn="ctr">
              <a:buNone/>
            </a:pPr>
            <a:endParaRPr lang="en-GB" sz="1400" noProof="0" dirty="0">
              <a:solidFill>
                <a:schemeClr val="tx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5946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25DFA-DEF6-6B47-B7DF-0D3BA09C253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sz="2800" noProof="0" dirty="0">
                <a:cs typeface="Arial"/>
                <a:sym typeface="Arial"/>
              </a:rPr>
              <a:t> </a:t>
            </a:r>
            <a:endParaRPr lang="en-GB" sz="2800" noProof="0" dirty="0"/>
          </a:p>
        </p:txBody>
      </p:sp>
      <p:sp>
        <p:nvSpPr>
          <p:cNvPr id="4" name="Google Shape;1717;p78">
            <a:extLst>
              <a:ext uri="{FF2B5EF4-FFF2-40B4-BE49-F238E27FC236}">
                <a16:creationId xmlns:a16="http://schemas.microsoft.com/office/drawing/2014/main" id="{05072C87-35B5-0D42-A610-C0EC0012D21D}"/>
              </a:ext>
            </a:extLst>
          </p:cNvPr>
          <p:cNvSpPr txBox="1">
            <a:spLocks/>
          </p:cNvSpPr>
          <p:nvPr/>
        </p:nvSpPr>
        <p:spPr>
          <a:xfrm>
            <a:off x="476185" y="3537284"/>
            <a:ext cx="11127333" cy="10041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400" noProof="0" dirty="0">
              <a:solidFill>
                <a:schemeClr val="tx2"/>
              </a:solidFill>
              <a:cs typeface="Arial"/>
            </a:endParaRPr>
          </a:p>
          <a:p>
            <a:pPr marL="0" indent="0">
              <a:buNone/>
            </a:pPr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  <a:r>
              <a:rPr lang="en-GB" sz="1400" baseline="30000" noProof="0" dirty="0">
                <a:solidFill>
                  <a:schemeClr val="tx2"/>
                </a:solidFill>
                <a:cs typeface="Arial"/>
              </a:rPr>
              <a:t> </a:t>
            </a:r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pPr marL="0" indent="0">
              <a:buNone/>
            </a:pPr>
            <a:endParaRPr lang="en-GB" sz="1400" noProof="0" dirty="0">
              <a:solidFill>
                <a:schemeClr val="tx2"/>
              </a:solidFill>
              <a:cs typeface="Arial"/>
            </a:endParaRPr>
          </a:p>
          <a:p>
            <a:pPr marL="0" indent="0">
              <a:buNone/>
            </a:pPr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endParaRPr lang="en-GB" sz="1400" noProof="0" dirty="0">
              <a:solidFill>
                <a:schemeClr val="tx2"/>
              </a:solidFill>
              <a:cs typeface="Arial"/>
            </a:endParaRPr>
          </a:p>
          <a:p>
            <a:pPr marL="0" indent="0" algn="ctr">
              <a:buNone/>
            </a:pPr>
            <a:endParaRPr lang="en-GB" sz="1400" noProof="0" dirty="0">
              <a:solidFill>
                <a:schemeClr val="tx2"/>
              </a:solidFill>
              <a:cs typeface="Arial"/>
            </a:endParaRPr>
          </a:p>
        </p:txBody>
      </p:sp>
      <p:pic>
        <p:nvPicPr>
          <p:cNvPr id="5" name="Picture 4" descr="First ever ransomware death! - The420CyberNews">
            <a:extLst>
              <a:ext uri="{FF2B5EF4-FFF2-40B4-BE49-F238E27FC236}">
                <a16:creationId xmlns:a16="http://schemas.microsoft.com/office/drawing/2014/main" id="{3CC30E9F-F7EF-81C3-6880-9B2348A49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568" y="2562519"/>
            <a:ext cx="3392242" cy="2171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40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25DFA-DEF6-6B47-B7DF-0D3BA09C253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sz="2800" noProof="0" dirty="0"/>
              <a:t>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1B951C-D2A6-E6EC-AFE5-71D60F500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196752"/>
              </p:ext>
            </p:extLst>
          </p:nvPr>
        </p:nvGraphicFramePr>
        <p:xfrm>
          <a:off x="240457" y="2100923"/>
          <a:ext cx="11616358" cy="3254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4343">
                  <a:extLst>
                    <a:ext uri="{9D8B030D-6E8A-4147-A177-3AD203B41FA5}">
                      <a16:colId xmlns:a16="http://schemas.microsoft.com/office/drawing/2014/main" val="2546276160"/>
                    </a:ext>
                  </a:extLst>
                </a:gridCol>
                <a:gridCol w="3304674">
                  <a:extLst>
                    <a:ext uri="{9D8B030D-6E8A-4147-A177-3AD203B41FA5}">
                      <a16:colId xmlns:a16="http://schemas.microsoft.com/office/drawing/2014/main" val="2042836459"/>
                    </a:ext>
                  </a:extLst>
                </a:gridCol>
                <a:gridCol w="627341">
                  <a:extLst>
                    <a:ext uri="{9D8B030D-6E8A-4147-A177-3AD203B41FA5}">
                      <a16:colId xmlns:a16="http://schemas.microsoft.com/office/drawing/2014/main" val="1507662886"/>
                    </a:ext>
                  </a:extLst>
                </a:gridCol>
              </a:tblGrid>
              <a:tr h="353413">
                <a:tc>
                  <a:txBody>
                    <a:bodyPr/>
                    <a:lstStyle/>
                    <a:p>
                      <a:r>
                        <a:rPr lang="en-GB" sz="1000" b="1" kern="1200" noProof="0" dirty="0">
                          <a:solidFill>
                            <a:schemeClr val="bg1"/>
                          </a:solidFill>
                          <a:latin typeface="Montserrat" pitchFamily="2" charset="77"/>
                          <a:ea typeface="+mn-ea"/>
                          <a:cs typeface="Arial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kern="1200" noProof="0" dirty="0">
                          <a:solidFill>
                            <a:schemeClr val="bg1"/>
                          </a:solidFill>
                          <a:latin typeface="Montserrat" pitchFamily="2" charset="77"/>
                          <a:ea typeface="+mn-ea"/>
                          <a:cs typeface="Arial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="1" kern="1200" noProof="0" dirty="0">
                          <a:solidFill>
                            <a:schemeClr val="bg1"/>
                          </a:solidFill>
                          <a:latin typeface="Montserrat" pitchFamily="2" charset="77"/>
                          <a:ea typeface="+mn-ea"/>
                          <a:cs typeface="Arial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999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1" indent="0">
                        <a:buFont typeface="Arial" panose="020B0604020202020204" pitchFamily="34" charset="0"/>
                        <a:buNone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>
                        <a:buFont typeface="Arial" panose="020B0604020202020204" pitchFamily="34" charset="0"/>
                        <a:buNone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>
                        <a:buFont typeface="Arial" panose="020B0604020202020204" pitchFamily="34" charset="0"/>
                        <a:buNone/>
                      </a:pPr>
                      <a:endParaRPr lang="en-GB" sz="1000" b="0" kern="1200" noProof="0" dirty="0">
                        <a:solidFill>
                          <a:schemeClr val="tx2"/>
                        </a:solidFill>
                        <a:latin typeface="Montserrat" pitchFamily="2" charset="77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72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b="0" kern="1200" noProof="0" dirty="0">
                        <a:solidFill>
                          <a:schemeClr val="tx2"/>
                        </a:solidFill>
                        <a:latin typeface="Montserrat" pitchFamily="2" charset="77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572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b="0" kern="1200" noProof="0" dirty="0">
                        <a:solidFill>
                          <a:schemeClr val="tx2"/>
                        </a:solidFill>
                        <a:latin typeface="Montserrat" pitchFamily="2" charset="77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848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b="0" kern="1200" noProof="0" dirty="0">
                        <a:solidFill>
                          <a:schemeClr val="tx2"/>
                        </a:solidFill>
                        <a:latin typeface="Montserrat" pitchFamily="2" charset="77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184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b="0" kern="1200" noProof="0" dirty="0">
                        <a:solidFill>
                          <a:schemeClr val="tx2"/>
                        </a:solidFill>
                        <a:latin typeface="Montserrat" pitchFamily="2" charset="77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b="0" kern="1200" noProof="0" dirty="0">
                        <a:solidFill>
                          <a:schemeClr val="tx2"/>
                        </a:solidFill>
                        <a:latin typeface="Montserrat" pitchFamily="2" charset="77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883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b="0" kern="1200" noProof="0" dirty="0">
                        <a:solidFill>
                          <a:schemeClr val="tx2"/>
                        </a:solidFill>
                        <a:latin typeface="Montserrat" pitchFamily="2" charset="77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825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1" indent="0">
                        <a:buFont typeface="Arial" panose="020B0604020202020204" pitchFamily="34" charset="0"/>
                        <a:buNone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>
                        <a:buFont typeface="Arial" panose="020B0604020202020204" pitchFamily="34" charset="0"/>
                        <a:buNone/>
                      </a:pPr>
                      <a:r>
                        <a:rPr lang="en-GB" sz="1000" b="0" kern="1200" noProof="0" dirty="0">
                          <a:solidFill>
                            <a:schemeClr val="tx2"/>
                          </a:solidFill>
                          <a:latin typeface="Montserrat" pitchFamily="2" charset="77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>
                        <a:buFont typeface="Arial" panose="020B0604020202020204" pitchFamily="34" charset="0"/>
                        <a:buNone/>
                      </a:pPr>
                      <a:endParaRPr lang="en-GB" sz="1000" b="0" kern="1200" noProof="0" dirty="0">
                        <a:solidFill>
                          <a:schemeClr val="tx2"/>
                        </a:solidFill>
                        <a:latin typeface="Montserrat" pitchFamily="2" charset="77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94220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1626D99-E81F-5BA0-C90A-33044DB31AC0}"/>
              </a:ext>
            </a:extLst>
          </p:cNvPr>
          <p:cNvSpPr txBox="1"/>
          <p:nvPr/>
        </p:nvSpPr>
        <p:spPr>
          <a:xfrm>
            <a:off x="538790" y="1580316"/>
            <a:ext cx="11318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noProof="0" dirty="0">
                <a:solidFill>
                  <a:schemeClr val="tx2"/>
                </a:solidFill>
              </a:rPr>
              <a:t> </a:t>
            </a:r>
          </a:p>
          <a:p>
            <a:endParaRPr lang="en-GB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3304D5-B496-5E66-66FE-277EB7A30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081358"/>
              </p:ext>
            </p:extLst>
          </p:nvPr>
        </p:nvGraphicFramePr>
        <p:xfrm>
          <a:off x="9074484" y="6125458"/>
          <a:ext cx="2484000" cy="2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00">
                  <a:extLst>
                    <a:ext uri="{9D8B030D-6E8A-4147-A177-3AD203B41FA5}">
                      <a16:colId xmlns:a16="http://schemas.microsoft.com/office/drawing/2014/main" val="315074904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70262375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410448542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r>
                        <a:rPr lang="en-GB" sz="800" dirty="0"/>
                        <a:t> 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 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 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256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410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D96AA-A423-0C0E-20E6-05843601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4AC54-0163-BF3D-1489-F0FDE9CFDB4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sz="2800" dirty="0"/>
              <a:t> </a:t>
            </a:r>
            <a:endParaRPr lang="en-GB" sz="2800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2C085A-CDB8-6675-7EE5-BC8CF571C561}"/>
              </a:ext>
            </a:extLst>
          </p:cNvPr>
          <p:cNvSpPr txBox="1"/>
          <p:nvPr/>
        </p:nvSpPr>
        <p:spPr>
          <a:xfrm>
            <a:off x="436986" y="1535813"/>
            <a:ext cx="11318027" cy="2195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noProof="0" dirty="0">
                <a:solidFill>
                  <a:schemeClr val="tx2"/>
                </a:solidFill>
              </a:rPr>
              <a:t>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  <a:cs typeface="Arial"/>
              </a:rPr>
              <a:t>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  <a:cs typeface="Arial"/>
              </a:rPr>
              <a:t>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  <a:cs typeface="Arial"/>
              </a:rPr>
              <a:t>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  <a:cs typeface="Arial"/>
              </a:rPr>
              <a:t>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  <a:cs typeface="Arial"/>
              </a:rPr>
              <a:t> 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40837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25DFA-DEF6-6B47-B7DF-0D3BA09C253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sz="2800" noProof="0" dirty="0"/>
              <a:t> 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8742DA5-B5E8-CC30-A0D6-E90ED8568E5B}"/>
              </a:ext>
            </a:extLst>
          </p:cNvPr>
          <p:cNvSpPr txBox="1">
            <a:spLocks/>
          </p:cNvSpPr>
          <p:nvPr/>
        </p:nvSpPr>
        <p:spPr>
          <a:xfrm>
            <a:off x="358814" y="5874566"/>
            <a:ext cx="11225334" cy="143664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Montserrat" pitchFamily="2" charset="77"/>
                <a:ea typeface="+mn-ea"/>
                <a:cs typeface="+mn-cs"/>
              </a:defRPr>
            </a:lvl1pPr>
            <a:lvl2pPr marL="3429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sz="1400" b="0" noProof="0" dirty="0">
              <a:solidFill>
                <a:schemeClr val="tx2"/>
              </a:solidFill>
              <a:highlight>
                <a:srgbClr val="FFFF00"/>
              </a:highlight>
              <a:latin typeface="Montserrat" pitchFamily="2" charset="77"/>
            </a:endParaRP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endParaRPr lang="en-GB" sz="140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GB" sz="1400" b="0" i="1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0" lvl="1"/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  <a:r>
              <a:rPr lang="en-GB" sz="1400" b="0" i="1" noProof="0" dirty="0">
                <a:solidFill>
                  <a:schemeClr val="tx2"/>
                </a:solidFill>
                <a:ea typeface="Arial"/>
                <a:cs typeface="Arial"/>
                <a:sym typeface="Arial"/>
              </a:rPr>
              <a:t> </a:t>
            </a:r>
          </a:p>
          <a:p>
            <a:pPr marL="0" lvl="1"/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  <a:r>
              <a:rPr lang="en-GB" sz="1400" b="0" i="1" noProof="0" dirty="0">
                <a:solidFill>
                  <a:schemeClr val="tx2"/>
                </a:solidFill>
                <a:ea typeface="Arial"/>
                <a:cs typeface="Arial"/>
                <a:sym typeface="Arial"/>
              </a:rPr>
              <a:t> </a:t>
            </a:r>
          </a:p>
          <a:p>
            <a:pPr marL="0" lvl="1"/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  <a:r>
              <a:rPr lang="en-GB" sz="1400" b="0" i="1" noProof="0" dirty="0">
                <a:solidFill>
                  <a:schemeClr val="tx2"/>
                </a:solidFill>
                <a:ea typeface="Arial"/>
                <a:cs typeface="Arial"/>
                <a:sym typeface="Arial"/>
              </a:rPr>
              <a:t> </a:t>
            </a:r>
          </a:p>
          <a:p>
            <a:pPr marL="0" lvl="1"/>
            <a:endParaRPr lang="en-GB" sz="1400" b="0" i="1" noProof="0" dirty="0">
              <a:solidFill>
                <a:schemeClr val="tx2"/>
              </a:solidFill>
              <a:latin typeface="Montserrat" pitchFamily="2" charset="77"/>
              <a:cs typeface="Arial"/>
              <a:sym typeface="Arial"/>
            </a:endParaRP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  <a:sym typeface="Arial"/>
            </a:endParaRP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  <a:sym typeface="Arial"/>
            </a:endParaRP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GB" sz="1400" b="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endParaRPr lang="en-GB" sz="1400" b="0" dirty="0">
              <a:solidFill>
                <a:schemeClr val="tx2"/>
              </a:solidFill>
              <a:latin typeface="Montserrat" pitchFamily="2" charset="77"/>
              <a:sym typeface="Arial"/>
            </a:endParaRP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72257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25DFA-DEF6-6B47-B7DF-0D3BA09C253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sz="2800" noProof="0" dirty="0"/>
              <a:t> 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8742DA5-B5E8-CC30-A0D6-E90ED8568E5B}"/>
              </a:ext>
            </a:extLst>
          </p:cNvPr>
          <p:cNvSpPr txBox="1">
            <a:spLocks/>
          </p:cNvSpPr>
          <p:nvPr/>
        </p:nvSpPr>
        <p:spPr>
          <a:xfrm>
            <a:off x="283680" y="6472992"/>
            <a:ext cx="11624639" cy="152227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Montserrat" pitchFamily="2" charset="77"/>
                <a:ea typeface="+mn-ea"/>
                <a:cs typeface="+mn-cs"/>
              </a:defRPr>
            </a:lvl1pPr>
            <a:lvl2pPr marL="3429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sz="1400" b="0" noProof="0" dirty="0">
              <a:solidFill>
                <a:schemeClr val="tx2"/>
              </a:solidFill>
              <a:highlight>
                <a:srgbClr val="FFFF00"/>
              </a:highlight>
              <a:latin typeface="Montserrat" pitchFamily="2" charset="77"/>
            </a:endParaRP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r>
              <a:rPr lang="en-GB" sz="1400" b="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  <a:sym typeface="Arial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sz="1400" b="0" noProof="0" dirty="0">
              <a:solidFill>
                <a:schemeClr val="tx2"/>
              </a:solidFill>
              <a:latin typeface="Montserrat" pitchFamily="2" charset="77"/>
              <a:sym typeface="Arial"/>
            </a:endParaRP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  <a:sym typeface="Arial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  <a:sym typeface="Arial"/>
              </a:rPr>
              <a:t> </a:t>
            </a: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4214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25DFA-DEF6-6B47-B7DF-0D3BA09C253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sz="2800" noProof="0" dirty="0"/>
              <a:t> 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8742DA5-B5E8-CC30-A0D6-E90ED8568E5B}"/>
              </a:ext>
            </a:extLst>
          </p:cNvPr>
          <p:cNvSpPr txBox="1">
            <a:spLocks/>
          </p:cNvSpPr>
          <p:nvPr/>
        </p:nvSpPr>
        <p:spPr>
          <a:xfrm>
            <a:off x="246519" y="3901017"/>
            <a:ext cx="11225334" cy="143664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Montserrat" pitchFamily="2" charset="77"/>
                <a:ea typeface="+mn-ea"/>
                <a:cs typeface="+mn-cs"/>
              </a:defRPr>
            </a:lvl1pPr>
            <a:lvl2pPr marL="3429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sz="1400" b="0" noProof="0" dirty="0">
              <a:solidFill>
                <a:schemeClr val="tx2"/>
              </a:solidFill>
              <a:highlight>
                <a:srgbClr val="FFFF00"/>
              </a:highlight>
              <a:latin typeface="Montserrat" pitchFamily="2" charset="77"/>
            </a:endParaRP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89DECC-8D86-591A-B08C-C9D0363CD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174468"/>
              </p:ext>
            </p:extLst>
          </p:nvPr>
        </p:nvGraphicFramePr>
        <p:xfrm>
          <a:off x="6931162" y="4256636"/>
          <a:ext cx="4932218" cy="2033717"/>
        </p:xfrm>
        <a:graphic>
          <a:graphicData uri="http://schemas.openxmlformats.org/drawingml/2006/table">
            <a:tbl>
              <a:tblPr/>
              <a:tblGrid>
                <a:gridCol w="1387943">
                  <a:extLst>
                    <a:ext uri="{9D8B030D-6E8A-4147-A177-3AD203B41FA5}">
                      <a16:colId xmlns:a16="http://schemas.microsoft.com/office/drawing/2014/main" val="3902530188"/>
                    </a:ext>
                  </a:extLst>
                </a:gridCol>
                <a:gridCol w="3544275">
                  <a:extLst>
                    <a:ext uri="{9D8B030D-6E8A-4147-A177-3AD203B41FA5}">
                      <a16:colId xmlns:a16="http://schemas.microsoft.com/office/drawing/2014/main" val="37474728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5000"/>
                        </a:spcBef>
                        <a:spcAft>
                          <a:spcPct val="10000"/>
                        </a:spcAft>
                        <a:buClr>
                          <a:srgbClr val="ABA69F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0" lang="en-GB" sz="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ontserrat SemiBold" panose="00000700000000000000" pitchFamily="2" charset="0"/>
                        </a:rPr>
                        <a:t> </a:t>
                      </a:r>
                    </a:p>
                  </a:txBody>
                  <a:tcPr marL="146304" marR="146304" marT="73152" marB="73152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5000"/>
                        </a:spcBef>
                        <a:spcAft>
                          <a:spcPct val="10000"/>
                        </a:spcAft>
                        <a:buClr>
                          <a:srgbClr val="ABA69F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0" lang="en-GB" sz="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ontserrat SemiBold" panose="00000700000000000000" pitchFamily="2" charset="0"/>
                        </a:rPr>
                        <a:t> </a:t>
                      </a:r>
                    </a:p>
                  </a:txBody>
                  <a:tcPr marL="146304" marR="146304" marT="73152" marB="7315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582558"/>
                  </a:ext>
                </a:extLst>
              </a:tr>
              <a:tr h="6075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5000"/>
                        </a:spcBef>
                        <a:spcAft>
                          <a:spcPct val="10000"/>
                        </a:spcAft>
                        <a:buClr>
                          <a:srgbClr val="ABA69F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0" lang="en-GB" sz="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br>
                        <a:rPr kumimoji="0" lang="en-GB" sz="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kumimoji="0" lang="en-GB" sz="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</a:p>
                  </a:txBody>
                  <a:tcPr marL="146304" marR="146304" marT="73152" marB="73152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lvl="0" indent="-171450" algn="l">
                        <a:buFont typeface="Arial" pitchFamily="34" charset="0"/>
                        <a:buChar char="•"/>
                      </a:pPr>
                      <a:r>
                        <a:rPr lang="en-GB" sz="800" kern="1200" noProof="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46304" marR="146304" marT="73152" marB="7315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54907"/>
                  </a:ext>
                </a:extLst>
              </a:tr>
              <a:tr h="7243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5000"/>
                        </a:spcBef>
                        <a:spcAft>
                          <a:spcPct val="10000"/>
                        </a:spcAft>
                        <a:buClr>
                          <a:srgbClr val="ABA69F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0" lang="en-GB" sz="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</a:p>
                  </a:txBody>
                  <a:tcPr marL="146304" marR="146304" marT="73152" marB="73152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AB0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lvl="0" indent="-171450" algn="l">
                        <a:buFont typeface="Arial" pitchFamily="34" charset="0"/>
                        <a:buChar char="•"/>
                      </a:pPr>
                      <a:r>
                        <a:rPr lang="en-GB" sz="800" kern="1200" noProof="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lvl="0" indent="-171450" algn="l">
                        <a:buFont typeface="Arial" pitchFamily="34" charset="0"/>
                        <a:buChar char="•"/>
                      </a:pPr>
                      <a:r>
                        <a:rPr lang="en-GB" sz="800" kern="1200" noProof="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800" kern="1200" baseline="0" noProof="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800" kern="1200" noProof="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lvl="0" indent="-171450" algn="l">
                        <a:buFont typeface="Arial" pitchFamily="34" charset="0"/>
                        <a:buChar char="•"/>
                      </a:pPr>
                      <a:r>
                        <a:rPr lang="en-GB" sz="800" b="0" kern="1200" noProof="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46304" marR="146304" marT="73152" marB="7315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783435"/>
                  </a:ext>
                </a:extLst>
              </a:tr>
              <a:tr h="3877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5000"/>
                        </a:spcBef>
                        <a:spcAft>
                          <a:spcPct val="10000"/>
                        </a:spcAft>
                        <a:buClr>
                          <a:srgbClr val="ABA69F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0" lang="en-GB" sz="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</a:p>
                  </a:txBody>
                  <a:tcPr marL="146304" marR="146304" marT="73152" marB="73152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6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5000"/>
                        </a:spcBef>
                        <a:spcAft>
                          <a:spcPct val="10000"/>
                        </a:spcAft>
                        <a:buClr>
                          <a:srgbClr val="ABA69F"/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GB" sz="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</a:p>
                  </a:txBody>
                  <a:tcPr marL="146304" marR="146304" marT="73152" marB="7315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150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977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9807-3255-6B96-0FB5-AE3F2F4B4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 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3F268DE-258E-8F11-9924-7572E03D230D}"/>
              </a:ext>
            </a:extLst>
          </p:cNvPr>
          <p:cNvSpPr txBox="1">
            <a:spLocks/>
          </p:cNvSpPr>
          <p:nvPr/>
        </p:nvSpPr>
        <p:spPr>
          <a:xfrm>
            <a:off x="252898" y="567659"/>
            <a:ext cx="11571088" cy="20287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2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rgbClr val="000000"/>
              </a:solidFill>
              <a:latin typeface="+mj-lt"/>
              <a:ea typeface="SimSun" panose="02010600030101010101" pitchFamily="2" charset="-122"/>
            </a:endParaRPr>
          </a:p>
          <a:p>
            <a:pPr marL="285750" lvl="1" indent="-285750" eaLnBrk="1" hangingPunct="1">
              <a:buFont typeface="Arial" panose="020B0604020202020204" pitchFamily="34" charset="0"/>
              <a:buChar char="•"/>
            </a:pPr>
            <a:r>
              <a:rPr lang="en-GB" sz="1400" b="0" dirty="0">
                <a:solidFill>
                  <a:schemeClr val="tx2"/>
                </a:solidFill>
              </a:rPr>
              <a:t> </a:t>
            </a:r>
          </a:p>
          <a:p>
            <a:pPr marL="285750" lvl="1" indent="-285750" eaLnBrk="1" hangingPunct="1">
              <a:buFont typeface="Arial" panose="020B0604020202020204" pitchFamily="34" charset="0"/>
              <a:buChar char="•"/>
            </a:pPr>
            <a:r>
              <a:rPr lang="en-GB" sz="1400" b="0" dirty="0">
                <a:solidFill>
                  <a:schemeClr val="tx2"/>
                </a:solidFill>
              </a:rPr>
              <a:t> </a:t>
            </a:r>
          </a:p>
          <a:p>
            <a:pPr marL="285750" lvl="1" indent="-285750" eaLnBrk="1" hangingPunct="1">
              <a:buFont typeface="Arial" panose="020B0604020202020204" pitchFamily="34" charset="0"/>
              <a:buChar char="•"/>
            </a:pPr>
            <a:r>
              <a:rPr lang="en-GB" sz="1400" b="0" dirty="0">
                <a:solidFill>
                  <a:schemeClr val="tx2"/>
                </a:solidFill>
              </a:rPr>
              <a:t> </a:t>
            </a:r>
          </a:p>
          <a:p>
            <a:pPr marL="285750" lvl="1" indent="-285750" eaLnBrk="1" hangingPunct="1">
              <a:buFont typeface="Arial" panose="020B0604020202020204" pitchFamily="34" charset="0"/>
              <a:buChar char="•"/>
            </a:pPr>
            <a:r>
              <a:rPr lang="en-GB" sz="1400" b="0" dirty="0">
                <a:solidFill>
                  <a:schemeClr val="tx2"/>
                </a:solidFill>
              </a:rPr>
              <a:t> </a:t>
            </a:r>
          </a:p>
          <a:p>
            <a:pPr marL="285750" lvl="1" indent="-285750" eaLnBrk="1" hangingPunct="1">
              <a:buFont typeface="Arial" panose="020B0604020202020204" pitchFamily="34" charset="0"/>
              <a:buChar char="•"/>
            </a:pPr>
            <a:r>
              <a:rPr lang="en-GB" sz="1400" b="0" dirty="0">
                <a:solidFill>
                  <a:schemeClr val="tx2"/>
                </a:solidFill>
              </a:rPr>
              <a:t>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B7C568D-D2E8-F657-2123-4B2CFC6E0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23110"/>
              </p:ext>
            </p:extLst>
          </p:nvPr>
        </p:nvGraphicFramePr>
        <p:xfrm>
          <a:off x="788376" y="2839916"/>
          <a:ext cx="6916615" cy="1812680"/>
        </p:xfrm>
        <a:graphic>
          <a:graphicData uri="http://schemas.openxmlformats.org/drawingml/2006/table">
            <a:tbl>
              <a:tblPr/>
              <a:tblGrid>
                <a:gridCol w="875789">
                  <a:extLst>
                    <a:ext uri="{9D8B030D-6E8A-4147-A177-3AD203B41FA5}">
                      <a16:colId xmlns:a16="http://schemas.microsoft.com/office/drawing/2014/main" val="1463282442"/>
                    </a:ext>
                  </a:extLst>
                </a:gridCol>
                <a:gridCol w="6040826">
                  <a:extLst>
                    <a:ext uri="{9D8B030D-6E8A-4147-A177-3AD203B41FA5}">
                      <a16:colId xmlns:a16="http://schemas.microsoft.com/office/drawing/2014/main" val="3137980207"/>
                    </a:ext>
                  </a:extLst>
                </a:gridCol>
              </a:tblGrid>
              <a:tr h="124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b="1" noProof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endParaRPr lang="en-GB" sz="1200" noProof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noProof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endParaRPr lang="en-GB" sz="1200" noProof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8192"/>
                  </a:ext>
                </a:extLst>
              </a:tr>
              <a:tr h="124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b="1" noProof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endParaRPr lang="en-GB" sz="1200" noProof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b="1" u="sng" noProof="0" dirty="0">
                          <a:solidFill>
                            <a:srgbClr val="467886"/>
                          </a:solidFill>
                          <a:effectLst/>
                          <a:latin typeface="Montserrat" panose="00000500000000000000" pitchFamily="2" charset="0"/>
                          <a:hlinkClick r:id="rId2"/>
                        </a:rPr>
                        <a:t> </a:t>
                      </a:r>
                      <a:endParaRPr lang="en-GB" sz="1200" noProof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859244"/>
                  </a:ext>
                </a:extLst>
              </a:tr>
              <a:tr h="124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b="1" noProof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endParaRPr lang="en-GB" sz="1200" noProof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noProof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endParaRPr lang="en-GB" sz="1200" noProof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424147"/>
                  </a:ext>
                </a:extLst>
              </a:tr>
              <a:tr h="124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b="1" noProof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endParaRPr lang="en-GB" sz="1200" noProof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noProof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endParaRPr lang="en-GB" sz="1200" noProof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123567"/>
                  </a:ext>
                </a:extLst>
              </a:tr>
              <a:tr h="124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b="1" noProof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endParaRPr lang="en-GB" sz="1200" noProof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noProof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endParaRPr lang="en-GB" sz="1200" noProof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692055"/>
                  </a:ext>
                </a:extLst>
              </a:tr>
              <a:tr h="1184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b="1" noProof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endParaRPr lang="en-GB" sz="1200" noProof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00" noProof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  <a:endParaRPr lang="en-GB" sz="1200" noProof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494296"/>
                  </a:ext>
                </a:extLst>
              </a:tr>
            </a:tbl>
          </a:graphicData>
        </a:graphic>
      </p:graphicFrame>
      <p:sp>
        <p:nvSpPr>
          <p:cNvPr id="19" name="Rectangle 5">
            <a:extLst>
              <a:ext uri="{FF2B5EF4-FFF2-40B4-BE49-F238E27FC236}">
                <a16:creationId xmlns:a16="http://schemas.microsoft.com/office/drawing/2014/main" id="{1A02ECAE-3C94-41B8-392B-8C0C4F8A7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376" y="2998177"/>
            <a:ext cx="7822223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GB" sz="800" b="0" i="0" u="none" strike="noStrike" cap="none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latin typeface="Montserrat" panose="00000500000000000000" pitchFamily="2" charset="0"/>
              </a:rPr>
            </a:br>
            <a:endParaRPr kumimoji="0" lang="en-GB" sz="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57B07679-7F02-F55A-5728-BB1792CCC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377" y="3300170"/>
            <a:ext cx="6582508" cy="45719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noProof="0" dirty="0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17DD4782-EF76-8764-7F61-C7A87B614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376" y="3641014"/>
            <a:ext cx="782222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700" b="0" i="0" u="none" strike="noStrike" cap="none" normalizeH="0" baseline="0" noProof="0" dirty="0">
              <a:ln>
                <a:noFill/>
              </a:ln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E13212-1836-FE80-6699-CEDA553CB054}"/>
              </a:ext>
            </a:extLst>
          </p:cNvPr>
          <p:cNvSpPr txBox="1"/>
          <p:nvPr/>
        </p:nvSpPr>
        <p:spPr>
          <a:xfrm>
            <a:off x="7704991" y="3290564"/>
            <a:ext cx="3862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0" dirty="0">
                <a:solidFill>
                  <a:srgbClr val="FF0000"/>
                </a:solidFill>
              </a:rPr>
              <a:t> </a:t>
            </a:r>
            <a:r>
              <a:rPr lang="en-GB" sz="1200" noProof="0" dirty="0">
                <a:solidFill>
                  <a:srgbClr val="FF0000"/>
                </a:solidFill>
              </a:rPr>
              <a:t> </a:t>
            </a:r>
          </a:p>
          <a:p>
            <a:r>
              <a:rPr lang="en-GB" sz="1200" noProof="0" dirty="0">
                <a:solidFill>
                  <a:srgbClr val="FF0000"/>
                </a:solidFill>
              </a:rPr>
              <a:t> </a:t>
            </a:r>
          </a:p>
          <a:p>
            <a:r>
              <a:rPr lang="en-GB" sz="1200" noProof="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8B67581F-9D2E-5857-8BBC-641DF1EC0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98" y="4860290"/>
            <a:ext cx="4540619" cy="140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F4D20E3-477D-6EF1-E4DA-07E9279C2F55}"/>
              </a:ext>
            </a:extLst>
          </p:cNvPr>
          <p:cNvSpPr txBox="1"/>
          <p:nvPr/>
        </p:nvSpPr>
        <p:spPr>
          <a:xfrm>
            <a:off x="595798" y="6163917"/>
            <a:ext cx="4406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0" dirty="0">
                <a:solidFill>
                  <a:srgbClr val="FF0000"/>
                </a:solidFill>
              </a:rPr>
              <a:t> </a:t>
            </a:r>
            <a:r>
              <a:rPr lang="en-GB" sz="1200" noProof="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C6602EF9-509E-C68F-724C-21C606E9D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027" y="4860290"/>
            <a:ext cx="4126441" cy="130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41EB71B-239D-54B8-DC9C-F155A1DA8272}"/>
              </a:ext>
            </a:extLst>
          </p:cNvPr>
          <p:cNvSpPr txBox="1"/>
          <p:nvPr/>
        </p:nvSpPr>
        <p:spPr>
          <a:xfrm>
            <a:off x="9636368" y="5096604"/>
            <a:ext cx="2196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0" dirty="0">
                <a:solidFill>
                  <a:srgbClr val="FF0000"/>
                </a:solidFill>
              </a:rPr>
              <a:t> </a:t>
            </a:r>
            <a:r>
              <a:rPr lang="en-GB" sz="1200" noProof="0" dirty="0">
                <a:solidFill>
                  <a:srgbClr val="FF0000"/>
                </a:solidFill>
              </a:rPr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0ACF62D-FC89-80A0-4EA8-BFC4F1A3B621}"/>
                  </a:ext>
                </a:extLst>
              </p14:cNvPr>
              <p14:cNvContentPartPr/>
              <p14:nvPr/>
            </p14:nvContentPartPr>
            <p14:xfrm>
              <a:off x="1302544" y="5876599"/>
              <a:ext cx="418320" cy="418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0ACF62D-FC89-80A0-4EA8-BFC4F1A3B6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6424" y="5870479"/>
                <a:ext cx="43056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2505A42-BEDF-1CB2-1E2D-AAE066F5A5E0}"/>
                  </a:ext>
                </a:extLst>
              </p14:cNvPr>
              <p14:cNvContentPartPr/>
              <p14:nvPr/>
            </p14:nvContentPartPr>
            <p14:xfrm>
              <a:off x="4490327" y="2807537"/>
              <a:ext cx="418320" cy="418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2505A42-BEDF-1CB2-1E2D-AAE066F5A5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84207" y="2801417"/>
                <a:ext cx="430560" cy="43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6448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58C68-8969-8289-2400-9BE99D2A4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Oman | History, Map, Flag, Capital, Population, &amp; Facts | Britannica">
            <a:extLst>
              <a:ext uri="{FF2B5EF4-FFF2-40B4-BE49-F238E27FC236}">
                <a16:creationId xmlns:a16="http://schemas.microsoft.com/office/drawing/2014/main" id="{80BF97FC-550D-D27B-710D-7C843DD5F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976" y="4473791"/>
            <a:ext cx="2307713" cy="145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9DAC8620-288B-7D8C-9A84-773FB54F8BEE}"/>
              </a:ext>
            </a:extLst>
          </p:cNvPr>
          <p:cNvGrpSpPr/>
          <p:nvPr/>
        </p:nvGrpSpPr>
        <p:grpSpPr>
          <a:xfrm>
            <a:off x="6560609" y="1239606"/>
            <a:ext cx="2319158" cy="1404853"/>
            <a:chOff x="622476" y="1013420"/>
            <a:chExt cx="2319158" cy="154610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671C88E-12D9-E98B-BE32-EC6EA82AB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476" y="1013420"/>
              <a:ext cx="2319158" cy="154610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D53B7F-73D6-1018-EFEA-39FA9260E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0908" y="2107800"/>
              <a:ext cx="911239" cy="39776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Aft>
                  <a:spcPts val="400"/>
                </a:spcAft>
              </a:pPr>
              <a:r>
                <a:rPr lang="en-GB" sz="1100" noProof="0" dirty="0"/>
                <a:t> </a:t>
              </a:r>
            </a:p>
            <a:p>
              <a:pPr algn="ctr">
                <a:lnSpc>
                  <a:spcPct val="90000"/>
                </a:lnSpc>
                <a:spcAft>
                  <a:spcPts val="400"/>
                </a:spcAft>
              </a:pPr>
              <a:r>
                <a:rPr lang="en-GB" sz="1100" noProof="0" dirty="0"/>
                <a:t> </a:t>
              </a:r>
            </a:p>
          </p:txBody>
        </p:sp>
      </p:grpSp>
      <p:sp>
        <p:nvSpPr>
          <p:cNvPr id="15" name="Rectangle 10">
            <a:extLst>
              <a:ext uri="{FF2B5EF4-FFF2-40B4-BE49-F238E27FC236}">
                <a16:creationId xmlns:a16="http://schemas.microsoft.com/office/drawing/2014/main" id="{29ED85E4-1775-DA85-AF16-A487F7138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8101" y="5650766"/>
            <a:ext cx="2171589" cy="22917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en-GB" sz="1100" noProof="0" dirty="0"/>
              <a:t> </a:t>
            </a:r>
          </a:p>
        </p:txBody>
      </p:sp>
      <p:pic>
        <p:nvPicPr>
          <p:cNvPr id="18" name="Picture 17" descr="Shape, circle&#10;&#10;Description automatically generated">
            <a:extLst>
              <a:ext uri="{FF2B5EF4-FFF2-40B4-BE49-F238E27FC236}">
                <a16:creationId xmlns:a16="http://schemas.microsoft.com/office/drawing/2014/main" id="{EFB678A5-CE67-F6F0-8CBF-F7C0062D3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633" y="2686364"/>
            <a:ext cx="1849256" cy="1620001"/>
          </a:xfrm>
          <a:prstGeom prst="rect">
            <a:avLst/>
          </a:prstGeom>
        </p:spPr>
      </p:pic>
      <p:sp>
        <p:nvSpPr>
          <p:cNvPr id="19" name="Rectangle 10">
            <a:extLst>
              <a:ext uri="{FF2B5EF4-FFF2-40B4-BE49-F238E27FC236}">
                <a16:creationId xmlns:a16="http://schemas.microsoft.com/office/drawing/2014/main" id="{987D753E-5331-4040-F6D3-B3052D2C9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0188" y="3665189"/>
            <a:ext cx="1487637" cy="3977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en-GB" sz="1100" noProof="0" dirty="0"/>
              <a:t> </a:t>
            </a:r>
          </a:p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en-GB" sz="1100" noProof="0" dirty="0"/>
              <a:t>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8912AE3-7E10-88CA-E1E3-21997189A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977" y="2706457"/>
            <a:ext cx="2307713" cy="1541553"/>
          </a:xfrm>
          <a:prstGeom prst="rect">
            <a:avLst/>
          </a:prstGeom>
        </p:spPr>
      </p:pic>
      <p:sp>
        <p:nvSpPr>
          <p:cNvPr id="21" name="Rectangle 10">
            <a:extLst>
              <a:ext uri="{FF2B5EF4-FFF2-40B4-BE49-F238E27FC236}">
                <a16:creationId xmlns:a16="http://schemas.microsoft.com/office/drawing/2014/main" id="{6812BE76-99BA-92E7-0509-0B36DF0B8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7988" y="3885915"/>
            <a:ext cx="1611817" cy="24528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en-GB" sz="1100" noProof="0" dirty="0"/>
              <a:t> </a:t>
            </a:r>
          </a:p>
        </p:txBody>
      </p:sp>
      <p:pic>
        <p:nvPicPr>
          <p:cNvPr id="2050" name="Picture 2" descr="Image result for image of crowdstrike">
            <a:extLst>
              <a:ext uri="{FF2B5EF4-FFF2-40B4-BE49-F238E27FC236}">
                <a16:creationId xmlns:a16="http://schemas.microsoft.com/office/drawing/2014/main" id="{335517A1-97DE-0E07-7F73-4F48468D5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224" y="4504614"/>
            <a:ext cx="2377710" cy="154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10">
            <a:extLst>
              <a:ext uri="{FF2B5EF4-FFF2-40B4-BE49-F238E27FC236}">
                <a16:creationId xmlns:a16="http://schemas.microsoft.com/office/drawing/2014/main" id="{0BEBD320-1638-FB0B-7F2D-85D82D55E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4340" y="4721414"/>
            <a:ext cx="1611817" cy="24528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en-GB" sz="1100" noProof="0" dirty="0"/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33AD7D-B02B-71BF-7097-3662C2B2D124}"/>
              </a:ext>
            </a:extLst>
          </p:cNvPr>
          <p:cNvGrpSpPr/>
          <p:nvPr/>
        </p:nvGrpSpPr>
        <p:grpSpPr>
          <a:xfrm>
            <a:off x="9155987" y="1239606"/>
            <a:ext cx="2390299" cy="1341560"/>
            <a:chOff x="1731873" y="1268403"/>
            <a:chExt cx="2268917" cy="1341560"/>
          </a:xfrm>
        </p:grpSpPr>
        <p:pic>
          <p:nvPicPr>
            <p:cNvPr id="16" name="Picture 6" descr="Big earthquake shakes Thailand's north | Bangkok Post: learning">
              <a:extLst>
                <a:ext uri="{FF2B5EF4-FFF2-40B4-BE49-F238E27FC236}">
                  <a16:creationId xmlns:a16="http://schemas.microsoft.com/office/drawing/2014/main" id="{72B45049-580F-4402-5701-EE6015C042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1873" y="1268403"/>
              <a:ext cx="2268917" cy="1341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D64052A7-E741-50C2-B821-CF5050709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5524" y="1357748"/>
              <a:ext cx="1954755" cy="24964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Aft>
                  <a:spcPts val="400"/>
                </a:spcAft>
              </a:pPr>
              <a:r>
                <a:rPr lang="en-GB" sz="1100" noProof="0" dirty="0"/>
                <a:t> </a:t>
              </a:r>
            </a:p>
          </p:txBody>
        </p:sp>
      </p:grpSp>
      <p:pic>
        <p:nvPicPr>
          <p:cNvPr id="23" name="Picture 6" descr="Cyclone Alfred forms in the Coral Sea, but where will he go next? 7NEWS ...">
            <a:extLst>
              <a:ext uri="{FF2B5EF4-FFF2-40B4-BE49-F238E27FC236}">
                <a16:creationId xmlns:a16="http://schemas.microsoft.com/office/drawing/2014/main" id="{3D90CC30-BED5-C62C-99DC-6E996F6DE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976" y="1245024"/>
            <a:ext cx="2249839" cy="133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0">
            <a:extLst>
              <a:ext uri="{FF2B5EF4-FFF2-40B4-BE49-F238E27FC236}">
                <a16:creationId xmlns:a16="http://schemas.microsoft.com/office/drawing/2014/main" id="{5FD3655B-7F7F-BA87-596D-6F0E0A05A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1867" y="1281228"/>
            <a:ext cx="2117129" cy="23430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en-GB" sz="1100" noProof="0" dirty="0"/>
              <a:t>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F95456-3905-6F26-A71E-C81931570949}"/>
              </a:ext>
            </a:extLst>
          </p:cNvPr>
          <p:cNvGrpSpPr/>
          <p:nvPr/>
        </p:nvGrpSpPr>
        <p:grpSpPr>
          <a:xfrm>
            <a:off x="6595268" y="4466406"/>
            <a:ext cx="2249839" cy="1459006"/>
            <a:chOff x="6627590" y="1239606"/>
            <a:chExt cx="2249839" cy="1344543"/>
          </a:xfrm>
        </p:grpSpPr>
        <p:pic>
          <p:nvPicPr>
            <p:cNvPr id="24" name="Picture 8" descr="Power Crisis in Spain: Blackouts Reported After Major Outage - tech ...">
              <a:extLst>
                <a:ext uri="{FF2B5EF4-FFF2-40B4-BE49-F238E27FC236}">
                  <a16:creationId xmlns:a16="http://schemas.microsoft.com/office/drawing/2014/main" id="{B917C501-98F0-1159-367D-C0E29F5965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7590" y="1239606"/>
              <a:ext cx="2249839" cy="13445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45E96DDE-E203-88DB-77A4-A1D8FA66D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1363" y="2110444"/>
              <a:ext cx="872067" cy="4318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spcAft>
                  <a:spcPts val="400"/>
                </a:spcAft>
              </a:pPr>
              <a:r>
                <a:rPr lang="en-GB" sz="1100" noProof="0" dirty="0"/>
                <a:t> </a:t>
              </a:r>
            </a:p>
            <a:p>
              <a:pPr algn="ctr">
                <a:lnSpc>
                  <a:spcPct val="90000"/>
                </a:lnSpc>
                <a:spcAft>
                  <a:spcPts val="400"/>
                </a:spcAft>
              </a:pPr>
              <a:r>
                <a:rPr lang="en-GB" sz="1100" noProof="0" dirty="0"/>
                <a:t> </a:t>
              </a:r>
            </a:p>
          </p:txBody>
        </p:sp>
      </p:grpSp>
      <p:pic>
        <p:nvPicPr>
          <p:cNvPr id="27" name="Picture 12" descr="Middle east map with flags stock vector. Illustration of cyprus ...">
            <a:extLst>
              <a:ext uri="{FF2B5EF4-FFF2-40B4-BE49-F238E27FC236}">
                <a16:creationId xmlns:a16="http://schemas.microsoft.com/office/drawing/2014/main" id="{EEB3205A-4D81-11D5-67B6-B0652CA36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5987" y="2723690"/>
            <a:ext cx="2359821" cy="1507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10">
            <a:extLst>
              <a:ext uri="{FF2B5EF4-FFF2-40B4-BE49-F238E27FC236}">
                <a16:creationId xmlns:a16="http://schemas.microsoft.com/office/drawing/2014/main" id="{2937EE51-CBD9-9A96-CE62-CF1DDF9C8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2571" y="2739725"/>
            <a:ext cx="2117129" cy="23056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en-GB" sz="1100" noProof="0" dirty="0"/>
              <a:t> 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30F7D4B-E3D4-3F2B-959B-3C23BE4C21AB}"/>
              </a:ext>
            </a:extLst>
          </p:cNvPr>
          <p:cNvSpPr txBox="1">
            <a:spLocks/>
          </p:cNvSpPr>
          <p:nvPr/>
        </p:nvSpPr>
        <p:spPr>
          <a:xfrm>
            <a:off x="452762" y="2742129"/>
            <a:ext cx="3538388" cy="461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9pPr>
          </a:lstStyle>
          <a:p>
            <a:pPr algn="ctr"/>
            <a:r>
              <a:rPr lang="en-GB" sz="2800" b="1" noProof="0" dirty="0">
                <a:solidFill>
                  <a:schemeClr val="accent1"/>
                </a:solidFill>
                <a:cs typeface="Arial"/>
                <a:sym typeface="Arial"/>
              </a:rPr>
              <a:t> </a:t>
            </a:r>
          </a:p>
          <a:p>
            <a:pPr algn="ctr"/>
            <a:r>
              <a:rPr lang="en-GB" sz="2800" b="1" noProof="0" dirty="0">
                <a:solidFill>
                  <a:schemeClr val="accent1"/>
                </a:solidFill>
                <a:cs typeface="Arial"/>
                <a:sym typeface="Arial"/>
              </a:rPr>
              <a:t> </a:t>
            </a:r>
          </a:p>
          <a:p>
            <a:pPr algn="ctr"/>
            <a:r>
              <a:rPr lang="en-GB" sz="2800" b="1" noProof="0" dirty="0">
                <a:solidFill>
                  <a:schemeClr val="accent1"/>
                </a:solidFill>
                <a:cs typeface="Arial"/>
                <a:sym typeface="Arial"/>
              </a:rPr>
              <a:t> </a:t>
            </a:r>
          </a:p>
          <a:p>
            <a:pPr algn="ctr"/>
            <a:r>
              <a:rPr lang="en-GB" sz="2800" b="1" noProof="0" dirty="0">
                <a:solidFill>
                  <a:schemeClr val="accent1"/>
                </a:solidFill>
                <a:cs typeface="Arial"/>
                <a:sym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4356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25DFA-DEF6-6B47-B7DF-0D3BA09C253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sz="2800" noProof="0" dirty="0"/>
              <a:t> 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8742DA5-B5E8-CC30-A0D6-E90ED8568E5B}"/>
              </a:ext>
            </a:extLst>
          </p:cNvPr>
          <p:cNvSpPr txBox="1">
            <a:spLocks/>
          </p:cNvSpPr>
          <p:nvPr/>
        </p:nvSpPr>
        <p:spPr>
          <a:xfrm>
            <a:off x="358814" y="2832502"/>
            <a:ext cx="11225334" cy="143664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Montserrat" pitchFamily="2" charset="77"/>
                <a:ea typeface="+mn-ea"/>
                <a:cs typeface="+mn-cs"/>
              </a:defRPr>
            </a:lvl1pPr>
            <a:lvl2pPr marL="3429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sz="1400" b="0" noProof="0" dirty="0">
              <a:solidFill>
                <a:schemeClr val="tx2"/>
              </a:solidFill>
              <a:highlight>
                <a:srgbClr val="FFFF00"/>
              </a:highlight>
              <a:latin typeface="Montserrat" pitchFamily="2" charset="77"/>
            </a:endParaRP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r>
              <a:rPr lang="en-GB" sz="140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  <a:endParaRPr lang="en-GB" sz="140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  <a:p>
            <a:pPr marL="0" lvl="1"/>
            <a:r>
              <a:rPr lang="en-GB" sz="1400" b="0" noProof="0" dirty="0">
                <a:solidFill>
                  <a:schemeClr val="tx2"/>
                </a:solidFill>
                <a:latin typeface="Montserrat" pitchFamily="2" charset="77"/>
              </a:rPr>
              <a:t> </a:t>
            </a:r>
          </a:p>
          <a:p>
            <a:pPr marL="0" lvl="1"/>
            <a:endParaRPr lang="en-GB" sz="1400" b="0" noProof="0" dirty="0">
              <a:solidFill>
                <a:schemeClr val="tx2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62259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25DFA-DEF6-6B47-B7DF-0D3BA09C253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sz="2800" noProof="0" dirty="0">
                <a:cs typeface="Arial"/>
                <a:sym typeface="Arial"/>
              </a:rPr>
              <a:t> </a:t>
            </a:r>
            <a:endParaRPr lang="en-GB" sz="2800" noProof="0" dirty="0"/>
          </a:p>
        </p:txBody>
      </p:sp>
      <p:sp>
        <p:nvSpPr>
          <p:cNvPr id="4" name="Google Shape;1717;p78">
            <a:extLst>
              <a:ext uri="{FF2B5EF4-FFF2-40B4-BE49-F238E27FC236}">
                <a16:creationId xmlns:a16="http://schemas.microsoft.com/office/drawing/2014/main" id="{05072C87-35B5-0D42-A610-C0EC0012D21D}"/>
              </a:ext>
            </a:extLst>
          </p:cNvPr>
          <p:cNvSpPr txBox="1">
            <a:spLocks/>
          </p:cNvSpPr>
          <p:nvPr/>
        </p:nvSpPr>
        <p:spPr>
          <a:xfrm>
            <a:off x="441941" y="2854573"/>
            <a:ext cx="10816216" cy="10041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GB" sz="1400" noProof="0" dirty="0">
              <a:solidFill>
                <a:schemeClr val="tx2"/>
              </a:solidFill>
              <a:cs typeface="Arial"/>
            </a:endParaRPr>
          </a:p>
          <a:p>
            <a:pPr marL="0" indent="0">
              <a:buNone/>
            </a:pPr>
            <a:r>
              <a:rPr lang="en-GB" sz="1400" noProof="0" dirty="0">
                <a:solidFill>
                  <a:schemeClr val="tx2"/>
                </a:solidFill>
                <a:cs typeface="Arial"/>
              </a:rPr>
              <a:t> </a:t>
            </a:r>
          </a:p>
          <a:p>
            <a:pPr marL="0" indent="0">
              <a:buNone/>
            </a:pPr>
            <a:endParaRPr lang="en-GB" sz="1400" noProof="0" dirty="0">
              <a:solidFill>
                <a:schemeClr val="tx2"/>
              </a:solidFill>
              <a:cs typeface="Arial"/>
            </a:endParaRPr>
          </a:p>
          <a:p>
            <a:pPr marL="285750" lvl="1" indent="-285750" eaLnBrk="1" hangingPunct="1"/>
            <a:r>
              <a:rPr lang="en-GB" sz="1400" noProof="0" dirty="0">
                <a:solidFill>
                  <a:schemeClr val="tx2"/>
                </a:solidFill>
              </a:rPr>
              <a:t> </a:t>
            </a:r>
          </a:p>
          <a:p>
            <a:pPr marL="285750" lvl="1" indent="-285750" eaLnBrk="1" hangingPunct="1"/>
            <a:r>
              <a:rPr lang="en-GB" sz="1400" noProof="0" dirty="0">
                <a:solidFill>
                  <a:schemeClr val="tx2"/>
                </a:solidFill>
              </a:rPr>
              <a:t> </a:t>
            </a:r>
          </a:p>
          <a:p>
            <a:pPr marL="285750" lvl="1" indent="-285750" eaLnBrk="1" hangingPunct="1"/>
            <a:r>
              <a:rPr lang="en-GB" sz="1400" noProof="0" dirty="0">
                <a:solidFill>
                  <a:schemeClr val="tx2"/>
                </a:solidFill>
              </a:rPr>
              <a:t> </a:t>
            </a:r>
          </a:p>
          <a:p>
            <a:pPr marL="285750" lvl="1" indent="-285750" eaLnBrk="1" hangingPunct="1"/>
            <a:r>
              <a:rPr lang="en-GB" sz="1400" noProof="0" dirty="0">
                <a:solidFill>
                  <a:schemeClr val="tx2"/>
                </a:solidFill>
              </a:rPr>
              <a:t> </a:t>
            </a:r>
          </a:p>
          <a:p>
            <a:pPr marL="742950" lvl="2" indent="-285750" eaLnBrk="1" hangingPunct="1"/>
            <a:r>
              <a:rPr lang="en-GB" sz="1400" noProof="0" dirty="0">
                <a:solidFill>
                  <a:schemeClr val="tx2"/>
                </a:solidFill>
              </a:rPr>
              <a:t> </a:t>
            </a:r>
          </a:p>
          <a:p>
            <a:pPr marL="742950" lvl="2" indent="-285750" eaLnBrk="1" hangingPunct="1"/>
            <a:r>
              <a:rPr lang="en-GB" sz="1400" dirty="0">
                <a:solidFill>
                  <a:schemeClr val="tx2"/>
                </a:solidFill>
              </a:rPr>
              <a:t> </a:t>
            </a:r>
            <a:endParaRPr lang="en-GB" sz="1400" noProof="0" dirty="0">
              <a:solidFill>
                <a:schemeClr val="tx2"/>
              </a:solidFill>
            </a:endParaRPr>
          </a:p>
          <a:p>
            <a:pPr marL="742950" lvl="2" indent="-285750" eaLnBrk="1" hangingPunct="1"/>
            <a:r>
              <a:rPr lang="en-GB" sz="1400" noProof="0" dirty="0">
                <a:solidFill>
                  <a:schemeClr val="tx2"/>
                </a:solidFill>
              </a:rPr>
              <a:t> </a:t>
            </a:r>
          </a:p>
          <a:p>
            <a:pPr marL="742950" lvl="2" indent="-285750" eaLnBrk="1" hangingPunct="1"/>
            <a:r>
              <a:rPr lang="en-GB" sz="1400" noProof="0" dirty="0">
                <a:solidFill>
                  <a:schemeClr val="tx2"/>
                </a:solidFill>
              </a:rPr>
              <a:t> </a:t>
            </a:r>
          </a:p>
          <a:p>
            <a:pPr marL="285750" lvl="1" indent="-285750" eaLnBrk="1" hangingPunct="1"/>
            <a:r>
              <a:rPr lang="en-US" sz="1400" dirty="0">
                <a:solidFill>
                  <a:schemeClr val="tx2"/>
                </a:solidFill>
              </a:rPr>
              <a:t> </a:t>
            </a:r>
          </a:p>
          <a:p>
            <a:pPr marL="285750" lvl="1" indent="-285750" eaLnBrk="1" hangingPunct="1"/>
            <a:r>
              <a:rPr lang="en-GB" sz="1400" dirty="0">
                <a:solidFill>
                  <a:schemeClr val="tx2"/>
                </a:solidFill>
              </a:rPr>
              <a:t> </a:t>
            </a:r>
          </a:p>
          <a:p>
            <a:pPr marL="742950" lvl="2" indent="-285750" eaLnBrk="1" hangingPunct="1"/>
            <a:endParaRPr lang="en-GB" sz="14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59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1">
            <a:extLst>
              <a:ext uri="{FF2B5EF4-FFF2-40B4-BE49-F238E27FC236}">
                <a16:creationId xmlns:a16="http://schemas.microsoft.com/office/drawing/2014/main" id="{0D4A843B-F8D3-55D2-D0AA-14EAD9339218}"/>
              </a:ext>
            </a:extLst>
          </p:cNvPr>
          <p:cNvSpPr txBox="1">
            <a:spLocks/>
          </p:cNvSpPr>
          <p:nvPr/>
        </p:nvSpPr>
        <p:spPr>
          <a:xfrm>
            <a:off x="4236731" y="2858270"/>
            <a:ext cx="4556287" cy="1141459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i="0" kern="1200">
                <a:solidFill>
                  <a:schemeClr val="accent1"/>
                </a:solidFill>
                <a:latin typeface="Montserrat" pitchFamily="2" charset="77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ontserrat" panose="00000500000000000000" pitchFamily="2" charset="0"/>
              </a:defRPr>
            </a:lvl9pPr>
          </a:lstStyle>
          <a:p>
            <a:r>
              <a:rPr lang="en-GB" sz="4000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0904584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DADALUS 01">
      <a:dk1>
        <a:srgbClr val="000000"/>
      </a:dk1>
      <a:lt1>
        <a:srgbClr val="FFFFFF"/>
      </a:lt1>
      <a:dk2>
        <a:srgbClr val="626362"/>
      </a:dk2>
      <a:lt2>
        <a:srgbClr val="CBCCCB"/>
      </a:lt2>
      <a:accent1>
        <a:srgbClr val="1D4F91"/>
      </a:accent1>
      <a:accent2>
        <a:srgbClr val="C5E86C"/>
      </a:accent2>
      <a:accent3>
        <a:srgbClr val="4198B5"/>
      </a:accent3>
      <a:accent4>
        <a:srgbClr val="BEC6C3"/>
      </a:accent4>
      <a:accent5>
        <a:srgbClr val="008C95"/>
      </a:accent5>
      <a:accent6>
        <a:srgbClr val="00A3E0"/>
      </a:accent6>
      <a:hlink>
        <a:srgbClr val="2CCCD3"/>
      </a:hlink>
      <a:folHlink>
        <a:srgbClr val="B9D9EB"/>
      </a:folHlink>
    </a:clrScheme>
    <a:fontScheme name="Personalizzato 4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2D1CD52E-396B-7944-A488-01FBF425A398}" vid="{AD2C8F10-1D12-3047-A68D-A249CAD58FA2}"/>
    </a:ext>
  </a:extLst>
</a:theme>
</file>

<file path=ppt/theme/theme2.xml><?xml version="1.0" encoding="utf-8"?>
<a:theme xmlns:a="http://schemas.openxmlformats.org/drawingml/2006/main" name="Structure">
  <a:themeElements>
    <a:clrScheme name="DADALUS 02">
      <a:dk1>
        <a:srgbClr val="000000"/>
      </a:dk1>
      <a:lt1>
        <a:srgbClr val="FFFFFF"/>
      </a:lt1>
      <a:dk2>
        <a:srgbClr val="626362"/>
      </a:dk2>
      <a:lt2>
        <a:srgbClr val="CBCCCB"/>
      </a:lt2>
      <a:accent1>
        <a:srgbClr val="1D4F91"/>
      </a:accent1>
      <a:accent2>
        <a:srgbClr val="C5E86C"/>
      </a:accent2>
      <a:accent3>
        <a:srgbClr val="4198B5"/>
      </a:accent3>
      <a:accent4>
        <a:srgbClr val="BEC6C3"/>
      </a:accent4>
      <a:accent5>
        <a:srgbClr val="008C95"/>
      </a:accent5>
      <a:accent6>
        <a:srgbClr val="00A3E0"/>
      </a:accent6>
      <a:hlink>
        <a:srgbClr val="2CCCD3"/>
      </a:hlink>
      <a:folHlink>
        <a:srgbClr val="B9D9E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2D1CD52E-396B-7944-A488-01FBF425A398}" vid="{79D7B9DF-9335-644C-B3BB-CD6FCF3B3000}"/>
    </a:ext>
  </a:extLst>
</a:theme>
</file>

<file path=ppt/theme/theme3.xml><?xml version="1.0" encoding="utf-8"?>
<a:theme xmlns:a="http://schemas.openxmlformats.org/drawingml/2006/main" name="Colors Chart ">
  <a:themeElements>
    <a:clrScheme name="Personalizzati 2">
      <a:dk1>
        <a:srgbClr val="636463"/>
      </a:dk1>
      <a:lt1>
        <a:srgbClr val="FFFFFF"/>
      </a:lt1>
      <a:dk2>
        <a:srgbClr val="DF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2D1CD52E-396B-7944-A488-01FBF425A398}" vid="{38137C5E-A145-4A4D-B943-87DF67A55FFF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2cd55a5-aa05-4140-a504-685621c80b2f" xsi:nil="true"/>
    <lcf76f155ced4ddcb4097134ff3c332f xmlns="cec7e52d-7b78-4a24-a425-0c1be2473d9b">
      <Terms xmlns="http://schemas.microsoft.com/office/infopath/2007/PartnerControls"/>
    </lcf76f155ced4ddcb4097134ff3c332f>
    <SharedWithUsers xmlns="92cd55a5-aa05-4140-a504-685621c80b2f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0D9B4076069C4DA23D2DE6B458A43C" ma:contentTypeVersion="15" ma:contentTypeDescription="Create a new document." ma:contentTypeScope="" ma:versionID="51387dca4a931b2893ce41ff051347ed">
  <xsd:schema xmlns:xsd="http://www.w3.org/2001/XMLSchema" xmlns:xs="http://www.w3.org/2001/XMLSchema" xmlns:p="http://schemas.microsoft.com/office/2006/metadata/properties" xmlns:ns2="cec7e52d-7b78-4a24-a425-0c1be2473d9b" xmlns:ns3="92cd55a5-aa05-4140-a504-685621c80b2f" targetNamespace="http://schemas.microsoft.com/office/2006/metadata/properties" ma:root="true" ma:fieldsID="d67e32e2c73bf9024d9e50fb686b9048" ns2:_="" ns3:_="">
    <xsd:import namespace="cec7e52d-7b78-4a24-a425-0c1be2473d9b"/>
    <xsd:import namespace="92cd55a5-aa05-4140-a504-685621c80b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c7e52d-7b78-4a24-a425-0c1be2473d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5269196-3c19-4658-8e5b-4d6cc1d35d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cd55a5-aa05-4140-a504-685621c80b2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19587d-a033-4b21-9872-61ea17c2aa40}" ma:internalName="TaxCatchAll" ma:showField="CatchAllData" ma:web="92cd55a5-aa05-4140-a504-685621c80b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263369-5780-440B-8EEC-57A749B94085}">
  <ds:schemaRefs>
    <ds:schemaRef ds:uri="http://schemas.microsoft.com/office/2006/metadata/properties"/>
    <ds:schemaRef ds:uri="http://schemas.microsoft.com/office/infopath/2007/PartnerControls"/>
    <ds:schemaRef ds:uri="e612924b-2cbc-4df2-a8b3-fa94e8f0bf56"/>
    <ds:schemaRef ds:uri="168e0357-5b39-4600-91c2-bfff6e896513"/>
    <ds:schemaRef ds:uri="92cd55a5-aa05-4140-a504-685621c80b2f"/>
    <ds:schemaRef ds:uri="cec7e52d-7b78-4a24-a425-0c1be2473d9b"/>
  </ds:schemaRefs>
</ds:datastoreItem>
</file>

<file path=customXml/itemProps2.xml><?xml version="1.0" encoding="utf-8"?>
<ds:datastoreItem xmlns:ds="http://schemas.openxmlformats.org/officeDocument/2006/customXml" ds:itemID="{65B53DF9-E48B-406F-92D1-7F6F2DB076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FB2AAE-3746-4F73-BB4C-53716C22D5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c7e52d-7b78-4a24-a425-0c1be2473d9b"/>
    <ds:schemaRef ds:uri="92cd55a5-aa05-4140-a504-685621c80b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4153a30-97aa-49dd-8839-66f72081522c}" enabled="1" method="Standard" siteId="{9ffff5c3-bdfa-4a9d-b595-ff68329945e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Dedalus 3.0 Master PowerPoint Template</Template>
  <TotalTime>1</TotalTime>
  <Words>3475</Words>
  <Application>Microsoft Office PowerPoint</Application>
  <PresentationFormat>Widescreen</PresentationFormat>
  <Paragraphs>530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.PingFang SC Regular</vt:lpstr>
      <vt:lpstr>Aptos</vt:lpstr>
      <vt:lpstr>Arial</vt:lpstr>
      <vt:lpstr>Calibri</vt:lpstr>
      <vt:lpstr>Calibri Light</vt:lpstr>
      <vt:lpstr>Montserrat</vt:lpstr>
      <vt:lpstr>Montserrat Bold</vt:lpstr>
      <vt:lpstr>Montserrat Light</vt:lpstr>
      <vt:lpstr>Montserrat Medium</vt:lpstr>
      <vt:lpstr>Montserrat SemiBold</vt:lpstr>
      <vt:lpstr>Cover</vt:lpstr>
      <vt:lpstr>Structure</vt:lpstr>
      <vt:lpstr>Colors Chart </vt:lpstr>
      <vt:lpstr>AI-Assisted Development for Modern PAS Application Prototyping</vt:lpstr>
      <vt:lpstr>Introduction</vt:lpstr>
      <vt:lpstr>Business Continuity</vt:lpstr>
      <vt:lpstr>Business Continuity Management System</vt:lpstr>
      <vt:lpstr>Process Steps</vt:lpstr>
      <vt:lpstr>PowerPoint Presentation</vt:lpstr>
      <vt:lpstr>Who and how</vt:lpstr>
      <vt:lpstr>India Crisis Response Team</vt:lpstr>
      <vt:lpstr>Business Impact Analysis</vt:lpstr>
      <vt:lpstr>Business Impact Analysis</vt:lpstr>
      <vt:lpstr>Business Impact Analysis</vt:lpstr>
      <vt:lpstr>Tabletop Exercise</vt:lpstr>
      <vt:lpstr>Tabletop Exercise</vt:lpstr>
      <vt:lpstr>Objectives</vt:lpstr>
      <vt:lpstr>Risk Assessment</vt:lpstr>
      <vt:lpstr>Documentation</vt:lpstr>
      <vt:lpstr>Continual Improvement</vt:lpstr>
      <vt:lpstr>Audits</vt:lpstr>
      <vt:lpstr>Annual Business Continuity Training</vt:lpstr>
      <vt:lpstr>PowerPoint Presentation</vt:lpstr>
      <vt:lpstr>Program Update</vt:lpstr>
      <vt:lpstr>Role you Play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Mathur, Sonu (HCS)</dc:creator>
  <cp:keywords/>
  <dc:description/>
  <cp:lastModifiedBy>Vignesh K</cp:lastModifiedBy>
  <cp:revision>207</cp:revision>
  <dcterms:created xsi:type="dcterms:W3CDTF">2021-05-06T11:10:24Z</dcterms:created>
  <dcterms:modified xsi:type="dcterms:W3CDTF">2026-07-12T20:52:36Z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0x010100A00D9B4076069C4DA23D2DE6B458A43C</vt:lpwstr>
  </property>
  <property fmtid="{D5CDD505-2E9C-101B-9397-08002B2CF9AE}" pid="3" name="Information Systems DocType">
    <vt:lpwstr/>
  </property>
  <property fmtid="{D5CDD505-2E9C-101B-9397-08002B2CF9AE}" pid="4" name="Global Keywords">
    <vt:lpwstr/>
  </property>
  <property fmtid="{D5CDD505-2E9C-101B-9397-08002B2CF9AE}" pid="5" name="Order">
    <vt:r8>424000</vt:r8>
  </property>
  <property fmtid="{D5CDD505-2E9C-101B-9397-08002B2CF9AE}" pid="6" name="xd_Signature">
    <vt:bool>false</vt:bool>
  </property>
  <property fmtid="{D5CDD505-2E9C-101B-9397-08002B2CF9AE}" pid="7" name="CSC Classification">
    <vt:lpwstr>Low Sensitivity</vt:lpwstr>
  </property>
  <property fmtid="{D5CDD505-2E9C-101B-9397-08002B2CF9AE}" pid="8" name="xd_ProgID">
    <vt:lpwstr/>
  </property>
  <property fmtid="{D5CDD505-2E9C-101B-9397-08002B2CF9AE}" pid="9" name="_ColorHex">
    <vt:lpwstr/>
  </property>
  <property fmtid="{D5CDD505-2E9C-101B-9397-08002B2CF9AE}" pid="10" name="_Emoji">
    <vt:lpwstr/>
  </property>
  <property fmtid="{D5CDD505-2E9C-101B-9397-08002B2CF9AE}" pid="11" name="DXCDisposition">
    <vt:lpwstr>HCS</vt:lpwstr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  <property fmtid="{D5CDD505-2E9C-101B-9397-08002B2CF9AE}" pid="15" name="_ColorTag">
    <vt:lpwstr/>
  </property>
  <property fmtid="{D5CDD505-2E9C-101B-9397-08002B2CF9AE}" pid="16" name="TriggerFlowInfo">
    <vt:lpwstr/>
  </property>
  <property fmtid="{D5CDD505-2E9C-101B-9397-08002B2CF9AE}" pid="17" name="MediaServiceImageTags">
    <vt:lpwstr/>
  </property>
</Properties>
</file>