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notesSlides/notesSlide8.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9.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6.xml" ContentType="application/inkml+xml"/>
  <Override PartName="/ppt/ink/ink17.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0" r:id="rId5"/>
    <p:sldMasterId id="2147483679" r:id="rId6"/>
  </p:sldMasterIdLst>
  <p:notesMasterIdLst>
    <p:notesMasterId r:id="rId30"/>
  </p:notesMasterIdLst>
  <p:handoutMasterIdLst>
    <p:handoutMasterId r:id="rId31"/>
  </p:handoutMasterIdLst>
  <p:sldIdLst>
    <p:sldId id="11149" r:id="rId7"/>
    <p:sldId id="11269" r:id="rId8"/>
    <p:sldId id="11165" r:id="rId9"/>
    <p:sldId id="11272" r:id="rId10"/>
    <p:sldId id="11259" r:id="rId11"/>
    <p:sldId id="2147474979" r:id="rId12"/>
    <p:sldId id="11167" r:id="rId13"/>
    <p:sldId id="11298" r:id="rId14"/>
    <p:sldId id="2147474980" r:id="rId15"/>
    <p:sldId id="2147474983" r:id="rId16"/>
    <p:sldId id="2147474984" r:id="rId17"/>
    <p:sldId id="11260" r:id="rId18"/>
    <p:sldId id="11279" r:id="rId19"/>
    <p:sldId id="11277" r:id="rId20"/>
    <p:sldId id="2147474985" r:id="rId21"/>
    <p:sldId id="11266" r:id="rId22"/>
    <p:sldId id="11280" r:id="rId23"/>
    <p:sldId id="11275" r:id="rId24"/>
    <p:sldId id="11283" r:id="rId25"/>
    <p:sldId id="2147474982" r:id="rId26"/>
    <p:sldId id="11276" r:id="rId27"/>
    <p:sldId id="11273" r:id="rId28"/>
    <p:sldId id="11258" r:id="rId29"/>
  </p:sldIdLst>
  <p:sldSz cx="12192000" cy="6858000"/>
  <p:notesSz cx="6858000" cy="9144000"/>
  <p:defaultTextStyle>
    <a:defPPr>
      <a:defRPr lang="it-IT"/>
    </a:defPPr>
    <a:lvl1pPr algn="l" rtl="0" eaLnBrk="0" fontAlgn="base" hangingPunct="0">
      <a:spcBef>
        <a:spcPct val="0"/>
      </a:spcBef>
      <a:spcAft>
        <a:spcPct val="0"/>
      </a:spcAft>
      <a:defRPr kern="1200">
        <a:solidFill>
          <a:schemeClr val="tx1"/>
        </a:solidFill>
        <a:latin typeface="Montserrat" pitchFamily="2" charset="77"/>
        <a:ea typeface="+mn-ea"/>
        <a:cs typeface="+mn-cs"/>
      </a:defRPr>
    </a:lvl1pPr>
    <a:lvl2pPr marL="457200" algn="l" rtl="0" eaLnBrk="0" fontAlgn="base" hangingPunct="0">
      <a:spcBef>
        <a:spcPct val="0"/>
      </a:spcBef>
      <a:spcAft>
        <a:spcPct val="0"/>
      </a:spcAft>
      <a:defRPr kern="1200">
        <a:solidFill>
          <a:schemeClr val="tx1"/>
        </a:solidFill>
        <a:latin typeface="Montserrat" pitchFamily="2" charset="77"/>
        <a:ea typeface="+mn-ea"/>
        <a:cs typeface="+mn-cs"/>
      </a:defRPr>
    </a:lvl2pPr>
    <a:lvl3pPr marL="914400" algn="l" rtl="0" eaLnBrk="0" fontAlgn="base" hangingPunct="0">
      <a:spcBef>
        <a:spcPct val="0"/>
      </a:spcBef>
      <a:spcAft>
        <a:spcPct val="0"/>
      </a:spcAft>
      <a:defRPr kern="1200">
        <a:solidFill>
          <a:schemeClr val="tx1"/>
        </a:solidFill>
        <a:latin typeface="Montserrat" pitchFamily="2" charset="77"/>
        <a:ea typeface="+mn-ea"/>
        <a:cs typeface="+mn-cs"/>
      </a:defRPr>
    </a:lvl3pPr>
    <a:lvl4pPr marL="1371600" algn="l" rtl="0" eaLnBrk="0" fontAlgn="base" hangingPunct="0">
      <a:spcBef>
        <a:spcPct val="0"/>
      </a:spcBef>
      <a:spcAft>
        <a:spcPct val="0"/>
      </a:spcAft>
      <a:defRPr kern="1200">
        <a:solidFill>
          <a:schemeClr val="tx1"/>
        </a:solidFill>
        <a:latin typeface="Montserrat" pitchFamily="2" charset="77"/>
        <a:ea typeface="+mn-ea"/>
        <a:cs typeface="+mn-cs"/>
      </a:defRPr>
    </a:lvl4pPr>
    <a:lvl5pPr marL="1828800" algn="l" rtl="0" eaLnBrk="0" fontAlgn="base" hangingPunct="0">
      <a:spcBef>
        <a:spcPct val="0"/>
      </a:spcBef>
      <a:spcAft>
        <a:spcPct val="0"/>
      </a:spcAft>
      <a:defRPr kern="1200">
        <a:solidFill>
          <a:schemeClr val="tx1"/>
        </a:solidFill>
        <a:latin typeface="Montserrat" pitchFamily="2" charset="77"/>
        <a:ea typeface="+mn-ea"/>
        <a:cs typeface="+mn-cs"/>
      </a:defRPr>
    </a:lvl5pPr>
    <a:lvl6pPr marL="2286000" algn="l" defTabSz="914400" rtl="0" eaLnBrk="1" latinLnBrk="0" hangingPunct="1">
      <a:defRPr kern="1200">
        <a:solidFill>
          <a:schemeClr val="tx1"/>
        </a:solidFill>
        <a:latin typeface="Montserrat" pitchFamily="2" charset="77"/>
        <a:ea typeface="+mn-ea"/>
        <a:cs typeface="+mn-cs"/>
      </a:defRPr>
    </a:lvl6pPr>
    <a:lvl7pPr marL="2743200" algn="l" defTabSz="914400" rtl="0" eaLnBrk="1" latinLnBrk="0" hangingPunct="1">
      <a:defRPr kern="1200">
        <a:solidFill>
          <a:schemeClr val="tx1"/>
        </a:solidFill>
        <a:latin typeface="Montserrat" pitchFamily="2" charset="77"/>
        <a:ea typeface="+mn-ea"/>
        <a:cs typeface="+mn-cs"/>
      </a:defRPr>
    </a:lvl7pPr>
    <a:lvl8pPr marL="3200400" algn="l" defTabSz="914400" rtl="0" eaLnBrk="1" latinLnBrk="0" hangingPunct="1">
      <a:defRPr kern="1200">
        <a:solidFill>
          <a:schemeClr val="tx1"/>
        </a:solidFill>
        <a:latin typeface="Montserrat" pitchFamily="2" charset="77"/>
        <a:ea typeface="+mn-ea"/>
        <a:cs typeface="+mn-cs"/>
      </a:defRPr>
    </a:lvl8pPr>
    <a:lvl9pPr marL="3657600" algn="l" defTabSz="914400" rtl="0" eaLnBrk="1" latinLnBrk="0" hangingPunct="1">
      <a:defRPr kern="1200">
        <a:solidFill>
          <a:schemeClr val="tx1"/>
        </a:solidFill>
        <a:latin typeface="Montserrat" pitchFamily="2" charset="77"/>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3DBC46-8709-479D-A63E-89573E6826EC}" v="3" dt="2026-07-12T20:52:08.9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45" autoAdjust="0"/>
    <p:restoredTop sz="96327"/>
  </p:normalViewPr>
  <p:slideViewPr>
    <p:cSldViewPr snapToGrid="0" snapToObjects="1">
      <p:cViewPr varScale="1">
        <p:scale>
          <a:sx n="63" d="100"/>
          <a:sy n="63" d="100"/>
        </p:scale>
        <p:origin x="848" y="5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gnesh K" userId="ecd0f09a-3144-46db-93c3-cffbf370fa84" providerId="ADAL" clId="{DE3E4F05-1F55-4770-AD98-AE62B78D67B5}"/>
    <pc:docChg chg="undo custSel addSld delSld modSld">
      <pc:chgData name="Vignesh K" userId="ecd0f09a-3144-46db-93c3-cffbf370fa84" providerId="ADAL" clId="{DE3E4F05-1F55-4770-AD98-AE62B78D67B5}" dt="2026-07-12T20:52:29.890" v="6" actId="47"/>
      <pc:docMkLst>
        <pc:docMk/>
      </pc:docMkLst>
      <pc:sldChg chg="modSp mod">
        <pc:chgData name="Vignesh K" userId="ecd0f09a-3144-46db-93c3-cffbf370fa84" providerId="ADAL" clId="{DE3E4F05-1F55-4770-AD98-AE62B78D67B5}" dt="2026-07-12T20:52:08.905" v="4"/>
        <pc:sldMkLst>
          <pc:docMk/>
          <pc:sldMk cId="43270784" sldId="11149"/>
        </pc:sldMkLst>
        <pc:spChg chg="mod">
          <ac:chgData name="Vignesh K" userId="ecd0f09a-3144-46db-93c3-cffbf370fa84" providerId="ADAL" clId="{DE3E4F05-1F55-4770-AD98-AE62B78D67B5}" dt="2026-07-12T20:52:08.905" v="4"/>
          <ac:spMkLst>
            <pc:docMk/>
            <pc:sldMk cId="43270784" sldId="11149"/>
            <ac:spMk id="2" creationId="{BF0F081D-BDE6-B1F3-BB6B-F30B8C5F02E2}"/>
          </ac:spMkLst>
        </pc:spChg>
      </pc:sldChg>
      <pc:sldChg chg="add del">
        <pc:chgData name="Vignesh K" userId="ecd0f09a-3144-46db-93c3-cffbf370fa84" providerId="ADAL" clId="{DE3E4F05-1F55-4770-AD98-AE62B78D67B5}" dt="2026-07-12T20:52:29.890" v="6" actId="47"/>
        <pc:sldMkLst>
          <pc:docMk/>
          <pc:sldMk cId="569462810" sldId="11167"/>
        </pc:sldMkLst>
      </pc:sldChg>
      <pc:sldChg chg="add del">
        <pc:chgData name="Vignesh K" userId="ecd0f09a-3144-46db-93c3-cffbf370fa84" providerId="ADAL" clId="{DE3E4F05-1F55-4770-AD98-AE62B78D67B5}" dt="2026-07-12T20:52:29.890" v="6" actId="47"/>
        <pc:sldMkLst>
          <pc:docMk/>
          <pc:sldMk cId="4215377327" sldId="11259"/>
        </pc:sldMkLst>
      </pc:sldChg>
      <pc:sldChg chg="add del">
        <pc:chgData name="Vignesh K" userId="ecd0f09a-3144-46db-93c3-cffbf370fa84" providerId="ADAL" clId="{DE3E4F05-1F55-4770-AD98-AE62B78D67B5}" dt="2026-07-12T20:52:29.890" v="6" actId="47"/>
        <pc:sldMkLst>
          <pc:docMk/>
          <pc:sldMk cId="3105946796" sldId="11260"/>
        </pc:sldMkLst>
      </pc:sldChg>
      <pc:sldChg chg="add del">
        <pc:chgData name="Vignesh K" userId="ecd0f09a-3144-46db-93c3-cffbf370fa84" providerId="ADAL" clId="{DE3E4F05-1F55-4770-AD98-AE62B78D67B5}" dt="2026-07-12T20:52:29.890" v="6" actId="47"/>
        <pc:sldMkLst>
          <pc:docMk/>
          <pc:sldMk cId="872257750" sldId="11266"/>
        </pc:sldMkLst>
      </pc:sldChg>
      <pc:sldChg chg="add del">
        <pc:chgData name="Vignesh K" userId="ecd0f09a-3144-46db-93c3-cffbf370fa84" providerId="ADAL" clId="{DE3E4F05-1F55-4770-AD98-AE62B78D67B5}" dt="2026-07-12T20:52:29.890" v="6" actId="47"/>
        <pc:sldMkLst>
          <pc:docMk/>
          <pc:sldMk cId="2328789685" sldId="11272"/>
        </pc:sldMkLst>
      </pc:sldChg>
      <pc:sldChg chg="add del">
        <pc:chgData name="Vignesh K" userId="ecd0f09a-3144-46db-93c3-cffbf370fa84" providerId="ADAL" clId="{DE3E4F05-1F55-4770-AD98-AE62B78D67B5}" dt="2026-07-12T20:52:29.890" v="6" actId="47"/>
        <pc:sldMkLst>
          <pc:docMk/>
          <pc:sldMk cId="114159013" sldId="11273"/>
        </pc:sldMkLst>
      </pc:sldChg>
      <pc:sldChg chg="add del">
        <pc:chgData name="Vignesh K" userId="ecd0f09a-3144-46db-93c3-cffbf370fa84" providerId="ADAL" clId="{DE3E4F05-1F55-4770-AD98-AE62B78D67B5}" dt="2026-07-12T20:52:29.890" v="6" actId="47"/>
        <pc:sldMkLst>
          <pc:docMk/>
          <pc:sldMk cId="3165977402" sldId="11275"/>
        </pc:sldMkLst>
      </pc:sldChg>
      <pc:sldChg chg="add del">
        <pc:chgData name="Vignesh K" userId="ecd0f09a-3144-46db-93c3-cffbf370fa84" providerId="ADAL" clId="{DE3E4F05-1F55-4770-AD98-AE62B78D67B5}" dt="2026-07-12T20:52:29.890" v="6" actId="47"/>
        <pc:sldMkLst>
          <pc:docMk/>
          <pc:sldMk cId="3862259685" sldId="11276"/>
        </pc:sldMkLst>
      </pc:sldChg>
      <pc:sldChg chg="add del">
        <pc:chgData name="Vignesh K" userId="ecd0f09a-3144-46db-93c3-cffbf370fa84" providerId="ADAL" clId="{DE3E4F05-1F55-4770-AD98-AE62B78D67B5}" dt="2026-07-12T20:52:29.890" v="6" actId="47"/>
        <pc:sldMkLst>
          <pc:docMk/>
          <pc:sldMk cId="854410349" sldId="11277"/>
        </pc:sldMkLst>
      </pc:sldChg>
      <pc:sldChg chg="add del">
        <pc:chgData name="Vignesh K" userId="ecd0f09a-3144-46db-93c3-cffbf370fa84" providerId="ADAL" clId="{DE3E4F05-1F55-4770-AD98-AE62B78D67B5}" dt="2026-07-12T20:52:29.890" v="6" actId="47"/>
        <pc:sldMkLst>
          <pc:docMk/>
          <pc:sldMk cId="84640228" sldId="11279"/>
        </pc:sldMkLst>
      </pc:sldChg>
      <pc:sldChg chg="add del">
        <pc:chgData name="Vignesh K" userId="ecd0f09a-3144-46db-93c3-cffbf370fa84" providerId="ADAL" clId="{DE3E4F05-1F55-4770-AD98-AE62B78D67B5}" dt="2026-07-12T20:52:29.890" v="6" actId="47"/>
        <pc:sldMkLst>
          <pc:docMk/>
          <pc:sldMk cId="544214035" sldId="11280"/>
        </pc:sldMkLst>
      </pc:sldChg>
      <pc:sldChg chg="add del">
        <pc:chgData name="Vignesh K" userId="ecd0f09a-3144-46db-93c3-cffbf370fa84" providerId="ADAL" clId="{DE3E4F05-1F55-4770-AD98-AE62B78D67B5}" dt="2026-07-12T20:52:29.890" v="6" actId="47"/>
        <pc:sldMkLst>
          <pc:docMk/>
          <pc:sldMk cId="3576448280" sldId="11283"/>
        </pc:sldMkLst>
      </pc:sldChg>
      <pc:sldChg chg="add del">
        <pc:chgData name="Vignesh K" userId="ecd0f09a-3144-46db-93c3-cffbf370fa84" providerId="ADAL" clId="{DE3E4F05-1F55-4770-AD98-AE62B78D67B5}" dt="2026-07-12T20:52:29.890" v="6" actId="47"/>
        <pc:sldMkLst>
          <pc:docMk/>
          <pc:sldMk cId="598324104" sldId="11298"/>
        </pc:sldMkLst>
      </pc:sldChg>
      <pc:sldChg chg="add del">
        <pc:chgData name="Vignesh K" userId="ecd0f09a-3144-46db-93c3-cffbf370fa84" providerId="ADAL" clId="{DE3E4F05-1F55-4770-AD98-AE62B78D67B5}" dt="2026-07-12T20:52:29.890" v="6" actId="47"/>
        <pc:sldMkLst>
          <pc:docMk/>
          <pc:sldMk cId="2012544756" sldId="2147474979"/>
        </pc:sldMkLst>
      </pc:sldChg>
      <pc:sldChg chg="add del">
        <pc:chgData name="Vignesh K" userId="ecd0f09a-3144-46db-93c3-cffbf370fa84" providerId="ADAL" clId="{DE3E4F05-1F55-4770-AD98-AE62B78D67B5}" dt="2026-07-12T20:52:29.890" v="6" actId="47"/>
        <pc:sldMkLst>
          <pc:docMk/>
          <pc:sldMk cId="284623004" sldId="2147474980"/>
        </pc:sldMkLst>
      </pc:sldChg>
      <pc:sldChg chg="add del">
        <pc:chgData name="Vignesh K" userId="ecd0f09a-3144-46db-93c3-cffbf370fa84" providerId="ADAL" clId="{DE3E4F05-1F55-4770-AD98-AE62B78D67B5}" dt="2026-07-12T20:52:29.890" v="6" actId="47"/>
        <pc:sldMkLst>
          <pc:docMk/>
          <pc:sldMk cId="4204356262" sldId="2147474982"/>
        </pc:sldMkLst>
      </pc:sldChg>
      <pc:sldChg chg="add del">
        <pc:chgData name="Vignesh K" userId="ecd0f09a-3144-46db-93c3-cffbf370fa84" providerId="ADAL" clId="{DE3E4F05-1F55-4770-AD98-AE62B78D67B5}" dt="2026-07-12T20:52:29.890" v="6" actId="47"/>
        <pc:sldMkLst>
          <pc:docMk/>
          <pc:sldMk cId="1060448710" sldId="2147474983"/>
        </pc:sldMkLst>
      </pc:sldChg>
      <pc:sldChg chg="add del">
        <pc:chgData name="Vignesh K" userId="ecd0f09a-3144-46db-93c3-cffbf370fa84" providerId="ADAL" clId="{DE3E4F05-1F55-4770-AD98-AE62B78D67B5}" dt="2026-07-12T20:52:29.890" v="6" actId="47"/>
        <pc:sldMkLst>
          <pc:docMk/>
          <pc:sldMk cId="2305488232" sldId="2147474984"/>
        </pc:sldMkLst>
      </pc:sldChg>
      <pc:sldChg chg="add del">
        <pc:chgData name="Vignesh K" userId="ecd0f09a-3144-46db-93c3-cffbf370fa84" providerId="ADAL" clId="{DE3E4F05-1F55-4770-AD98-AE62B78D67B5}" dt="2026-07-12T20:52:29.890" v="6" actId="47"/>
        <pc:sldMkLst>
          <pc:docMk/>
          <pc:sldMk cId="3740837686" sldId="2147474985"/>
        </pc:sldMkLst>
      </pc:sldChg>
      <pc:sldMasterChg chg="addSldLayout delSldLayout">
        <pc:chgData name="Vignesh K" userId="ecd0f09a-3144-46db-93c3-cffbf370fa84" providerId="ADAL" clId="{DE3E4F05-1F55-4770-AD98-AE62B78D67B5}" dt="2026-07-12T20:52:29.890" v="6" actId="47"/>
        <pc:sldMasterMkLst>
          <pc:docMk/>
          <pc:sldMasterMk cId="0" sldId="2147483648"/>
        </pc:sldMasterMkLst>
        <pc:sldLayoutChg chg="add del">
          <pc:chgData name="Vignesh K" userId="ecd0f09a-3144-46db-93c3-cffbf370fa84" providerId="ADAL" clId="{DE3E4F05-1F55-4770-AD98-AE62B78D67B5}" dt="2026-07-12T20:52:29.890" v="6" actId="47"/>
          <pc:sldLayoutMkLst>
            <pc:docMk/>
            <pc:sldMasterMk cId="0" sldId="2147483648"/>
            <pc:sldLayoutMk cId="2949416254" sldId="2147483739"/>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D0C671-DF44-4694-ACCE-CBAE2DF902D9}"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US"/>
        </a:p>
      </dgm:t>
    </dgm:pt>
    <dgm:pt modelId="{F2F63B27-4B47-4AEC-9401-CBAE0700A46C}">
      <dgm:prSet phldrT="[Text]"/>
      <dgm:spPr>
        <a:effectLst>
          <a:glow rad="127000">
            <a:schemeClr val="accent3"/>
          </a:glow>
        </a:effectLst>
      </dgm:spPr>
      <dgm:t>
        <a:bodyPr/>
        <a:lstStyle/>
        <a:p>
          <a:r>
            <a:rPr lang="en-GB" b="1" noProof="0" dirty="0"/>
            <a:t>Define &amp; Assess Situation</a:t>
          </a:r>
        </a:p>
      </dgm:t>
    </dgm:pt>
    <dgm:pt modelId="{2EDB4425-3D91-4AE9-872A-C1787A38C707}" type="parTrans" cxnId="{B401E565-77DE-436A-9817-0349C5216C13}">
      <dgm:prSet/>
      <dgm:spPr/>
      <dgm:t>
        <a:bodyPr/>
        <a:lstStyle/>
        <a:p>
          <a:endParaRPr lang="en-US"/>
        </a:p>
      </dgm:t>
    </dgm:pt>
    <dgm:pt modelId="{5D3404FC-B5B8-4B74-9DE0-A22658DC76E3}" type="sibTrans" cxnId="{B401E565-77DE-436A-9817-0349C5216C13}">
      <dgm:prSet/>
      <dgm:spPr/>
      <dgm:t>
        <a:bodyPr/>
        <a:lstStyle/>
        <a:p>
          <a:endParaRPr lang="en-US"/>
        </a:p>
      </dgm:t>
    </dgm:pt>
    <dgm:pt modelId="{625EA3CB-984B-435B-89C2-F83DEB040758}">
      <dgm:prSet phldrT="[Text]"/>
      <dgm:spPr>
        <a:effectLst>
          <a:glow rad="127000">
            <a:schemeClr val="accent3"/>
          </a:glow>
        </a:effectLst>
      </dgm:spPr>
      <dgm:t>
        <a:bodyPr/>
        <a:lstStyle/>
        <a:p>
          <a:r>
            <a:rPr lang="en-GB" b="1" noProof="0" dirty="0"/>
            <a:t>Determine &amp; Initiate Actions</a:t>
          </a:r>
        </a:p>
      </dgm:t>
    </dgm:pt>
    <dgm:pt modelId="{C6EA58D8-5E4B-4B7A-A7CC-254B45F8064F}" type="parTrans" cxnId="{2BB638FB-7111-4B4C-B62C-82AE7648F2FE}">
      <dgm:prSet/>
      <dgm:spPr/>
      <dgm:t>
        <a:bodyPr/>
        <a:lstStyle/>
        <a:p>
          <a:endParaRPr lang="en-US"/>
        </a:p>
      </dgm:t>
    </dgm:pt>
    <dgm:pt modelId="{BEC1776B-C8D1-4D1E-A387-3E1095F1A7CC}" type="sibTrans" cxnId="{2BB638FB-7111-4B4C-B62C-82AE7648F2FE}">
      <dgm:prSet/>
      <dgm:spPr/>
      <dgm:t>
        <a:bodyPr/>
        <a:lstStyle/>
        <a:p>
          <a:endParaRPr lang="en-US"/>
        </a:p>
      </dgm:t>
    </dgm:pt>
    <dgm:pt modelId="{994075F7-82E8-4F38-A90C-B546315CAC19}">
      <dgm:prSet phldrT="[Text]"/>
      <dgm:spPr>
        <a:effectLst>
          <a:glow rad="127000">
            <a:schemeClr val="accent3"/>
          </a:glow>
        </a:effectLst>
      </dgm:spPr>
      <dgm:t>
        <a:bodyPr/>
        <a:lstStyle/>
        <a:p>
          <a:r>
            <a:rPr lang="en-GB" b="1" noProof="0" dirty="0"/>
            <a:t>Communicate </a:t>
          </a:r>
        </a:p>
      </dgm:t>
    </dgm:pt>
    <dgm:pt modelId="{3F1BA1F1-68BC-4959-90DA-62FB4672D7EB}" type="parTrans" cxnId="{E1BB8F43-2F95-46E0-89E2-45400D8F3A99}">
      <dgm:prSet/>
      <dgm:spPr/>
      <dgm:t>
        <a:bodyPr/>
        <a:lstStyle/>
        <a:p>
          <a:endParaRPr lang="en-US"/>
        </a:p>
      </dgm:t>
    </dgm:pt>
    <dgm:pt modelId="{2E66C121-EDEF-40E0-8336-A7D0874D0B50}" type="sibTrans" cxnId="{E1BB8F43-2F95-46E0-89E2-45400D8F3A99}">
      <dgm:prSet/>
      <dgm:spPr/>
      <dgm:t>
        <a:bodyPr/>
        <a:lstStyle/>
        <a:p>
          <a:endParaRPr lang="en-US"/>
        </a:p>
      </dgm:t>
    </dgm:pt>
    <dgm:pt modelId="{1DBD517D-3E85-47E9-8883-7C42BC025752}">
      <dgm:prSet phldrT="[Text]"/>
      <dgm:spPr>
        <a:effectLst>
          <a:glow rad="127000">
            <a:schemeClr val="accent3"/>
          </a:glow>
        </a:effectLst>
      </dgm:spPr>
      <dgm:t>
        <a:bodyPr/>
        <a:lstStyle/>
        <a:p>
          <a:r>
            <a:rPr lang="en-GB" b="1" noProof="0" dirty="0"/>
            <a:t>Monitor &amp; Report</a:t>
          </a:r>
        </a:p>
      </dgm:t>
    </dgm:pt>
    <dgm:pt modelId="{FDD55FC9-2662-48E7-B9AC-1F7DB767BB8C}" type="parTrans" cxnId="{53F3C20D-09F8-4D00-9300-B980CDAFF467}">
      <dgm:prSet/>
      <dgm:spPr/>
      <dgm:t>
        <a:bodyPr/>
        <a:lstStyle/>
        <a:p>
          <a:endParaRPr lang="en-US"/>
        </a:p>
      </dgm:t>
    </dgm:pt>
    <dgm:pt modelId="{DC51333A-CB4A-48A7-BAA3-7E4BCEED16A2}" type="sibTrans" cxnId="{53F3C20D-09F8-4D00-9300-B980CDAFF467}">
      <dgm:prSet/>
      <dgm:spPr/>
      <dgm:t>
        <a:bodyPr/>
        <a:lstStyle/>
        <a:p>
          <a:endParaRPr lang="en-US"/>
        </a:p>
      </dgm:t>
    </dgm:pt>
    <dgm:pt modelId="{4EE075EB-561F-4BF8-A58C-42B993F98BAA}" type="pres">
      <dgm:prSet presAssocID="{8CD0C671-DF44-4694-ACCE-CBAE2DF902D9}" presName="cycle" presStyleCnt="0">
        <dgm:presLayoutVars>
          <dgm:dir/>
          <dgm:resizeHandles val="exact"/>
        </dgm:presLayoutVars>
      </dgm:prSet>
      <dgm:spPr/>
    </dgm:pt>
    <dgm:pt modelId="{C1CAB1FD-4980-4C18-A12F-4D09AFE0E7B8}" type="pres">
      <dgm:prSet presAssocID="{F2F63B27-4B47-4AEC-9401-CBAE0700A46C}" presName="node" presStyleLbl="node1" presStyleIdx="0" presStyleCnt="4">
        <dgm:presLayoutVars>
          <dgm:bulletEnabled val="1"/>
        </dgm:presLayoutVars>
      </dgm:prSet>
      <dgm:spPr/>
    </dgm:pt>
    <dgm:pt modelId="{5F418B12-D1E4-4B4E-A3E5-D916316E602F}" type="pres">
      <dgm:prSet presAssocID="{F2F63B27-4B47-4AEC-9401-CBAE0700A46C}" presName="spNode" presStyleCnt="0"/>
      <dgm:spPr/>
    </dgm:pt>
    <dgm:pt modelId="{89F665E4-E2B3-4374-AF5B-44A95F3C83E9}" type="pres">
      <dgm:prSet presAssocID="{5D3404FC-B5B8-4B74-9DE0-A22658DC76E3}" presName="sibTrans" presStyleLbl="sibTrans1D1" presStyleIdx="0" presStyleCnt="4"/>
      <dgm:spPr/>
    </dgm:pt>
    <dgm:pt modelId="{496C6575-2757-4317-9508-BFF704E8AAE4}" type="pres">
      <dgm:prSet presAssocID="{625EA3CB-984B-435B-89C2-F83DEB040758}" presName="node" presStyleLbl="node1" presStyleIdx="1" presStyleCnt="4">
        <dgm:presLayoutVars>
          <dgm:bulletEnabled val="1"/>
        </dgm:presLayoutVars>
      </dgm:prSet>
      <dgm:spPr/>
    </dgm:pt>
    <dgm:pt modelId="{1A81D403-6B5B-4D1C-B6EB-E8903DEA95B7}" type="pres">
      <dgm:prSet presAssocID="{625EA3CB-984B-435B-89C2-F83DEB040758}" presName="spNode" presStyleCnt="0"/>
      <dgm:spPr/>
    </dgm:pt>
    <dgm:pt modelId="{D1D1A546-9E50-4222-A836-929CC993ED6E}" type="pres">
      <dgm:prSet presAssocID="{BEC1776B-C8D1-4D1E-A387-3E1095F1A7CC}" presName="sibTrans" presStyleLbl="sibTrans1D1" presStyleIdx="1" presStyleCnt="4"/>
      <dgm:spPr/>
    </dgm:pt>
    <dgm:pt modelId="{DFC1D8A1-5A61-4299-9473-38BF89FA14BF}" type="pres">
      <dgm:prSet presAssocID="{994075F7-82E8-4F38-A90C-B546315CAC19}" presName="node" presStyleLbl="node1" presStyleIdx="2" presStyleCnt="4">
        <dgm:presLayoutVars>
          <dgm:bulletEnabled val="1"/>
        </dgm:presLayoutVars>
      </dgm:prSet>
      <dgm:spPr/>
    </dgm:pt>
    <dgm:pt modelId="{8364D7E0-DCFA-414A-91B5-E5A43EDFB225}" type="pres">
      <dgm:prSet presAssocID="{994075F7-82E8-4F38-A90C-B546315CAC19}" presName="spNode" presStyleCnt="0"/>
      <dgm:spPr/>
    </dgm:pt>
    <dgm:pt modelId="{049C03D8-8DB7-4FC2-8D0F-69C51D8153E8}" type="pres">
      <dgm:prSet presAssocID="{2E66C121-EDEF-40E0-8336-A7D0874D0B50}" presName="sibTrans" presStyleLbl="sibTrans1D1" presStyleIdx="2" presStyleCnt="4"/>
      <dgm:spPr/>
    </dgm:pt>
    <dgm:pt modelId="{257CC125-3475-423A-8276-2917E2CD3D58}" type="pres">
      <dgm:prSet presAssocID="{1DBD517D-3E85-47E9-8883-7C42BC025752}" presName="node" presStyleLbl="node1" presStyleIdx="3" presStyleCnt="4">
        <dgm:presLayoutVars>
          <dgm:bulletEnabled val="1"/>
        </dgm:presLayoutVars>
      </dgm:prSet>
      <dgm:spPr/>
    </dgm:pt>
    <dgm:pt modelId="{A4DF134A-86CC-4478-9999-EE0ADEB9FB63}" type="pres">
      <dgm:prSet presAssocID="{1DBD517D-3E85-47E9-8883-7C42BC025752}" presName="spNode" presStyleCnt="0"/>
      <dgm:spPr/>
    </dgm:pt>
    <dgm:pt modelId="{16DD248D-C3AF-4392-94C0-3243B351A792}" type="pres">
      <dgm:prSet presAssocID="{DC51333A-CB4A-48A7-BAA3-7E4BCEED16A2}" presName="sibTrans" presStyleLbl="sibTrans1D1" presStyleIdx="3" presStyleCnt="4"/>
      <dgm:spPr/>
    </dgm:pt>
  </dgm:ptLst>
  <dgm:cxnLst>
    <dgm:cxn modelId="{120DA205-AF7F-4733-AB42-8C1270C2E60B}" type="presOf" srcId="{BEC1776B-C8D1-4D1E-A387-3E1095F1A7CC}" destId="{D1D1A546-9E50-4222-A836-929CC993ED6E}" srcOrd="0" destOrd="0" presId="urn:microsoft.com/office/officeart/2005/8/layout/cycle5"/>
    <dgm:cxn modelId="{53F3C20D-09F8-4D00-9300-B980CDAFF467}" srcId="{8CD0C671-DF44-4694-ACCE-CBAE2DF902D9}" destId="{1DBD517D-3E85-47E9-8883-7C42BC025752}" srcOrd="3" destOrd="0" parTransId="{FDD55FC9-2662-48E7-B9AC-1F7DB767BB8C}" sibTransId="{DC51333A-CB4A-48A7-BAA3-7E4BCEED16A2}"/>
    <dgm:cxn modelId="{43981523-D9C5-471D-BE59-554421C8C932}" type="presOf" srcId="{1DBD517D-3E85-47E9-8883-7C42BC025752}" destId="{257CC125-3475-423A-8276-2917E2CD3D58}" srcOrd="0" destOrd="0" presId="urn:microsoft.com/office/officeart/2005/8/layout/cycle5"/>
    <dgm:cxn modelId="{E1BB8F43-2F95-46E0-89E2-45400D8F3A99}" srcId="{8CD0C671-DF44-4694-ACCE-CBAE2DF902D9}" destId="{994075F7-82E8-4F38-A90C-B546315CAC19}" srcOrd="2" destOrd="0" parTransId="{3F1BA1F1-68BC-4959-90DA-62FB4672D7EB}" sibTransId="{2E66C121-EDEF-40E0-8336-A7D0874D0B50}"/>
    <dgm:cxn modelId="{B401E565-77DE-436A-9817-0349C5216C13}" srcId="{8CD0C671-DF44-4694-ACCE-CBAE2DF902D9}" destId="{F2F63B27-4B47-4AEC-9401-CBAE0700A46C}" srcOrd="0" destOrd="0" parTransId="{2EDB4425-3D91-4AE9-872A-C1787A38C707}" sibTransId="{5D3404FC-B5B8-4B74-9DE0-A22658DC76E3}"/>
    <dgm:cxn modelId="{513B334E-FCDB-4327-8393-6E9D3B57B86B}" type="presOf" srcId="{994075F7-82E8-4F38-A90C-B546315CAC19}" destId="{DFC1D8A1-5A61-4299-9473-38BF89FA14BF}" srcOrd="0" destOrd="0" presId="urn:microsoft.com/office/officeart/2005/8/layout/cycle5"/>
    <dgm:cxn modelId="{CD883E6F-2ABA-46C6-8570-9EF604A8D237}" type="presOf" srcId="{2E66C121-EDEF-40E0-8336-A7D0874D0B50}" destId="{049C03D8-8DB7-4FC2-8D0F-69C51D8153E8}" srcOrd="0" destOrd="0" presId="urn:microsoft.com/office/officeart/2005/8/layout/cycle5"/>
    <dgm:cxn modelId="{36295259-9E17-4AB7-9A84-BC30AAD57721}" type="presOf" srcId="{F2F63B27-4B47-4AEC-9401-CBAE0700A46C}" destId="{C1CAB1FD-4980-4C18-A12F-4D09AFE0E7B8}" srcOrd="0" destOrd="0" presId="urn:microsoft.com/office/officeart/2005/8/layout/cycle5"/>
    <dgm:cxn modelId="{555B26A2-E88A-414C-8FC5-D093E35D0DE4}" type="presOf" srcId="{DC51333A-CB4A-48A7-BAA3-7E4BCEED16A2}" destId="{16DD248D-C3AF-4392-94C0-3243B351A792}" srcOrd="0" destOrd="0" presId="urn:microsoft.com/office/officeart/2005/8/layout/cycle5"/>
    <dgm:cxn modelId="{EE81F5B9-E3AD-4063-A9F7-2D1257A06EBC}" type="presOf" srcId="{5D3404FC-B5B8-4B74-9DE0-A22658DC76E3}" destId="{89F665E4-E2B3-4374-AF5B-44A95F3C83E9}" srcOrd="0" destOrd="0" presId="urn:microsoft.com/office/officeart/2005/8/layout/cycle5"/>
    <dgm:cxn modelId="{1B3ED9C2-60A7-4BB2-B474-55AA336ADC75}" type="presOf" srcId="{8CD0C671-DF44-4694-ACCE-CBAE2DF902D9}" destId="{4EE075EB-561F-4BF8-A58C-42B993F98BAA}" srcOrd="0" destOrd="0" presId="urn:microsoft.com/office/officeart/2005/8/layout/cycle5"/>
    <dgm:cxn modelId="{D79DCDC5-22E5-4CA4-99FA-DD181CC9D53C}" type="presOf" srcId="{625EA3CB-984B-435B-89C2-F83DEB040758}" destId="{496C6575-2757-4317-9508-BFF704E8AAE4}" srcOrd="0" destOrd="0" presId="urn:microsoft.com/office/officeart/2005/8/layout/cycle5"/>
    <dgm:cxn modelId="{2BB638FB-7111-4B4C-B62C-82AE7648F2FE}" srcId="{8CD0C671-DF44-4694-ACCE-CBAE2DF902D9}" destId="{625EA3CB-984B-435B-89C2-F83DEB040758}" srcOrd="1" destOrd="0" parTransId="{C6EA58D8-5E4B-4B7A-A7CC-254B45F8064F}" sibTransId="{BEC1776B-C8D1-4D1E-A387-3E1095F1A7CC}"/>
    <dgm:cxn modelId="{F33C49F9-189D-422A-A5D2-6F4940288D80}" type="presParOf" srcId="{4EE075EB-561F-4BF8-A58C-42B993F98BAA}" destId="{C1CAB1FD-4980-4C18-A12F-4D09AFE0E7B8}" srcOrd="0" destOrd="0" presId="urn:microsoft.com/office/officeart/2005/8/layout/cycle5"/>
    <dgm:cxn modelId="{B292855D-45DD-49CE-AB55-158F71249E71}" type="presParOf" srcId="{4EE075EB-561F-4BF8-A58C-42B993F98BAA}" destId="{5F418B12-D1E4-4B4E-A3E5-D916316E602F}" srcOrd="1" destOrd="0" presId="urn:microsoft.com/office/officeart/2005/8/layout/cycle5"/>
    <dgm:cxn modelId="{CE353CC1-C644-4AEE-ADF5-5AD92091099E}" type="presParOf" srcId="{4EE075EB-561F-4BF8-A58C-42B993F98BAA}" destId="{89F665E4-E2B3-4374-AF5B-44A95F3C83E9}" srcOrd="2" destOrd="0" presId="urn:microsoft.com/office/officeart/2005/8/layout/cycle5"/>
    <dgm:cxn modelId="{566A4CCC-1457-4977-AEAC-C619A59A4F88}" type="presParOf" srcId="{4EE075EB-561F-4BF8-A58C-42B993F98BAA}" destId="{496C6575-2757-4317-9508-BFF704E8AAE4}" srcOrd="3" destOrd="0" presId="urn:microsoft.com/office/officeart/2005/8/layout/cycle5"/>
    <dgm:cxn modelId="{3AA67717-EFD5-41A1-94BB-F5E277E40F69}" type="presParOf" srcId="{4EE075EB-561F-4BF8-A58C-42B993F98BAA}" destId="{1A81D403-6B5B-4D1C-B6EB-E8903DEA95B7}" srcOrd="4" destOrd="0" presId="urn:microsoft.com/office/officeart/2005/8/layout/cycle5"/>
    <dgm:cxn modelId="{7B9A63C7-536D-47DC-BD31-3C5964C40E35}" type="presParOf" srcId="{4EE075EB-561F-4BF8-A58C-42B993F98BAA}" destId="{D1D1A546-9E50-4222-A836-929CC993ED6E}" srcOrd="5" destOrd="0" presId="urn:microsoft.com/office/officeart/2005/8/layout/cycle5"/>
    <dgm:cxn modelId="{87B7ACF6-5369-45FB-A99E-C2D7BDA91C6D}" type="presParOf" srcId="{4EE075EB-561F-4BF8-A58C-42B993F98BAA}" destId="{DFC1D8A1-5A61-4299-9473-38BF89FA14BF}" srcOrd="6" destOrd="0" presId="urn:microsoft.com/office/officeart/2005/8/layout/cycle5"/>
    <dgm:cxn modelId="{E0E334BE-657D-46E5-B693-683CF4C2A7DF}" type="presParOf" srcId="{4EE075EB-561F-4BF8-A58C-42B993F98BAA}" destId="{8364D7E0-DCFA-414A-91B5-E5A43EDFB225}" srcOrd="7" destOrd="0" presId="urn:microsoft.com/office/officeart/2005/8/layout/cycle5"/>
    <dgm:cxn modelId="{2773057A-839F-4AA8-A15A-B9E7DA035435}" type="presParOf" srcId="{4EE075EB-561F-4BF8-A58C-42B993F98BAA}" destId="{049C03D8-8DB7-4FC2-8D0F-69C51D8153E8}" srcOrd="8" destOrd="0" presId="urn:microsoft.com/office/officeart/2005/8/layout/cycle5"/>
    <dgm:cxn modelId="{BF5663FF-36ED-4F68-ABE9-197A62056E22}" type="presParOf" srcId="{4EE075EB-561F-4BF8-A58C-42B993F98BAA}" destId="{257CC125-3475-423A-8276-2917E2CD3D58}" srcOrd="9" destOrd="0" presId="urn:microsoft.com/office/officeart/2005/8/layout/cycle5"/>
    <dgm:cxn modelId="{1CC8E60A-322F-4922-BCEE-D26BF553FF92}" type="presParOf" srcId="{4EE075EB-561F-4BF8-A58C-42B993F98BAA}" destId="{A4DF134A-86CC-4478-9999-EE0ADEB9FB63}" srcOrd="10" destOrd="0" presId="urn:microsoft.com/office/officeart/2005/8/layout/cycle5"/>
    <dgm:cxn modelId="{8F37164E-D073-4E71-983D-5020133AE16E}" type="presParOf" srcId="{4EE075EB-561F-4BF8-A58C-42B993F98BAA}" destId="{16DD248D-C3AF-4392-94C0-3243B351A792}" srcOrd="11" destOrd="0" presId="urn:microsoft.com/office/officeart/2005/8/layout/cycle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CAB1FD-4980-4C18-A12F-4D09AFE0E7B8}">
      <dsp:nvSpPr>
        <dsp:cNvPr id="0" name=""/>
        <dsp:cNvSpPr/>
      </dsp:nvSpPr>
      <dsp:spPr>
        <a:xfrm>
          <a:off x="871581" y="178"/>
          <a:ext cx="649597" cy="42223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glow rad="127000">
            <a:schemeClr val="accent3"/>
          </a:glow>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GB" sz="500" b="1" kern="1200" noProof="0" dirty="0"/>
            <a:t>Define &amp; Assess Situation</a:t>
          </a:r>
        </a:p>
      </dsp:txBody>
      <dsp:txXfrm>
        <a:off x="892193" y="20790"/>
        <a:ext cx="608373" cy="381014"/>
      </dsp:txXfrm>
    </dsp:sp>
    <dsp:sp modelId="{89F665E4-E2B3-4374-AF5B-44A95F3C83E9}">
      <dsp:nvSpPr>
        <dsp:cNvPr id="0" name=""/>
        <dsp:cNvSpPr/>
      </dsp:nvSpPr>
      <dsp:spPr>
        <a:xfrm>
          <a:off x="497717" y="211297"/>
          <a:ext cx="1397326" cy="1397326"/>
        </a:xfrm>
        <a:custGeom>
          <a:avLst/>
          <a:gdLst/>
          <a:ahLst/>
          <a:cxnLst/>
          <a:rect l="0" t="0" r="0" b="0"/>
          <a:pathLst>
            <a:path>
              <a:moveTo>
                <a:pt x="1113454" y="136454"/>
              </a:moveTo>
              <a:arcTo wR="698663" hR="698663" stAng="18385168" swAng="1636535"/>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496C6575-2757-4317-9508-BFF704E8AAE4}">
      <dsp:nvSpPr>
        <dsp:cNvPr id="0" name=""/>
        <dsp:cNvSpPr/>
      </dsp:nvSpPr>
      <dsp:spPr>
        <a:xfrm>
          <a:off x="1570245" y="698841"/>
          <a:ext cx="649597" cy="42223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glow rad="127000">
            <a:schemeClr val="accent3"/>
          </a:glow>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GB" sz="500" b="1" kern="1200" noProof="0" dirty="0"/>
            <a:t>Determine &amp; Initiate Actions</a:t>
          </a:r>
        </a:p>
      </dsp:txBody>
      <dsp:txXfrm>
        <a:off x="1590857" y="719453"/>
        <a:ext cx="608373" cy="381014"/>
      </dsp:txXfrm>
    </dsp:sp>
    <dsp:sp modelId="{D1D1A546-9E50-4222-A836-929CC993ED6E}">
      <dsp:nvSpPr>
        <dsp:cNvPr id="0" name=""/>
        <dsp:cNvSpPr/>
      </dsp:nvSpPr>
      <dsp:spPr>
        <a:xfrm>
          <a:off x="497717" y="211297"/>
          <a:ext cx="1397326" cy="1397326"/>
        </a:xfrm>
        <a:custGeom>
          <a:avLst/>
          <a:gdLst/>
          <a:ahLst/>
          <a:cxnLst/>
          <a:rect l="0" t="0" r="0" b="0"/>
          <a:pathLst>
            <a:path>
              <a:moveTo>
                <a:pt x="1324978" y="1008275"/>
              </a:moveTo>
              <a:arcTo wR="698663" hR="698663" stAng="1578298" swAng="1636535"/>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DFC1D8A1-5A61-4299-9473-38BF89FA14BF}">
      <dsp:nvSpPr>
        <dsp:cNvPr id="0" name=""/>
        <dsp:cNvSpPr/>
      </dsp:nvSpPr>
      <dsp:spPr>
        <a:xfrm>
          <a:off x="871581" y="1397505"/>
          <a:ext cx="649597" cy="42223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glow rad="127000">
            <a:schemeClr val="accent3"/>
          </a:glow>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GB" sz="500" b="1" kern="1200" noProof="0" dirty="0"/>
            <a:t>Communicate </a:t>
          </a:r>
        </a:p>
      </dsp:txBody>
      <dsp:txXfrm>
        <a:off x="892193" y="1418117"/>
        <a:ext cx="608373" cy="381014"/>
      </dsp:txXfrm>
    </dsp:sp>
    <dsp:sp modelId="{049C03D8-8DB7-4FC2-8D0F-69C51D8153E8}">
      <dsp:nvSpPr>
        <dsp:cNvPr id="0" name=""/>
        <dsp:cNvSpPr/>
      </dsp:nvSpPr>
      <dsp:spPr>
        <a:xfrm>
          <a:off x="497717" y="211297"/>
          <a:ext cx="1397326" cy="1397326"/>
        </a:xfrm>
        <a:custGeom>
          <a:avLst/>
          <a:gdLst/>
          <a:ahLst/>
          <a:cxnLst/>
          <a:rect l="0" t="0" r="0" b="0"/>
          <a:pathLst>
            <a:path>
              <a:moveTo>
                <a:pt x="283872" y="1260872"/>
              </a:moveTo>
              <a:arcTo wR="698663" hR="698663" stAng="7585168" swAng="1636535"/>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257CC125-3475-423A-8276-2917E2CD3D58}">
      <dsp:nvSpPr>
        <dsp:cNvPr id="0" name=""/>
        <dsp:cNvSpPr/>
      </dsp:nvSpPr>
      <dsp:spPr>
        <a:xfrm>
          <a:off x="172918" y="698841"/>
          <a:ext cx="649597" cy="42223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glow rad="127000">
            <a:schemeClr val="accent3"/>
          </a:glow>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GB" sz="500" b="1" kern="1200" noProof="0" dirty="0"/>
            <a:t>Monitor &amp; Report</a:t>
          </a:r>
        </a:p>
      </dsp:txBody>
      <dsp:txXfrm>
        <a:off x="193530" y="719453"/>
        <a:ext cx="608373" cy="381014"/>
      </dsp:txXfrm>
    </dsp:sp>
    <dsp:sp modelId="{16DD248D-C3AF-4392-94C0-3243B351A792}">
      <dsp:nvSpPr>
        <dsp:cNvPr id="0" name=""/>
        <dsp:cNvSpPr/>
      </dsp:nvSpPr>
      <dsp:spPr>
        <a:xfrm>
          <a:off x="497717" y="211297"/>
          <a:ext cx="1397326" cy="1397326"/>
        </a:xfrm>
        <a:custGeom>
          <a:avLst/>
          <a:gdLst/>
          <a:ahLst/>
          <a:cxnLst/>
          <a:rect l="0" t="0" r="0" b="0"/>
          <a:pathLst>
            <a:path>
              <a:moveTo>
                <a:pt x="72347" y="389051"/>
              </a:moveTo>
              <a:arcTo wR="698663" hR="698663" stAng="12378298" swAng="1636535"/>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35192A2E-7B03-D04A-AC77-7121298548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ontserrat Medium" pitchFamily="2" charset="77"/>
              </a:defRPr>
            </a:lvl1pPr>
          </a:lstStyle>
          <a:p>
            <a:pPr>
              <a:defRPr/>
            </a:pPr>
            <a:endParaRPr lang="it-IT" dirty="0"/>
          </a:p>
        </p:txBody>
      </p:sp>
      <p:sp>
        <p:nvSpPr>
          <p:cNvPr id="3" name="Segnaposto data 2">
            <a:extLst>
              <a:ext uri="{FF2B5EF4-FFF2-40B4-BE49-F238E27FC236}">
                <a16:creationId xmlns:a16="http://schemas.microsoft.com/office/drawing/2014/main" id="{82CEA613-9ADF-F54D-BAA4-06F96C99E0A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ontserrat Medium" pitchFamily="2" charset="77"/>
              </a:defRPr>
            </a:lvl1pPr>
          </a:lstStyle>
          <a:p>
            <a:pPr>
              <a:defRPr/>
            </a:pPr>
            <a:fld id="{903FC7FE-252D-5143-A21D-47B7E1BE1659}" type="datetimeFigureOut">
              <a:rPr lang="it-IT"/>
              <a:pPr>
                <a:defRPr/>
              </a:pPr>
              <a:t>13/07/2026</a:t>
            </a:fld>
            <a:endParaRPr lang="it-IT" dirty="0"/>
          </a:p>
        </p:txBody>
      </p:sp>
      <p:sp>
        <p:nvSpPr>
          <p:cNvPr id="4" name="Segnaposto piè di pagina 3">
            <a:extLst>
              <a:ext uri="{FF2B5EF4-FFF2-40B4-BE49-F238E27FC236}">
                <a16:creationId xmlns:a16="http://schemas.microsoft.com/office/drawing/2014/main" id="{C7B9A50E-B08D-0D45-A62D-102EBC4612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ontserrat Medium" pitchFamily="2" charset="77"/>
              </a:defRPr>
            </a:lvl1pPr>
          </a:lstStyle>
          <a:p>
            <a:pPr>
              <a:defRPr/>
            </a:pPr>
            <a:endParaRPr lang="it-IT" dirty="0"/>
          </a:p>
        </p:txBody>
      </p:sp>
      <p:sp>
        <p:nvSpPr>
          <p:cNvPr id="5" name="Segnaposto numero diapositiva 4">
            <a:extLst>
              <a:ext uri="{FF2B5EF4-FFF2-40B4-BE49-F238E27FC236}">
                <a16:creationId xmlns:a16="http://schemas.microsoft.com/office/drawing/2014/main" id="{C1882ED7-7CB3-DE48-A89F-2849D8C38C9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ontserrat Medium" pitchFamily="2" charset="77"/>
              </a:defRPr>
            </a:lvl1pPr>
          </a:lstStyle>
          <a:p>
            <a:pPr>
              <a:defRPr/>
            </a:pPr>
            <a:fld id="{57C1681C-E851-6B49-B24A-1D3D5D4DB005}" type="slidenum">
              <a:rPr lang="it-IT"/>
              <a:pPr>
                <a:defRPr/>
              </a:pPr>
              <a:t>‹#›</a:t>
            </a:fld>
            <a:endParaRPr lang="it-IT"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2:59:42.974"/>
    </inkml:context>
    <inkml:brush xml:id="br0">
      <inkml:brushProperty name="width" value="0.035" units="cm"/>
      <inkml:brushProperty name="height" value="0.035" units="cm"/>
      <inkml:brushProperty name="color" value="#E71224"/>
    </inkml:brush>
  </inkml:definitions>
  <inkml:trace contextRef="#ctx0" brushRef="#br0">0 385 23846,'0'-385'0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3:09:18.349"/>
    </inkml:context>
    <inkml:brush xml:id="br0">
      <inkml:brushProperty name="width" value="0.035" units="cm"/>
      <inkml:brushProperty name="height" value="0.035" units="cm"/>
      <inkml:brushProperty name="color" value="#E71224"/>
    </inkml:brush>
  </inkml:definitions>
  <inkml:trace contextRef="#ctx0" brushRef="#br0">0 350 23846,'0'-350'0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2:32:29.362"/>
    </inkml:context>
    <inkml:brush xml:id="br0">
      <inkml:brushProperty name="width" value="0.035" units="cm"/>
      <inkml:brushProperty name="height" value="0.035" units="cm"/>
      <inkml:brushProperty name="color" value="#E71224"/>
    </inkml:brush>
  </inkml:definitions>
  <inkml:trace contextRef="#ctx0" brushRef="#br0">0 1111 23846,'0'-1111'0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2:32:44.216"/>
    </inkml:context>
    <inkml:brush xml:id="br0">
      <inkml:brushProperty name="width" value="0.035" units="cm"/>
      <inkml:brushProperty name="height" value="0.035" units="cm"/>
      <inkml:brushProperty name="color" value="#E71224"/>
    </inkml:brush>
  </inkml:definitions>
  <inkml:trace contextRef="#ctx0" brushRef="#br0">0 1111 23846,'0'-1111'0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2:32:52.418"/>
    </inkml:context>
    <inkml:brush xml:id="br0">
      <inkml:brushProperty name="width" value="0.035" units="cm"/>
      <inkml:brushProperty name="height" value="0.035" units="cm"/>
      <inkml:brushProperty name="color" value="#E71224"/>
    </inkml:brush>
  </inkml:definitions>
  <inkml:trace contextRef="#ctx0" brushRef="#br0">0 777 23846,'0'-777'0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2:33:23.854"/>
    </inkml:context>
    <inkml:brush xml:id="br0">
      <inkml:brushProperty name="width" value="0.035" units="cm"/>
      <inkml:brushProperty name="height" value="0.035" units="cm"/>
      <inkml:brushProperty name="color" value="#E71224"/>
    </inkml:brush>
  </inkml:definitions>
  <inkml:trace contextRef="#ctx0" brushRef="#br0">0 777 23846,'0'-777'0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2:34:47.658"/>
    </inkml:context>
    <inkml:brush xml:id="br0">
      <inkml:brushProperty name="width" value="0.035" units="cm"/>
      <inkml:brushProperty name="height" value="0.035" units="cm"/>
      <inkml:brushProperty name="color" value="#E71224"/>
    </inkml:brush>
  </inkml:definitions>
  <inkml:trace contextRef="#ctx0" brushRef="#br0">1 0 24575,'1672'0'-1365,"-1653"0"-5461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2:35:01.842"/>
    </inkml:context>
    <inkml:brush xml:id="br0">
      <inkml:brushProperty name="width" value="0.035" units="cm"/>
      <inkml:brushProperty name="height" value="0.035" units="cm"/>
      <inkml:brushProperty name="color" value="#E71224"/>
    </inkml:brush>
  </inkml:definitions>
  <inkml:trace contextRef="#ctx0" brushRef="#br0">1 0 24575,'1672'0'-1365,"-1653"0"-5461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2:36:03.811"/>
    </inkml:context>
    <inkml:brush xml:id="br0">
      <inkml:brushProperty name="width" value="0.035" units="cm"/>
      <inkml:brushProperty name="height" value="0.035" units="cm"/>
      <inkml:brushProperty name="color" value="#E71224"/>
    </inkml:brush>
  </inkml:definitions>
  <inkml:trace contextRef="#ctx0" brushRef="#br0">1292 1293 24148,'-1292'-1292'0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2:36:37.518"/>
    </inkml:context>
    <inkml:brush xml:id="br0">
      <inkml:brushProperty name="width" value="0.035" units="cm"/>
      <inkml:brushProperty name="height" value="0.035" units="cm"/>
      <inkml:brushProperty name="color" value="#E71224"/>
    </inkml:brush>
  </inkml:definitions>
  <inkml:trace contextRef="#ctx0" brushRef="#br0">0 511 24266,'1761'-511'0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0:31:18.024"/>
    </inkml:context>
    <inkml:brush xml:id="br0">
      <inkml:brushProperty name="width" value="0.035" units="cm"/>
      <inkml:brushProperty name="height" value="0.035" units="cm"/>
      <inkml:brushProperty name="color" value="#E71224"/>
    </inkml:brush>
  </inkml:definitions>
  <inkml:trace contextRef="#ctx0" brushRef="#br0">0 1111 23846,'0'-1111'0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0:32:25.266"/>
    </inkml:context>
    <inkml:brush xml:id="br0">
      <inkml:brushProperty name="width" value="0.035" units="cm"/>
      <inkml:brushProperty name="height" value="0.035" units="cm"/>
      <inkml:brushProperty name="color" value="#E71224"/>
    </inkml:brush>
  </inkml:definitions>
  <inkml:trace contextRef="#ctx0" brushRef="#br0">0 1111 23846,'0'-1111'0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0:32:39.579"/>
    </inkml:context>
    <inkml:brush xml:id="br0">
      <inkml:brushProperty name="width" value="0.035" units="cm"/>
      <inkml:brushProperty name="height" value="0.035" units="cm"/>
      <inkml:brushProperty name="color" value="#E71224"/>
    </inkml:brush>
  </inkml:definitions>
  <inkml:trace contextRef="#ctx0" brushRef="#br0">0 2741 23846,'0'-2740'0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0:33:00.697"/>
    </inkml:context>
    <inkml:brush xml:id="br0">
      <inkml:brushProperty name="width" value="0.035" units="cm"/>
      <inkml:brushProperty name="height" value="0.035" units="cm"/>
      <inkml:brushProperty name="color" value="#E71224"/>
    </inkml:brush>
  </inkml:definitions>
  <inkml:trace contextRef="#ctx0" brushRef="#br0">0 2741 23846,'0'-2740'0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0:33:15.726"/>
    </inkml:context>
    <inkml:brush xml:id="br0">
      <inkml:brushProperty name="width" value="0.035" units="cm"/>
      <inkml:brushProperty name="height" value="0.035" units="cm"/>
      <inkml:brushProperty name="color" value="#E71224"/>
    </inkml:brush>
  </inkml:definitions>
  <inkml:trace contextRef="#ctx0" brushRef="#br0">0 1111 23846,'0'-1111'0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30T14:34:19.573"/>
    </inkml:context>
    <inkml:brush xml:id="br0">
      <inkml:brushProperty name="width" value="0.035" units="cm"/>
      <inkml:brushProperty name="height" value="0.035" units="cm"/>
      <inkml:brushProperty name="color" value="#E71224"/>
    </inkml:brush>
  </inkml:definitions>
  <inkml:trace contextRef="#ctx0" brushRef="#br0">1161 581 24521,'0'22'0,"-2"1"0,0 0 0,-1-1 0,-1 1 0,-1-1 0,-1 0 0,0 0 0,-2-1 0,0 1 0,-1-1 0,-1-1 0,-1 0 0,0 0 0,-2-1 0,0 0 0,0-1 0,-2 0 0,0-1 0,-1-1 0,0 0 0,-1-1 0,-1-1 0,0 0 0,-1-1 0,0-1 0,-1 0 0,0-1 0,0-1 0,-1-1 0,0-1 0,-1 0 0,0-2 0,0 0 0,0-1 0,0-1 0,-1-1 0,0-1 0,1 0 0,-1-2 0,0 0 0,0-2 0,1 0 0,-1-1 0,1-1 0,-1-1 0,1-1 0,0 0 0,1-2 0,0 0 0,0-1 0,0-1 0,1-1 0,1-1 0,-1 0 0,2-1 0,-1-1 0,2 0 0,0-1 0,0-1 0,2 0 0,-1-1 0,2-1 0,0 0 0,1-1 0,1 0 0,0-1 0,2 0 0,0 0 0,1-1 0,0-1 0,2 1 0,0-1 0,1 0 0,2 0 0,0-1 0,0 1 0,2-1 0,1 0 0,0 1 0,2-1 0,0 0 0,1 0 0,2 1 0,0-1 0,0 1 0,2 0 0,1 0 0,0 1 0,2-1 0,0 2 0,1-1 0,0 1 0,2 0 0,0 1 0,1 0 0,1 1 0,0 1 0,2 0 0,-1 0 0,2 1 0,0 1 0,0 1 0,2 0 0,-1 1 0,2 1 0,-1 0 0,1 1 0,1 2 0,0-1 0,0 2 0,0 1 0,1 0 0,0 1 0,1 1 0,-1 1 0,1 1 0,-1 1 0,1 1 0,0 0 0,0 2 0,-1 0 0,1 1 0,0 1 0,-1 1 0,0 1 0,0 1 0,0 1 0,0 0 0,-1 1 0,0 2 0,-1-1 0,0 2 0,0 1 0,-1 0 0,0 1 0,-1 1 0,0 0 0,-1 1 0,-1 1 0,0 1 0,-1 0 0,0 0 0,-2 1 0,0 1 0,0 0 0,-2 1 0,0 0 0,-1 1 0,-1-1 0,-1 2 0,0-1 0,-2 1 0,0 0 0,-1 0 0,-1 1 0,-1-1 0,-1 1 0,0 0 0,-2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30T14:36:23.704"/>
    </inkml:context>
    <inkml:brush xml:id="br0">
      <inkml:brushProperty name="width" value="0.035" units="cm"/>
      <inkml:brushProperty name="height" value="0.035" units="cm"/>
      <inkml:brushProperty name="color" value="#E71224"/>
    </inkml:brush>
  </inkml:definitions>
  <inkml:trace contextRef="#ctx0" brushRef="#br0">1161 581 24521,'0'22'0,"-2"1"0,0 0 0,-1-1 0,-1 1 0,-1-1 0,-1 0 0,0 0 0,-2-1 0,0 1 0,-1-1 0,-1-1 0,-1 0 0,0 0 0,-2-1 0,0 0 0,0-1 0,-2 0 0,0-1 0,-1-1 0,0 0 0,-1-1 0,-1-1 0,0 0 0,-1-1 0,0-1 0,-1 0 0,0-1 0,0-1 0,-1-1 0,0-1 0,-1 0 0,0-2 0,0 0 0,0-1 0,0-1 0,-1-1 0,0-1 0,1 0 0,-1-2 0,0 0 0,0-2 0,1 0 0,-1-1 0,1-1 0,-1-1 0,1-1 0,0 0 0,1-2 0,0 0 0,0-1 0,0-1 0,1-1 0,1-1 0,-1 0 0,2-1 0,-1-1 0,2 0 0,0-1 0,0-1 0,2 0 0,-1-1 0,2-1 0,0 0 0,1-1 0,1 0 0,0-1 0,2 0 0,0 0 0,1-1 0,0-1 0,2 1 0,0-1 0,1 0 0,2 0 0,0-1 0,0 1 0,2-1 0,1 0 0,0 1 0,2-1 0,0 0 0,1 0 0,2 1 0,0-1 0,0 1 0,2 0 0,1 0 0,0 1 0,2-1 0,0 2 0,1-1 0,0 1 0,2 0 0,0 1 0,1 0 0,1 1 0,0 1 0,2 0 0,-1 0 0,2 1 0,0 1 0,0 1 0,2 0 0,-1 1 0,2 1 0,-1 0 0,1 1 0,1 2 0,0-1 0,0 2 0,0 1 0,1 0 0,0 1 0,1 1 0,-1 1 0,1 1 0,-1 1 0,1 1 0,0 0 0,0 2 0,-1 0 0,1 1 0,0 1 0,-1 1 0,0 1 0,0 1 0,0 1 0,0 0 0,-1 1 0,0 2 0,-1-1 0,0 2 0,0 1 0,-1 0 0,0 1 0,-1 1 0,0 0 0,-1 1 0,-1 1 0,0 1 0,-1 0 0,0 0 0,-2 1 0,0 1 0,0 0 0,-2 1 0,0 0 0,-1 1 0,-1-1 0,-1 2 0,0-1 0,-2 1 0,0 0 0,-1 0 0,-1 1 0,-1-1 0,-1 1 0,0 0 0,-2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8C57B2BE-8AE1-A440-9CAF-4FC62EA2464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b="0" i="0">
                <a:latin typeface="Montserrat Medium" pitchFamily="2" charset="77"/>
              </a:defRPr>
            </a:lvl1pPr>
          </a:lstStyle>
          <a:p>
            <a:pPr>
              <a:defRPr/>
            </a:pPr>
            <a:endParaRPr lang="it-IT" dirty="0"/>
          </a:p>
        </p:txBody>
      </p:sp>
      <p:sp>
        <p:nvSpPr>
          <p:cNvPr id="3" name="Segnaposto data 2">
            <a:extLst>
              <a:ext uri="{FF2B5EF4-FFF2-40B4-BE49-F238E27FC236}">
                <a16:creationId xmlns:a16="http://schemas.microsoft.com/office/drawing/2014/main" id="{794A0E54-3832-E74D-B0AE-A812468F303F}"/>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b="0" i="0">
                <a:latin typeface="Montserrat Medium" pitchFamily="2" charset="77"/>
              </a:defRPr>
            </a:lvl1pPr>
          </a:lstStyle>
          <a:p>
            <a:pPr>
              <a:defRPr/>
            </a:pPr>
            <a:fld id="{9E9479ED-9E75-F644-B004-51F8CAD37EE0}" type="datetimeFigureOut">
              <a:rPr lang="it-IT"/>
              <a:pPr>
                <a:defRPr/>
              </a:pPr>
              <a:t>13/07/2026</a:t>
            </a:fld>
            <a:endParaRPr lang="it-IT" dirty="0"/>
          </a:p>
        </p:txBody>
      </p:sp>
      <p:sp>
        <p:nvSpPr>
          <p:cNvPr id="4" name="Segnaposto immagine diapositiva 3">
            <a:extLst>
              <a:ext uri="{FF2B5EF4-FFF2-40B4-BE49-F238E27FC236}">
                <a16:creationId xmlns:a16="http://schemas.microsoft.com/office/drawing/2014/main" id="{5FC28909-520E-C040-AF04-8B7A06D3B01B}"/>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it-IT" noProof="0" dirty="0"/>
          </a:p>
        </p:txBody>
      </p:sp>
      <p:sp>
        <p:nvSpPr>
          <p:cNvPr id="5" name="Segnaposto note 4">
            <a:extLst>
              <a:ext uri="{FF2B5EF4-FFF2-40B4-BE49-F238E27FC236}">
                <a16:creationId xmlns:a16="http://schemas.microsoft.com/office/drawing/2014/main" id="{F01B3513-3328-F84F-92BC-F1A3ED45627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noProof="0" dirty="0"/>
              <a:t>Fare clic per modificare gli stili del testo dello schema</a:t>
            </a:r>
          </a:p>
          <a:p>
            <a:pPr lvl="1"/>
            <a:r>
              <a:rPr lang="it-IT" noProof="0" dirty="0"/>
              <a:t>Secondo livello</a:t>
            </a:r>
          </a:p>
          <a:p>
            <a:pPr lvl="2"/>
            <a:r>
              <a:rPr lang="it-IT" noProof="0" dirty="0"/>
              <a:t>Terzo livello</a:t>
            </a:r>
          </a:p>
          <a:p>
            <a:pPr lvl="3"/>
            <a:r>
              <a:rPr lang="it-IT" noProof="0" dirty="0"/>
              <a:t>Quarto livello</a:t>
            </a:r>
          </a:p>
          <a:p>
            <a:pPr lvl="4"/>
            <a:r>
              <a:rPr lang="it-IT" noProof="0" dirty="0"/>
              <a:t>Quinto livello</a:t>
            </a:r>
          </a:p>
        </p:txBody>
      </p:sp>
      <p:sp>
        <p:nvSpPr>
          <p:cNvPr id="6" name="Segnaposto piè di pagina 5">
            <a:extLst>
              <a:ext uri="{FF2B5EF4-FFF2-40B4-BE49-F238E27FC236}">
                <a16:creationId xmlns:a16="http://schemas.microsoft.com/office/drawing/2014/main" id="{7A328447-5EC9-B44E-AD9A-B6988ECB4299}"/>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b="0" i="0">
                <a:latin typeface="Montserrat Medium" pitchFamily="2" charset="77"/>
              </a:defRPr>
            </a:lvl1pPr>
          </a:lstStyle>
          <a:p>
            <a:pPr>
              <a:defRPr/>
            </a:pPr>
            <a:endParaRPr lang="it-IT" dirty="0"/>
          </a:p>
        </p:txBody>
      </p:sp>
      <p:sp>
        <p:nvSpPr>
          <p:cNvPr id="7" name="Segnaposto numero diapositiva 6">
            <a:extLst>
              <a:ext uri="{FF2B5EF4-FFF2-40B4-BE49-F238E27FC236}">
                <a16:creationId xmlns:a16="http://schemas.microsoft.com/office/drawing/2014/main" id="{5F24DDB7-E3E7-8145-A76F-CF0FF843BB42}"/>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b="0" i="0">
                <a:latin typeface="Montserrat Medium" pitchFamily="2" charset="77"/>
              </a:defRPr>
            </a:lvl1pPr>
          </a:lstStyle>
          <a:p>
            <a:pPr>
              <a:defRPr/>
            </a:pPr>
            <a:fld id="{9D8371CD-2A07-BE42-9985-88450FD92ECB}" type="slidenum">
              <a:rPr lang="it-IT"/>
              <a:pPr>
                <a:defRPr/>
              </a:pPr>
              <a:t>‹#›</a:t>
            </a:fld>
            <a:endParaRPr lang="it-IT"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ontserrat Medium" pitchFamily="2" charset="77"/>
        <a:ea typeface="+mn-ea"/>
        <a:cs typeface="+mn-cs"/>
      </a:defRPr>
    </a:lvl1pPr>
    <a:lvl2pPr marL="457200" algn="l" rtl="0" eaLnBrk="0" fontAlgn="base" hangingPunct="0">
      <a:spcBef>
        <a:spcPct val="30000"/>
      </a:spcBef>
      <a:spcAft>
        <a:spcPct val="0"/>
      </a:spcAft>
      <a:defRPr sz="1200" kern="1200">
        <a:solidFill>
          <a:schemeClr val="tx1"/>
        </a:solidFill>
        <a:latin typeface="Montserrat Medium" pitchFamily="2" charset="77"/>
        <a:ea typeface="+mn-ea"/>
        <a:cs typeface="+mn-cs"/>
      </a:defRPr>
    </a:lvl2pPr>
    <a:lvl3pPr marL="914400" algn="l" rtl="0" eaLnBrk="0" fontAlgn="base" hangingPunct="0">
      <a:spcBef>
        <a:spcPct val="30000"/>
      </a:spcBef>
      <a:spcAft>
        <a:spcPct val="0"/>
      </a:spcAft>
      <a:defRPr sz="1200" kern="1200">
        <a:solidFill>
          <a:schemeClr val="tx1"/>
        </a:solidFill>
        <a:latin typeface="Montserrat Medium" pitchFamily="2" charset="77"/>
        <a:ea typeface="+mn-ea"/>
        <a:cs typeface="+mn-cs"/>
      </a:defRPr>
    </a:lvl3pPr>
    <a:lvl4pPr marL="1371600" algn="l" rtl="0" eaLnBrk="0" fontAlgn="base" hangingPunct="0">
      <a:spcBef>
        <a:spcPct val="30000"/>
      </a:spcBef>
      <a:spcAft>
        <a:spcPct val="0"/>
      </a:spcAft>
      <a:defRPr sz="1200" kern="1200">
        <a:solidFill>
          <a:schemeClr val="tx1"/>
        </a:solidFill>
        <a:latin typeface="Montserrat Medium" pitchFamily="2" charset="77"/>
        <a:ea typeface="+mn-ea"/>
        <a:cs typeface="+mn-cs"/>
      </a:defRPr>
    </a:lvl4pPr>
    <a:lvl5pPr marL="1828800" algn="l" rtl="0" eaLnBrk="0" fontAlgn="base" hangingPunct="0">
      <a:spcBef>
        <a:spcPct val="30000"/>
      </a:spcBef>
      <a:spcAft>
        <a:spcPct val="0"/>
      </a:spcAft>
      <a:defRPr sz="1200" kern="1200">
        <a:solidFill>
          <a:schemeClr val="tx1"/>
        </a:solidFill>
        <a:latin typeface="Montserrat Medium" pitchFamily="2" charset="7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a:defRPr/>
            </a:pPr>
            <a:fld id="{9D8371CD-2A07-BE42-9985-88450FD92ECB}" type="slidenum">
              <a:rPr lang="it-IT" smtClean="0"/>
              <a:pPr>
                <a:defRPr/>
              </a:pPr>
              <a:t>2</a:t>
            </a:fld>
            <a:endParaRPr lang="it-IT" dirty="0"/>
          </a:p>
        </p:txBody>
      </p:sp>
    </p:spTree>
    <p:extLst>
      <p:ext uri="{BB962C8B-B14F-4D97-AF65-F5344CB8AC3E}">
        <p14:creationId xmlns:p14="http://schemas.microsoft.com/office/powerpoint/2010/main" val="785718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a:defRPr/>
            </a:pPr>
            <a:fld id="{9D8371CD-2A07-BE42-9985-88450FD92ECB}" type="slidenum">
              <a:rPr lang="it-IT" smtClean="0"/>
              <a:pPr>
                <a:defRPr/>
              </a:pPr>
              <a:t>3</a:t>
            </a:fld>
            <a:endParaRPr lang="it-IT" dirty="0"/>
          </a:p>
        </p:txBody>
      </p:sp>
    </p:spTree>
    <p:extLst>
      <p:ext uri="{BB962C8B-B14F-4D97-AF65-F5344CB8AC3E}">
        <p14:creationId xmlns:p14="http://schemas.microsoft.com/office/powerpoint/2010/main" val="1530478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a:defRPr/>
            </a:pPr>
            <a:fld id="{9D8371CD-2A07-BE42-9985-88450FD92ECB}" type="slidenum">
              <a:rPr lang="it-IT" smtClean="0"/>
              <a:pPr>
                <a:defRPr/>
              </a:pPr>
              <a:t>4</a:t>
            </a:fld>
            <a:endParaRPr lang="it-IT" dirty="0"/>
          </a:p>
        </p:txBody>
      </p:sp>
    </p:spTree>
    <p:extLst>
      <p:ext uri="{BB962C8B-B14F-4D97-AF65-F5344CB8AC3E}">
        <p14:creationId xmlns:p14="http://schemas.microsoft.com/office/powerpoint/2010/main" val="3987105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a:defRPr/>
            </a:pPr>
            <a:fld id="{9D8371CD-2A07-BE42-9985-88450FD92ECB}" type="slidenum">
              <a:rPr lang="it-IT" smtClean="0"/>
              <a:pPr>
                <a:defRPr/>
              </a:pPr>
              <a:t>5</a:t>
            </a:fld>
            <a:endParaRPr lang="it-IT" dirty="0"/>
          </a:p>
        </p:txBody>
      </p:sp>
    </p:spTree>
    <p:extLst>
      <p:ext uri="{BB962C8B-B14F-4D97-AF65-F5344CB8AC3E}">
        <p14:creationId xmlns:p14="http://schemas.microsoft.com/office/powerpoint/2010/main" val="23377448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a:defRPr/>
            </a:pPr>
            <a:fld id="{9D8371CD-2A07-BE42-9985-88450FD92ECB}" type="slidenum">
              <a:rPr lang="it-IT" smtClean="0"/>
              <a:pPr>
                <a:defRPr/>
              </a:pPr>
              <a:t>7</a:t>
            </a:fld>
            <a:endParaRPr lang="it-IT" dirty="0"/>
          </a:p>
        </p:txBody>
      </p:sp>
    </p:spTree>
    <p:extLst>
      <p:ext uri="{BB962C8B-B14F-4D97-AF65-F5344CB8AC3E}">
        <p14:creationId xmlns:p14="http://schemas.microsoft.com/office/powerpoint/2010/main" val="2144170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F1C3B-9EAA-5851-C1C6-161AECC189A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7134CA2-9A1C-9E6A-03D6-83B89B861B0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B9ED1F7-0DAF-BE09-5D91-34DAC6A7439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F54F579-51C3-4741-AE1F-B96E09BF5B48}"/>
              </a:ext>
            </a:extLst>
          </p:cNvPr>
          <p:cNvSpPr>
            <a:spLocks noGrp="1"/>
          </p:cNvSpPr>
          <p:nvPr>
            <p:ph type="sldNum" sz="quarter" idx="5"/>
          </p:nvPr>
        </p:nvSpPr>
        <p:spPr/>
        <p:txBody>
          <a:bodyPr/>
          <a:lstStyle/>
          <a:p>
            <a:pPr>
              <a:defRPr/>
            </a:pPr>
            <a:fld id="{9D8371CD-2A07-BE42-9985-88450FD92ECB}" type="slidenum">
              <a:rPr lang="it-IT" smtClean="0"/>
              <a:pPr>
                <a:defRPr/>
              </a:pPr>
              <a:t>8</a:t>
            </a:fld>
            <a:endParaRPr lang="it-IT" dirty="0"/>
          </a:p>
        </p:txBody>
      </p:sp>
    </p:spTree>
    <p:extLst>
      <p:ext uri="{BB962C8B-B14F-4D97-AF65-F5344CB8AC3E}">
        <p14:creationId xmlns:p14="http://schemas.microsoft.com/office/powerpoint/2010/main" val="38096012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733E0-C4BF-402A-B344-A3F998542E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DE8C729-C21E-DFD5-33D3-793F76AA129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3D4C3F9-B4FF-69C7-3E4F-8596EAA4CC0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3029FF0-560F-6C00-AF41-586627F63B65}"/>
              </a:ext>
            </a:extLst>
          </p:cNvPr>
          <p:cNvSpPr>
            <a:spLocks noGrp="1"/>
          </p:cNvSpPr>
          <p:nvPr>
            <p:ph type="sldNum" sz="quarter" idx="5"/>
          </p:nvPr>
        </p:nvSpPr>
        <p:spPr/>
        <p:txBody>
          <a:bodyPr/>
          <a:lstStyle/>
          <a:p>
            <a:pPr>
              <a:defRPr/>
            </a:pPr>
            <a:fld id="{9D8371CD-2A07-BE42-9985-88450FD92ECB}" type="slidenum">
              <a:rPr lang="it-IT" smtClean="0"/>
              <a:pPr>
                <a:defRPr/>
              </a:pPr>
              <a:t>9</a:t>
            </a:fld>
            <a:endParaRPr lang="it-IT" dirty="0"/>
          </a:p>
        </p:txBody>
      </p:sp>
    </p:spTree>
    <p:extLst>
      <p:ext uri="{BB962C8B-B14F-4D97-AF65-F5344CB8AC3E}">
        <p14:creationId xmlns:p14="http://schemas.microsoft.com/office/powerpoint/2010/main" val="172575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BCBF7-0E6A-C7C4-451E-488D4522E0D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9A1987D-5282-472A-95AD-A6889ADDDE1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E47B7F3-678E-DD94-AB40-86368AFB570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3E78074-BC09-3BA6-0E73-83F48421A69A}"/>
              </a:ext>
            </a:extLst>
          </p:cNvPr>
          <p:cNvSpPr>
            <a:spLocks noGrp="1"/>
          </p:cNvSpPr>
          <p:nvPr>
            <p:ph type="sldNum" sz="quarter" idx="5"/>
          </p:nvPr>
        </p:nvSpPr>
        <p:spPr/>
        <p:txBody>
          <a:bodyPr/>
          <a:lstStyle/>
          <a:p>
            <a:pPr>
              <a:defRPr/>
            </a:pPr>
            <a:fld id="{9D8371CD-2A07-BE42-9985-88450FD92ECB}" type="slidenum">
              <a:rPr lang="it-IT" smtClean="0"/>
              <a:pPr>
                <a:defRPr/>
              </a:pPr>
              <a:t>10</a:t>
            </a:fld>
            <a:endParaRPr lang="it-IT" dirty="0"/>
          </a:p>
        </p:txBody>
      </p:sp>
    </p:spTree>
    <p:extLst>
      <p:ext uri="{BB962C8B-B14F-4D97-AF65-F5344CB8AC3E}">
        <p14:creationId xmlns:p14="http://schemas.microsoft.com/office/powerpoint/2010/main" val="3291081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88A8A-B1B3-97CD-E744-C0DC1E0A824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50E0BBB-9FCF-8E0C-9D1C-29FA210A5DD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26DE96C-AB0A-AA20-DB83-A147F9E6F08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1B312FD-994B-5A71-567C-ABABBB167B74}"/>
              </a:ext>
            </a:extLst>
          </p:cNvPr>
          <p:cNvSpPr>
            <a:spLocks noGrp="1"/>
          </p:cNvSpPr>
          <p:nvPr>
            <p:ph type="sldNum" sz="quarter" idx="5"/>
          </p:nvPr>
        </p:nvSpPr>
        <p:spPr/>
        <p:txBody>
          <a:bodyPr/>
          <a:lstStyle/>
          <a:p>
            <a:pPr>
              <a:defRPr/>
            </a:pPr>
            <a:fld id="{9D8371CD-2A07-BE42-9985-88450FD92ECB}" type="slidenum">
              <a:rPr lang="it-IT" smtClean="0"/>
              <a:pPr>
                <a:defRPr/>
              </a:pPr>
              <a:t>11</a:t>
            </a:fld>
            <a:endParaRPr lang="it-IT" dirty="0"/>
          </a:p>
        </p:txBody>
      </p:sp>
    </p:spTree>
    <p:extLst>
      <p:ext uri="{BB962C8B-B14F-4D97-AF65-F5344CB8AC3E}">
        <p14:creationId xmlns:p14="http://schemas.microsoft.com/office/powerpoint/2010/main" val="3342549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a:defRPr/>
            </a:pPr>
            <a:fld id="{9D8371CD-2A07-BE42-9985-88450FD92ECB}" type="slidenum">
              <a:rPr lang="it-IT" smtClean="0"/>
              <a:pPr>
                <a:defRPr/>
              </a:pPr>
              <a:t>12</a:t>
            </a:fld>
            <a:endParaRPr lang="it-IT" dirty="0"/>
          </a:p>
        </p:txBody>
      </p:sp>
    </p:spTree>
    <p:extLst>
      <p:ext uri="{BB962C8B-B14F-4D97-AF65-F5344CB8AC3E}">
        <p14:creationId xmlns:p14="http://schemas.microsoft.com/office/powerpoint/2010/main" val="371062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a:defRPr/>
            </a:pPr>
            <a:fld id="{9D8371CD-2A07-BE42-9985-88450FD92ECB}" type="slidenum">
              <a:rPr lang="it-IT" smtClean="0"/>
              <a:pPr>
                <a:defRPr/>
              </a:pPr>
              <a:t>13</a:t>
            </a:fld>
            <a:endParaRPr lang="it-IT" dirty="0"/>
          </a:p>
        </p:txBody>
      </p:sp>
    </p:spTree>
    <p:extLst>
      <p:ext uri="{BB962C8B-B14F-4D97-AF65-F5344CB8AC3E}">
        <p14:creationId xmlns:p14="http://schemas.microsoft.com/office/powerpoint/2010/main" val="26194604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a:defRPr/>
            </a:pPr>
            <a:fld id="{9D8371CD-2A07-BE42-9985-88450FD92ECB}" type="slidenum">
              <a:rPr lang="it-IT" smtClean="0"/>
              <a:pPr>
                <a:defRPr/>
              </a:pPr>
              <a:t>14</a:t>
            </a:fld>
            <a:endParaRPr lang="it-IT" dirty="0"/>
          </a:p>
        </p:txBody>
      </p:sp>
    </p:spTree>
    <p:extLst>
      <p:ext uri="{BB962C8B-B14F-4D97-AF65-F5344CB8AC3E}">
        <p14:creationId xmlns:p14="http://schemas.microsoft.com/office/powerpoint/2010/main" val="23964169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2192A-2F2D-D267-C3BB-313F23E9A3B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5139186-86C4-A734-EA7F-AA8797664A9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6B2792B-435B-A794-14FB-12CB7196AEA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7985082-793B-1697-3823-9828913F0928}"/>
              </a:ext>
            </a:extLst>
          </p:cNvPr>
          <p:cNvSpPr>
            <a:spLocks noGrp="1"/>
          </p:cNvSpPr>
          <p:nvPr>
            <p:ph type="sldNum" sz="quarter" idx="5"/>
          </p:nvPr>
        </p:nvSpPr>
        <p:spPr/>
        <p:txBody>
          <a:bodyPr/>
          <a:lstStyle/>
          <a:p>
            <a:pPr>
              <a:defRPr/>
            </a:pPr>
            <a:fld id="{9D8371CD-2A07-BE42-9985-88450FD92ECB}" type="slidenum">
              <a:rPr lang="it-IT" smtClean="0"/>
              <a:pPr>
                <a:defRPr/>
              </a:pPr>
              <a:t>15</a:t>
            </a:fld>
            <a:endParaRPr lang="it-IT" dirty="0"/>
          </a:p>
        </p:txBody>
      </p:sp>
    </p:spTree>
    <p:extLst>
      <p:ext uri="{BB962C8B-B14F-4D97-AF65-F5344CB8AC3E}">
        <p14:creationId xmlns:p14="http://schemas.microsoft.com/office/powerpoint/2010/main" val="17037219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a:defRPr/>
            </a:pPr>
            <a:fld id="{9D8371CD-2A07-BE42-9985-88450FD92ECB}" type="slidenum">
              <a:rPr lang="it-IT" smtClean="0"/>
              <a:pPr>
                <a:defRPr/>
              </a:pPr>
              <a:t>16</a:t>
            </a:fld>
            <a:endParaRPr lang="it-IT" dirty="0"/>
          </a:p>
        </p:txBody>
      </p:sp>
    </p:spTree>
    <p:extLst>
      <p:ext uri="{BB962C8B-B14F-4D97-AF65-F5344CB8AC3E}">
        <p14:creationId xmlns:p14="http://schemas.microsoft.com/office/powerpoint/2010/main" val="14866641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a:defRPr/>
            </a:pPr>
            <a:fld id="{9D8371CD-2A07-BE42-9985-88450FD92ECB}" type="slidenum">
              <a:rPr lang="it-IT" smtClean="0"/>
              <a:pPr>
                <a:defRPr/>
              </a:pPr>
              <a:t>17</a:t>
            </a:fld>
            <a:endParaRPr lang="it-IT" dirty="0"/>
          </a:p>
        </p:txBody>
      </p:sp>
    </p:spTree>
    <p:extLst>
      <p:ext uri="{BB962C8B-B14F-4D97-AF65-F5344CB8AC3E}">
        <p14:creationId xmlns:p14="http://schemas.microsoft.com/office/powerpoint/2010/main" val="13084940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a:defRPr/>
            </a:pPr>
            <a:fld id="{9D8371CD-2A07-BE42-9985-88450FD92ECB}" type="slidenum">
              <a:rPr lang="it-IT" smtClean="0"/>
              <a:pPr>
                <a:defRPr/>
              </a:pPr>
              <a:t>18</a:t>
            </a:fld>
            <a:endParaRPr lang="it-IT" dirty="0"/>
          </a:p>
        </p:txBody>
      </p:sp>
    </p:spTree>
    <p:extLst>
      <p:ext uri="{BB962C8B-B14F-4D97-AF65-F5344CB8AC3E}">
        <p14:creationId xmlns:p14="http://schemas.microsoft.com/office/powerpoint/2010/main" val="7932322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a:defRPr/>
            </a:pPr>
            <a:fld id="{9D8371CD-2A07-BE42-9985-88450FD92ECB}" type="slidenum">
              <a:rPr lang="it-IT" smtClean="0"/>
              <a:pPr>
                <a:defRPr/>
              </a:pPr>
              <a:t>21</a:t>
            </a:fld>
            <a:endParaRPr lang="it-IT" dirty="0"/>
          </a:p>
        </p:txBody>
      </p:sp>
    </p:spTree>
    <p:extLst>
      <p:ext uri="{BB962C8B-B14F-4D97-AF65-F5344CB8AC3E}">
        <p14:creationId xmlns:p14="http://schemas.microsoft.com/office/powerpoint/2010/main" val="27314818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a:defRPr/>
            </a:pPr>
            <a:fld id="{9D8371CD-2A07-BE42-9985-88450FD92ECB}" type="slidenum">
              <a:rPr lang="it-IT" smtClean="0"/>
              <a:pPr>
                <a:defRPr/>
              </a:pPr>
              <a:t>22</a:t>
            </a:fld>
            <a:endParaRPr lang="it-IT" dirty="0"/>
          </a:p>
        </p:txBody>
      </p:sp>
    </p:spTree>
    <p:extLst>
      <p:ext uri="{BB962C8B-B14F-4D97-AF65-F5344CB8AC3E}">
        <p14:creationId xmlns:p14="http://schemas.microsoft.com/office/powerpoint/2010/main" val="1678795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a:defRPr/>
            </a:pPr>
            <a:fld id="{9D8371CD-2A07-BE42-9985-88450FD92ECB}" type="slidenum">
              <a:rPr lang="it-IT" smtClean="0"/>
              <a:pPr>
                <a:defRPr/>
              </a:pPr>
              <a:t>23</a:t>
            </a:fld>
            <a:endParaRPr lang="it-IT" dirty="0"/>
          </a:p>
        </p:txBody>
      </p:sp>
    </p:spTree>
    <p:extLst>
      <p:ext uri="{BB962C8B-B14F-4D97-AF65-F5344CB8AC3E}">
        <p14:creationId xmlns:p14="http://schemas.microsoft.com/office/powerpoint/2010/main" val="39742897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2.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Master" Target="../slideMasters/slideMaster2.xml"/><Relationship Id="rId5" Type="http://schemas.openxmlformats.org/officeDocument/2006/relationships/image" Target="../media/image14.png"/><Relationship Id="rId4"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Master" Target="../slideMasters/slideMaster2.xml"/><Relationship Id="rId5" Type="http://schemas.openxmlformats.org/officeDocument/2006/relationships/image" Target="../media/image15.png"/><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Master" Target="../slideMasters/slideMaster2.xml"/><Relationship Id="rId5" Type="http://schemas.openxmlformats.org/officeDocument/2006/relationships/image" Target="../media/image16.png"/><Relationship Id="rId4"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Master" Target="../slideMasters/slideMaster2.xml"/><Relationship Id="rId5" Type="http://schemas.openxmlformats.org/officeDocument/2006/relationships/image" Target="../media/image17.png"/><Relationship Id="rId4"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Master" Target="../slideMasters/slideMaster2.xml"/><Relationship Id="rId5" Type="http://schemas.openxmlformats.org/officeDocument/2006/relationships/image" Target="../media/image18.jpeg"/><Relationship Id="rId4"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Master" Target="../slideMasters/slideMaster2.xml"/><Relationship Id="rId5" Type="http://schemas.openxmlformats.org/officeDocument/2006/relationships/image" Target="../media/image19.png"/><Relationship Id="rId4"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Master" Target="../slideMasters/slideMaster2.xml"/><Relationship Id="rId5" Type="http://schemas.openxmlformats.org/officeDocument/2006/relationships/image" Target="../media/image20.png"/><Relationship Id="rId4"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Master" Target="../slideMasters/slideMaster2.xml"/><Relationship Id="rId5" Type="http://schemas.openxmlformats.org/officeDocument/2006/relationships/image" Target="../media/image21.png"/><Relationship Id="rId4"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rt Cover, Title + Photo">
    <p:spTree>
      <p:nvGrpSpPr>
        <p:cNvPr id="1" name=""/>
        <p:cNvGrpSpPr/>
        <p:nvPr/>
      </p:nvGrpSpPr>
      <p:grpSpPr>
        <a:xfrm>
          <a:off x="0" y="0"/>
          <a:ext cx="0" cy="0"/>
          <a:chOff x="0" y="0"/>
          <a:chExt cx="0" cy="0"/>
        </a:xfrm>
      </p:grpSpPr>
      <p:pic>
        <p:nvPicPr>
          <p:cNvPr id="7" name="Immagine 3">
            <a:extLst>
              <a:ext uri="{FF2B5EF4-FFF2-40B4-BE49-F238E27FC236}">
                <a16:creationId xmlns:a16="http://schemas.microsoft.com/office/drawing/2014/main" id="{EE51CF94-0726-884A-865D-A17D58D84F95}"/>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0101263" y="265113"/>
            <a:ext cx="1506537"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olo 1"/>
          <p:cNvSpPr>
            <a:spLocks noGrp="1"/>
          </p:cNvSpPr>
          <p:nvPr>
            <p:ph type="ctrTitle"/>
          </p:nvPr>
        </p:nvSpPr>
        <p:spPr>
          <a:xfrm>
            <a:off x="314960" y="2722879"/>
            <a:ext cx="9144000" cy="1112203"/>
          </a:xfrm>
          <a:prstGeom prst="rect">
            <a:avLst/>
          </a:prstGeom>
        </p:spPr>
        <p:txBody>
          <a:bodyPr anchor="b">
            <a:normAutofit/>
          </a:bodyPr>
          <a:lstStyle>
            <a:lvl1pPr algn="l">
              <a:defRPr sz="3600" b="1" i="0">
                <a:solidFill>
                  <a:schemeClr val="bg1"/>
                </a:solidFill>
                <a:latin typeface="Montserrat" pitchFamily="2" charset="77"/>
              </a:defRPr>
            </a:lvl1pPr>
          </a:lstStyle>
          <a:p>
            <a:r>
              <a:rPr lang="en-US"/>
              <a:t>Click to edit Master title style</a:t>
            </a:r>
            <a:endParaRPr lang="it-IT" dirty="0"/>
          </a:p>
        </p:txBody>
      </p:sp>
      <p:sp>
        <p:nvSpPr>
          <p:cNvPr id="3" name="Sottotitolo 2"/>
          <p:cNvSpPr>
            <a:spLocks noGrp="1"/>
          </p:cNvSpPr>
          <p:nvPr>
            <p:ph type="subTitle" idx="1"/>
          </p:nvPr>
        </p:nvSpPr>
        <p:spPr>
          <a:xfrm>
            <a:off x="314960" y="3927158"/>
            <a:ext cx="2661920" cy="1223962"/>
          </a:xfrm>
          <a:prstGeom prst="rect">
            <a:avLst/>
          </a:prstGeom>
        </p:spPr>
        <p:txBody>
          <a:bodyPr>
            <a:normAutofit/>
          </a:bodyPr>
          <a:lstStyle>
            <a:lvl1pPr marL="0" indent="0" algn="l">
              <a:buNone/>
              <a:defRPr sz="1600" b="0" i="0">
                <a:solidFill>
                  <a:schemeClr val="bg1"/>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it-IT" dirty="0"/>
          </a:p>
        </p:txBody>
      </p:sp>
      <p:pic>
        <p:nvPicPr>
          <p:cNvPr id="5" name="Immagine 4">
            <a:extLst>
              <a:ext uri="{FF2B5EF4-FFF2-40B4-BE49-F238E27FC236}">
                <a16:creationId xmlns:a16="http://schemas.microsoft.com/office/drawing/2014/main" id="{A890709B-2BEB-4387-8D51-1141ADCB6953}"/>
              </a:ext>
            </a:extLst>
          </p:cNvPr>
          <p:cNvPicPr>
            <a:picLocks noChangeAspect="1"/>
          </p:cNvPicPr>
          <p:nvPr userDrawn="1"/>
        </p:nvPicPr>
        <p:blipFill>
          <a:blip r:embed="rId3"/>
          <a:stretch>
            <a:fillRect/>
          </a:stretch>
        </p:blipFill>
        <p:spPr>
          <a:xfrm>
            <a:off x="5800" y="517418"/>
            <a:ext cx="8801100" cy="6340582"/>
          </a:xfrm>
          <a:prstGeom prst="rect">
            <a:avLst/>
          </a:prstGeom>
        </p:spPr>
      </p:pic>
      <p:sp>
        <p:nvSpPr>
          <p:cNvPr id="6" name="Rettangolo 5">
            <a:extLst>
              <a:ext uri="{FF2B5EF4-FFF2-40B4-BE49-F238E27FC236}">
                <a16:creationId xmlns:a16="http://schemas.microsoft.com/office/drawing/2014/main" id="{06E1D3DD-A822-3C4C-843B-63D8636A52F6}"/>
              </a:ext>
            </a:extLst>
          </p:cNvPr>
          <p:cNvSpPr/>
          <p:nvPr/>
        </p:nvSpPr>
        <p:spPr>
          <a:xfrm rot="16200000">
            <a:off x="4088606" y="-2113756"/>
            <a:ext cx="3430588" cy="11607800"/>
          </a:xfrm>
          <a:prstGeom prst="rect">
            <a:avLst/>
          </a:pr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solidFill>
                <a:schemeClr val="accent1"/>
              </a:solidFill>
              <a:latin typeface="Montserrat Medium" pitchFamily="2" charset="77"/>
            </a:endParaRPr>
          </a:p>
        </p:txBody>
      </p:sp>
    </p:spTree>
    <p:extLst>
      <p:ext uri="{BB962C8B-B14F-4D97-AF65-F5344CB8AC3E}">
        <p14:creationId xmlns:p14="http://schemas.microsoft.com/office/powerpoint/2010/main" val="2804148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2_Title Slide for Region">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57A1BB60-1082-71BC-89FB-723BF5C02EC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256318" y="271800"/>
            <a:ext cx="13525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asellaDiTesto 3">
            <a:extLst>
              <a:ext uri="{FF2B5EF4-FFF2-40B4-BE49-F238E27FC236}">
                <a16:creationId xmlns:a16="http://schemas.microsoft.com/office/drawing/2014/main" id="{4F901170-F055-3E78-4866-94323686DDE7}"/>
              </a:ext>
            </a:extLst>
          </p:cNvPr>
          <p:cNvSpPr txBox="1"/>
          <p:nvPr/>
        </p:nvSpPr>
        <p:spPr>
          <a:xfrm>
            <a:off x="9274629" y="6297572"/>
            <a:ext cx="2331087" cy="307777"/>
          </a:xfrm>
          <a:prstGeom prst="rect">
            <a:avLst/>
          </a:prstGeom>
          <a:noFill/>
        </p:spPr>
        <p:txBody>
          <a:bodyPr wrap="none" rtlCol="0">
            <a:spAutoFit/>
          </a:bodyPr>
          <a:lstStyle/>
          <a:p>
            <a:r>
              <a:rPr lang="en-GB" sz="1400" dirty="0">
                <a:solidFill>
                  <a:schemeClr val="accent1"/>
                </a:solidFill>
                <a:latin typeface="Montserrat Bold" panose="00000800000000000000" pitchFamily="2" charset="0"/>
              </a:rPr>
              <a:t>#TOGETHER</a:t>
            </a:r>
            <a:r>
              <a:rPr lang="en-GB" sz="1400" dirty="0">
                <a:solidFill>
                  <a:schemeClr val="accent2"/>
                </a:solidFill>
                <a:latin typeface="Montserrat Bold" panose="00000800000000000000" pitchFamily="2" charset="0"/>
              </a:rPr>
              <a:t>4</a:t>
            </a:r>
            <a:r>
              <a:rPr lang="en-GB" sz="1400" dirty="0">
                <a:solidFill>
                  <a:schemeClr val="accent1"/>
                </a:solidFill>
                <a:latin typeface="Montserrat Bold" panose="00000800000000000000" pitchFamily="2" charset="0"/>
              </a:rPr>
              <a:t>SUCCESS</a:t>
            </a:r>
          </a:p>
        </p:txBody>
      </p:sp>
      <p:pic>
        <p:nvPicPr>
          <p:cNvPr id="7" name="corporate background">
            <a:extLst>
              <a:ext uri="{FF2B5EF4-FFF2-40B4-BE49-F238E27FC236}">
                <a16:creationId xmlns:a16="http://schemas.microsoft.com/office/drawing/2014/main" id="{361CF5D1-2DB5-0D65-8FC3-DB0D4EA617D4}"/>
              </a:ext>
            </a:extLst>
          </p:cNvPr>
          <p:cNvPicPr>
            <a:picLocks noChangeAspect="1"/>
          </p:cNvPicPr>
          <p:nvPr/>
        </p:nvPicPr>
        <p:blipFill rotWithShape="1">
          <a:blip r:embed="rId3">
            <a:alphaModFix/>
          </a:blip>
          <a:srcRect t="5210" b="18864"/>
          <a:stretch/>
        </p:blipFill>
        <p:spPr>
          <a:xfrm>
            <a:off x="0" y="882294"/>
            <a:ext cx="12192000" cy="5207018"/>
          </a:xfrm>
          <a:prstGeom prst="rect">
            <a:avLst/>
          </a:prstGeom>
        </p:spPr>
      </p:pic>
      <p:sp>
        <p:nvSpPr>
          <p:cNvPr id="2" name="Titolo 1"/>
          <p:cNvSpPr>
            <a:spLocks noGrp="1"/>
          </p:cNvSpPr>
          <p:nvPr>
            <p:ph type="ctrTitle" hasCustomPrompt="1"/>
          </p:nvPr>
        </p:nvSpPr>
        <p:spPr>
          <a:xfrm>
            <a:off x="1533460" y="2814746"/>
            <a:ext cx="9144000" cy="1112203"/>
          </a:xfrm>
          <a:prstGeom prst="rect">
            <a:avLst/>
          </a:prstGeom>
        </p:spPr>
        <p:txBody>
          <a:bodyPr anchor="b">
            <a:normAutofit/>
          </a:bodyPr>
          <a:lstStyle>
            <a:lvl1pPr algn="l">
              <a:defRPr sz="3600" b="1" i="0">
                <a:solidFill>
                  <a:schemeClr val="bg1"/>
                </a:solidFill>
                <a:latin typeface="Montserrat" pitchFamily="2" charset="77"/>
              </a:defRPr>
            </a:lvl1pPr>
          </a:lstStyle>
          <a:p>
            <a:r>
              <a:rPr lang="en-US"/>
              <a:t>CLICK TO EDIT REGION TITLE STYLE</a:t>
            </a:r>
            <a:endParaRPr lang="it-IT"/>
          </a:p>
        </p:txBody>
      </p:sp>
      <p:sp>
        <p:nvSpPr>
          <p:cNvPr id="8" name="Text Placeholder 6">
            <a:extLst>
              <a:ext uri="{FF2B5EF4-FFF2-40B4-BE49-F238E27FC236}">
                <a16:creationId xmlns:a16="http://schemas.microsoft.com/office/drawing/2014/main" id="{F8D9DB80-5945-44CB-9A4A-5122320B86F3}"/>
              </a:ext>
            </a:extLst>
          </p:cNvPr>
          <p:cNvSpPr>
            <a:spLocks noGrp="1"/>
          </p:cNvSpPr>
          <p:nvPr>
            <p:ph type="body" sz="quarter" idx="13" hasCustomPrompt="1"/>
          </p:nvPr>
        </p:nvSpPr>
        <p:spPr>
          <a:xfrm>
            <a:off x="1533460" y="4137709"/>
            <a:ext cx="2838450" cy="503651"/>
          </a:xfrm>
          <a:prstGeom prst="rect">
            <a:avLst/>
          </a:prstGeom>
        </p:spPr>
        <p:txBody>
          <a:bodyPr/>
          <a:lstStyle>
            <a:lvl1pPr marL="0" indent="0">
              <a:buSzPct val="150000"/>
              <a:buFont typeface=".PingFang SC Regular"/>
              <a:buNone/>
              <a:defRPr sz="1200" b="0" i="0">
                <a:solidFill>
                  <a:schemeClr val="bg1"/>
                </a:solidFill>
                <a:latin typeface="Montserrat Light" pitchFamily="2" charset="77"/>
              </a:defRPr>
            </a:lvl1pPr>
          </a:lstStyle>
          <a:p>
            <a:pPr lvl="0"/>
            <a:r>
              <a:rPr lang="en-US"/>
              <a:t>CLICK TO EDIT TEXT</a:t>
            </a:r>
          </a:p>
        </p:txBody>
      </p:sp>
      <p:grpSp>
        <p:nvGrpSpPr>
          <p:cNvPr id="10" name="Groupe 9">
            <a:extLst>
              <a:ext uri="{FF2B5EF4-FFF2-40B4-BE49-F238E27FC236}">
                <a16:creationId xmlns:a16="http://schemas.microsoft.com/office/drawing/2014/main" id="{9B28019C-8F4B-AEFE-D395-076AE7F8D05F}"/>
              </a:ext>
            </a:extLst>
          </p:cNvPr>
          <p:cNvGrpSpPr/>
          <p:nvPr/>
        </p:nvGrpSpPr>
        <p:grpSpPr>
          <a:xfrm>
            <a:off x="1109706" y="5147679"/>
            <a:ext cx="11082294" cy="1476000"/>
            <a:chOff x="1634259" y="5147679"/>
            <a:chExt cx="11082294" cy="1476000"/>
          </a:xfrm>
        </p:grpSpPr>
        <p:pic>
          <p:nvPicPr>
            <p:cNvPr id="11" name="Graphique 10">
              <a:extLst>
                <a:ext uri="{FF2B5EF4-FFF2-40B4-BE49-F238E27FC236}">
                  <a16:creationId xmlns:a16="http://schemas.microsoft.com/office/drawing/2014/main" id="{51964E7F-1957-737D-754A-3492E96695ED}"/>
                </a:ext>
              </a:extLst>
            </p:cNvPr>
            <p:cNvPicPr>
              <a:picLocks noChangeAspect="1"/>
            </p:cNvPicPr>
            <p:nvPr/>
          </p:nvPicPr>
          <p:blipFill>
            <a:blip>
              <a:alphaModFix/>
              <a:extLst>
                <a:ext uri="{96DAC541-7B7A-43D3-8B79-37D633B846F1}">
                  <asvg:svgBlip xmlns:asvg="http://schemas.microsoft.com/office/drawing/2016/SVG/main" r:embed="rId4"/>
                </a:ext>
              </a:extLst>
            </a:blip>
            <a:stretch>
              <a:fillRect/>
            </a:stretch>
          </p:blipFill>
          <p:spPr>
            <a:xfrm>
              <a:off x="1634259" y="5147679"/>
              <a:ext cx="6229602" cy="1476000"/>
            </a:xfrm>
            <a:prstGeom prst="rect">
              <a:avLst/>
            </a:prstGeom>
          </p:spPr>
        </p:pic>
        <p:cxnSp>
          <p:nvCxnSpPr>
            <p:cNvPr id="12" name="Connecteur droit 11">
              <a:extLst>
                <a:ext uri="{FF2B5EF4-FFF2-40B4-BE49-F238E27FC236}">
                  <a16:creationId xmlns:a16="http://schemas.microsoft.com/office/drawing/2014/main" id="{4369A24E-2CC8-37F6-18CB-CA3EF6F2CABA}"/>
                </a:ext>
              </a:extLst>
            </p:cNvPr>
            <p:cNvCxnSpPr>
              <a:cxnSpLocks/>
            </p:cNvCxnSpPr>
            <p:nvPr/>
          </p:nvCxnSpPr>
          <p:spPr>
            <a:xfrm>
              <a:off x="7480570" y="6089312"/>
              <a:ext cx="5235983" cy="0"/>
            </a:xfrm>
            <a:prstGeom prst="line">
              <a:avLst/>
            </a:prstGeom>
            <a:ln w="57150"/>
          </p:spPr>
          <p:style>
            <a:lnRef idx="1">
              <a:schemeClr val="accent2"/>
            </a:lnRef>
            <a:fillRef idx="0">
              <a:schemeClr val="accent2"/>
            </a:fillRef>
            <a:effectRef idx="0">
              <a:schemeClr val="accent2"/>
            </a:effectRef>
            <a:fontRef idx="minor">
              <a:schemeClr val="tx1"/>
            </a:fontRef>
          </p:style>
        </p:cxnSp>
      </p:grpSp>
      <p:sp>
        <p:nvSpPr>
          <p:cNvPr id="4" name="Rectangle 3">
            <a:extLst>
              <a:ext uri="{FF2B5EF4-FFF2-40B4-BE49-F238E27FC236}">
                <a16:creationId xmlns:a16="http://schemas.microsoft.com/office/drawing/2014/main" id="{1A7CE928-8D2A-840C-AB02-8DDB6433A81A}"/>
              </a:ext>
            </a:extLst>
          </p:cNvPr>
          <p:cNvSpPr/>
          <p:nvPr/>
        </p:nvSpPr>
        <p:spPr>
          <a:xfrm>
            <a:off x="16592" y="882294"/>
            <a:ext cx="12177735" cy="5207018"/>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608724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White Background">
    <p:spTree>
      <p:nvGrpSpPr>
        <p:cNvPr id="1" name=""/>
        <p:cNvGrpSpPr/>
        <p:nvPr/>
      </p:nvGrpSpPr>
      <p:grpSpPr>
        <a:xfrm>
          <a:off x="0" y="0"/>
          <a:ext cx="0" cy="0"/>
          <a:chOff x="0" y="0"/>
          <a:chExt cx="0" cy="0"/>
        </a:xfrm>
      </p:grpSpPr>
      <p:pic>
        <p:nvPicPr>
          <p:cNvPr id="14" name="Immagine 4">
            <a:extLst>
              <a:ext uri="{FF2B5EF4-FFF2-40B4-BE49-F238E27FC236}">
                <a16:creationId xmlns:a16="http://schemas.microsoft.com/office/drawing/2014/main" id="{261B5817-CBB6-437D-8B67-B39A1582BFE0}"/>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l="17" r="17"/>
          <a:stretch/>
        </p:blipFill>
        <p:spPr bwMode="auto">
          <a:xfrm>
            <a:off x="0" y="3726791"/>
            <a:ext cx="3395306" cy="3131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Segnaposto numero diapositiva 5">
            <a:extLst>
              <a:ext uri="{FF2B5EF4-FFF2-40B4-BE49-F238E27FC236}">
                <a16:creationId xmlns:a16="http://schemas.microsoft.com/office/drawing/2014/main" id="{457A96CB-58A7-4222-91FF-A0C1526118B7}"/>
              </a:ext>
            </a:extLst>
          </p:cNvPr>
          <p:cNvSpPr txBox="1">
            <a:spLocks/>
          </p:cNvSpPr>
          <p:nvPr/>
        </p:nvSpPr>
        <p:spPr>
          <a:xfrm>
            <a:off x="9226613" y="6423957"/>
            <a:ext cx="2743200" cy="365125"/>
          </a:xfrm>
          <a:prstGeom prst="rect">
            <a:avLst/>
          </a:prstGeom>
        </p:spPr>
        <p:txBody>
          <a:bodyPr anchor="ctr"/>
          <a:lstStyle>
            <a:defPPr>
              <a:defRPr lang="it-IT"/>
            </a:defPPr>
            <a:lvl1pPr marL="0" algn="r" defTabSz="914400" rtl="0" eaLnBrk="1" latinLnBrk="0" hangingPunct="1">
              <a:defRPr sz="1200" kern="1200">
                <a:solidFill>
                  <a:srgbClr val="0070C0"/>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ACC2F8CE-7A66-6E40-9970-A07E8F047879}" type="slidenum">
              <a:rPr lang="it-IT" smtClean="0"/>
              <a:pPr fontAlgn="auto">
                <a:spcBef>
                  <a:spcPts val="0"/>
                </a:spcBef>
                <a:spcAft>
                  <a:spcPts val="0"/>
                </a:spcAft>
                <a:defRPr/>
              </a:pPr>
              <a:t>‹#›</a:t>
            </a:fld>
            <a:endParaRPr lang="it-IT" dirty="0"/>
          </a:p>
        </p:txBody>
      </p:sp>
      <p:sp>
        <p:nvSpPr>
          <p:cNvPr id="19" name="Titolo 18" hidden="1">
            <a:extLst>
              <a:ext uri="{FF2B5EF4-FFF2-40B4-BE49-F238E27FC236}">
                <a16:creationId xmlns:a16="http://schemas.microsoft.com/office/drawing/2014/main" id="{34A8682D-43D1-A9CE-9029-E3ACB4228688}"/>
              </a:ext>
            </a:extLst>
          </p:cNvPr>
          <p:cNvSpPr>
            <a:spLocks noGrp="1"/>
          </p:cNvSpPr>
          <p:nvPr>
            <p:ph type="title"/>
          </p:nvPr>
        </p:nvSpPr>
        <p:spPr>
          <a:xfrm>
            <a:off x="358814" y="503479"/>
            <a:ext cx="9329195" cy="461530"/>
          </a:xfrm>
          <a:prstGeom prst="rect">
            <a:avLst/>
          </a:prstGeom>
        </p:spPr>
        <p:txBody>
          <a:bodyPr/>
          <a:lstStyle>
            <a:lvl1pPr>
              <a:defRPr sz="2400" b="1" i="0">
                <a:solidFill>
                  <a:schemeClr val="accent1"/>
                </a:solidFill>
                <a:latin typeface="Montserrat" pitchFamily="2" charset="77"/>
              </a:defRPr>
            </a:lvl1pPr>
          </a:lstStyle>
          <a:p>
            <a:r>
              <a:rPr lang="fr-FR"/>
              <a:t>Modifiez le style du titre</a:t>
            </a:r>
            <a:endParaRPr lang="en-GB" dirty="0"/>
          </a:p>
        </p:txBody>
      </p:sp>
      <p:pic>
        <p:nvPicPr>
          <p:cNvPr id="20" name="Immagine 19">
            <a:extLst>
              <a:ext uri="{FF2B5EF4-FFF2-40B4-BE49-F238E27FC236}">
                <a16:creationId xmlns:a16="http://schemas.microsoft.com/office/drawing/2014/main" id="{70B2E711-9EB3-36E4-7B62-50C7E06CCFF3}"/>
              </a:ext>
            </a:extLst>
          </p:cNvPr>
          <p:cNvPicPr>
            <a:picLocks noChangeAspect="1"/>
          </p:cNvPicPr>
          <p:nvPr/>
        </p:nvPicPr>
        <p:blipFill rotWithShape="1">
          <a:blip r:embed="rId3"/>
          <a:srcRect l="42899" t="26733" r="40273" b="44640"/>
          <a:stretch/>
        </p:blipFill>
        <p:spPr>
          <a:xfrm>
            <a:off x="11451706" y="105825"/>
            <a:ext cx="598248" cy="720000"/>
          </a:xfrm>
          <a:prstGeom prst="rect">
            <a:avLst/>
          </a:prstGeom>
        </p:spPr>
      </p:pic>
      <p:sp>
        <p:nvSpPr>
          <p:cNvPr id="2" name="CasellaDiTesto 5">
            <a:extLst>
              <a:ext uri="{FF2B5EF4-FFF2-40B4-BE49-F238E27FC236}">
                <a16:creationId xmlns:a16="http://schemas.microsoft.com/office/drawing/2014/main" id="{1CB8577D-FF27-1A05-A174-419018EF8DE8}"/>
              </a:ext>
            </a:extLst>
          </p:cNvPr>
          <p:cNvSpPr txBox="1"/>
          <p:nvPr/>
        </p:nvSpPr>
        <p:spPr>
          <a:xfrm>
            <a:off x="4930456" y="6512083"/>
            <a:ext cx="2012089" cy="276999"/>
          </a:xfrm>
          <a:prstGeom prst="rect">
            <a:avLst/>
          </a:prstGeom>
          <a:noFill/>
        </p:spPr>
        <p:txBody>
          <a:bodyPr wrap="none" rtlCol="0">
            <a:spAutoFit/>
          </a:bodyPr>
          <a:lstStyle/>
          <a:p>
            <a:r>
              <a:rPr lang="en-GB" sz="1200" b="0" i="0" dirty="0">
                <a:solidFill>
                  <a:schemeClr val="accent1"/>
                </a:solidFill>
                <a:latin typeface="Montserrat Bold" panose="00000800000000000000" pitchFamily="2" charset="0"/>
              </a:rPr>
              <a:t>#TOGETHER</a:t>
            </a:r>
            <a:r>
              <a:rPr lang="en-GB" sz="1200" b="0" i="0" dirty="0">
                <a:solidFill>
                  <a:schemeClr val="accent2"/>
                </a:solidFill>
                <a:latin typeface="Montserrat Bold" panose="00000800000000000000" pitchFamily="2" charset="0"/>
              </a:rPr>
              <a:t>4</a:t>
            </a:r>
            <a:r>
              <a:rPr lang="en-GB" sz="1200" b="0" i="0" dirty="0">
                <a:solidFill>
                  <a:schemeClr val="accent1"/>
                </a:solidFill>
                <a:latin typeface="Montserrat Bold" panose="00000800000000000000" pitchFamily="2" charset="0"/>
              </a:rPr>
              <a:t>SUCCESS</a:t>
            </a:r>
          </a:p>
        </p:txBody>
      </p:sp>
      <p:grpSp>
        <p:nvGrpSpPr>
          <p:cNvPr id="6" name="Groupe 5">
            <a:extLst>
              <a:ext uri="{FF2B5EF4-FFF2-40B4-BE49-F238E27FC236}">
                <a16:creationId xmlns:a16="http://schemas.microsoft.com/office/drawing/2014/main" id="{E0B64DE2-244E-DA11-F163-DEEC1A108156}"/>
              </a:ext>
            </a:extLst>
          </p:cNvPr>
          <p:cNvGrpSpPr/>
          <p:nvPr/>
        </p:nvGrpSpPr>
        <p:grpSpPr>
          <a:xfrm>
            <a:off x="451413" y="648344"/>
            <a:ext cx="10314166" cy="888046"/>
            <a:chOff x="451413" y="648344"/>
            <a:chExt cx="10314166" cy="888046"/>
          </a:xfrm>
        </p:grpSpPr>
        <p:cxnSp>
          <p:nvCxnSpPr>
            <p:cNvPr id="7" name="Connecteur droit 6">
              <a:extLst>
                <a:ext uri="{FF2B5EF4-FFF2-40B4-BE49-F238E27FC236}">
                  <a16:creationId xmlns:a16="http://schemas.microsoft.com/office/drawing/2014/main" id="{7908299B-7E95-6CEE-08DF-ECAAB803B404}"/>
                </a:ext>
              </a:extLst>
            </p:cNvPr>
            <p:cNvCxnSpPr>
              <a:cxnSpLocks/>
            </p:cNvCxnSpPr>
            <p:nvPr userDrawn="1"/>
          </p:nvCxnSpPr>
          <p:spPr>
            <a:xfrm flipH="1">
              <a:off x="451413" y="988517"/>
              <a:ext cx="6977263"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8" name="Graphique 7">
              <a:extLst>
                <a:ext uri="{FF2B5EF4-FFF2-40B4-BE49-F238E27FC236}">
                  <a16:creationId xmlns:a16="http://schemas.microsoft.com/office/drawing/2014/main" id="{5CA1C15C-EABF-AFD3-A0CD-EE56C549F07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0800000">
              <a:off x="6985579" y="648344"/>
              <a:ext cx="3780000" cy="888046"/>
            </a:xfrm>
            <a:prstGeom prst="rect">
              <a:avLst/>
            </a:prstGeom>
          </p:spPr>
        </p:pic>
      </p:grpSp>
    </p:spTree>
    <p:extLst>
      <p:ext uri="{BB962C8B-B14F-4D97-AF65-F5344CB8AC3E}">
        <p14:creationId xmlns:p14="http://schemas.microsoft.com/office/powerpoint/2010/main" val="3900510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White Background">
    <p:spTree>
      <p:nvGrpSpPr>
        <p:cNvPr id="1" name=""/>
        <p:cNvGrpSpPr/>
        <p:nvPr/>
      </p:nvGrpSpPr>
      <p:grpSpPr>
        <a:xfrm>
          <a:off x="0" y="0"/>
          <a:ext cx="0" cy="0"/>
          <a:chOff x="0" y="0"/>
          <a:chExt cx="0" cy="0"/>
        </a:xfrm>
      </p:grpSpPr>
      <p:sp>
        <p:nvSpPr>
          <p:cNvPr id="11" name="Segnaposto numero diapositiva 5">
            <a:extLst>
              <a:ext uri="{FF2B5EF4-FFF2-40B4-BE49-F238E27FC236}">
                <a16:creationId xmlns:a16="http://schemas.microsoft.com/office/drawing/2014/main" id="{457A96CB-58A7-4222-91FF-A0C1526118B7}"/>
              </a:ext>
            </a:extLst>
          </p:cNvPr>
          <p:cNvSpPr txBox="1">
            <a:spLocks/>
          </p:cNvSpPr>
          <p:nvPr userDrawn="1"/>
        </p:nvSpPr>
        <p:spPr>
          <a:xfrm>
            <a:off x="9226613" y="6423957"/>
            <a:ext cx="2743200" cy="365125"/>
          </a:xfrm>
          <a:prstGeom prst="rect">
            <a:avLst/>
          </a:prstGeom>
        </p:spPr>
        <p:txBody>
          <a:bodyPr anchor="ctr"/>
          <a:lstStyle>
            <a:defPPr>
              <a:defRPr lang="it-IT"/>
            </a:defPPr>
            <a:lvl1pPr marL="0" algn="r" defTabSz="914400" rtl="0" eaLnBrk="1" latinLnBrk="0" hangingPunct="1">
              <a:defRPr sz="1200" kern="1200">
                <a:solidFill>
                  <a:srgbClr val="0070C0"/>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ACC2F8CE-7A66-6E40-9970-A07E8F047879}" type="slidenum">
              <a:rPr lang="it-IT" smtClean="0"/>
              <a:pPr fontAlgn="auto">
                <a:spcBef>
                  <a:spcPts val="0"/>
                </a:spcBef>
                <a:spcAft>
                  <a:spcPts val="0"/>
                </a:spcAft>
                <a:defRPr/>
              </a:pPr>
              <a:t>‹#›</a:t>
            </a:fld>
            <a:endParaRPr lang="it-IT" dirty="0"/>
          </a:p>
        </p:txBody>
      </p:sp>
      <p:pic>
        <p:nvPicPr>
          <p:cNvPr id="20" name="Immagine 19">
            <a:extLst>
              <a:ext uri="{FF2B5EF4-FFF2-40B4-BE49-F238E27FC236}">
                <a16:creationId xmlns:a16="http://schemas.microsoft.com/office/drawing/2014/main" id="{70B2E711-9EB3-36E4-7B62-50C7E06CCFF3}"/>
              </a:ext>
            </a:extLst>
          </p:cNvPr>
          <p:cNvPicPr>
            <a:picLocks noChangeAspect="1"/>
          </p:cNvPicPr>
          <p:nvPr userDrawn="1"/>
        </p:nvPicPr>
        <p:blipFill rotWithShape="1">
          <a:blip r:embed="rId2"/>
          <a:srcRect l="42899" t="26733" r="40273" b="44640"/>
          <a:stretch/>
        </p:blipFill>
        <p:spPr>
          <a:xfrm>
            <a:off x="11451706" y="105825"/>
            <a:ext cx="598248" cy="720000"/>
          </a:xfrm>
          <a:prstGeom prst="rect">
            <a:avLst/>
          </a:prstGeom>
        </p:spPr>
      </p:pic>
      <p:sp>
        <p:nvSpPr>
          <p:cNvPr id="72" name="CasellaDiTesto 5">
            <a:extLst>
              <a:ext uri="{FF2B5EF4-FFF2-40B4-BE49-F238E27FC236}">
                <a16:creationId xmlns:a16="http://schemas.microsoft.com/office/drawing/2014/main" id="{1C2796AC-5459-06B3-FD9B-1589E6BD63E6}"/>
              </a:ext>
            </a:extLst>
          </p:cNvPr>
          <p:cNvSpPr txBox="1"/>
          <p:nvPr userDrawn="1"/>
        </p:nvSpPr>
        <p:spPr>
          <a:xfrm>
            <a:off x="4930456" y="6512083"/>
            <a:ext cx="2012089" cy="276999"/>
          </a:xfrm>
          <a:prstGeom prst="rect">
            <a:avLst/>
          </a:prstGeom>
          <a:noFill/>
        </p:spPr>
        <p:txBody>
          <a:bodyPr wrap="none" rtlCol="0">
            <a:spAutoFit/>
          </a:bodyPr>
          <a:lstStyle/>
          <a:p>
            <a:r>
              <a:rPr lang="en-GB" sz="1200" b="0" i="0" dirty="0">
                <a:solidFill>
                  <a:schemeClr val="accent1"/>
                </a:solidFill>
                <a:latin typeface="Montserrat Bold" panose="00000800000000000000" pitchFamily="2" charset="0"/>
              </a:rPr>
              <a:t>#TOGETHER</a:t>
            </a:r>
            <a:r>
              <a:rPr lang="en-GB" sz="1200" b="0" i="0" dirty="0">
                <a:solidFill>
                  <a:schemeClr val="accent2"/>
                </a:solidFill>
                <a:latin typeface="Montserrat Bold" panose="00000800000000000000" pitchFamily="2" charset="0"/>
              </a:rPr>
              <a:t>4</a:t>
            </a:r>
            <a:r>
              <a:rPr lang="en-GB" sz="1200" b="0" i="0" dirty="0">
                <a:solidFill>
                  <a:schemeClr val="accent1"/>
                </a:solidFill>
                <a:latin typeface="Montserrat Bold" panose="00000800000000000000" pitchFamily="2" charset="0"/>
              </a:rPr>
              <a:t>SUCCESS</a:t>
            </a:r>
          </a:p>
        </p:txBody>
      </p:sp>
      <p:grpSp>
        <p:nvGrpSpPr>
          <p:cNvPr id="2" name="Groupe 1">
            <a:extLst>
              <a:ext uri="{FF2B5EF4-FFF2-40B4-BE49-F238E27FC236}">
                <a16:creationId xmlns:a16="http://schemas.microsoft.com/office/drawing/2014/main" id="{01EB0A54-8F60-0E5C-4F83-5AB1509F0DDD}"/>
              </a:ext>
            </a:extLst>
          </p:cNvPr>
          <p:cNvGrpSpPr/>
          <p:nvPr userDrawn="1"/>
        </p:nvGrpSpPr>
        <p:grpSpPr>
          <a:xfrm rot="10800000">
            <a:off x="451413" y="5871852"/>
            <a:ext cx="10314166" cy="888046"/>
            <a:chOff x="451413" y="648344"/>
            <a:chExt cx="10314166" cy="888046"/>
          </a:xfrm>
        </p:grpSpPr>
        <p:cxnSp>
          <p:nvCxnSpPr>
            <p:cNvPr id="3" name="Connecteur droit 2">
              <a:extLst>
                <a:ext uri="{FF2B5EF4-FFF2-40B4-BE49-F238E27FC236}">
                  <a16:creationId xmlns:a16="http://schemas.microsoft.com/office/drawing/2014/main" id="{55691701-BFC6-A634-A3A4-5FE71A4EFD78}"/>
                </a:ext>
              </a:extLst>
            </p:cNvPr>
            <p:cNvCxnSpPr>
              <a:cxnSpLocks/>
            </p:cNvCxnSpPr>
            <p:nvPr userDrawn="1"/>
          </p:nvCxnSpPr>
          <p:spPr>
            <a:xfrm flipH="1">
              <a:off x="451413" y="988517"/>
              <a:ext cx="6977263"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4" name="Graphique 3">
              <a:extLst>
                <a:ext uri="{FF2B5EF4-FFF2-40B4-BE49-F238E27FC236}">
                  <a16:creationId xmlns:a16="http://schemas.microsoft.com/office/drawing/2014/main" id="{AE427071-8B63-96F3-FD1F-DF27FDF68F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6985579" y="648344"/>
              <a:ext cx="3780000" cy="888046"/>
            </a:xfrm>
            <a:prstGeom prst="rect">
              <a:avLst/>
            </a:prstGeom>
          </p:spPr>
        </p:pic>
      </p:grpSp>
    </p:spTree>
    <p:extLst>
      <p:ext uri="{BB962C8B-B14F-4D97-AF65-F5344CB8AC3E}">
        <p14:creationId xmlns:p14="http://schemas.microsoft.com/office/powerpoint/2010/main" val="2949416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dex">
    <p:spTree>
      <p:nvGrpSpPr>
        <p:cNvPr id="1" name=""/>
        <p:cNvGrpSpPr/>
        <p:nvPr/>
      </p:nvGrpSpPr>
      <p:grpSpPr>
        <a:xfrm>
          <a:off x="0" y="0"/>
          <a:ext cx="0" cy="0"/>
          <a:chOff x="0" y="0"/>
          <a:chExt cx="0" cy="0"/>
        </a:xfrm>
      </p:grpSpPr>
      <p:pic>
        <p:nvPicPr>
          <p:cNvPr id="20" name="Immagine 19" descr="Immagine che contiene persona, nuotando, sport acquatico, sport&#10;&#10;Descrizione generata automaticamente">
            <a:extLst>
              <a:ext uri="{FF2B5EF4-FFF2-40B4-BE49-F238E27FC236}">
                <a16:creationId xmlns:a16="http://schemas.microsoft.com/office/drawing/2014/main" id="{B41CC2E5-7ABC-4856-82BA-672F85D83C6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2701" y="515937"/>
            <a:ext cx="3923345" cy="5972176"/>
          </a:xfrm>
          <a:prstGeom prst="rect">
            <a:avLst/>
          </a:prstGeom>
        </p:spPr>
      </p:pic>
      <p:sp>
        <p:nvSpPr>
          <p:cNvPr id="8" name="Rettangolo 7">
            <a:extLst>
              <a:ext uri="{FF2B5EF4-FFF2-40B4-BE49-F238E27FC236}">
                <a16:creationId xmlns:a16="http://schemas.microsoft.com/office/drawing/2014/main" id="{25E7A198-146D-654B-92A2-547E6043A55D}"/>
              </a:ext>
            </a:extLst>
          </p:cNvPr>
          <p:cNvSpPr/>
          <p:nvPr/>
        </p:nvSpPr>
        <p:spPr>
          <a:xfrm>
            <a:off x="193675" y="0"/>
            <a:ext cx="3181350" cy="6897688"/>
          </a:xfrm>
          <a:prstGeom prst="rect">
            <a:avLst/>
          </a:prstGeom>
          <a:solidFill>
            <a:srgbClr val="1D4F91">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solidFill>
                <a:schemeClr val="accent1"/>
              </a:solidFill>
              <a:latin typeface="Montserrat Medium" pitchFamily="2" charset="77"/>
            </a:endParaRPr>
          </a:p>
        </p:txBody>
      </p:sp>
      <p:pic>
        <p:nvPicPr>
          <p:cNvPr id="9" name="Immagine 3">
            <a:extLst>
              <a:ext uri="{FF2B5EF4-FFF2-40B4-BE49-F238E27FC236}">
                <a16:creationId xmlns:a16="http://schemas.microsoft.com/office/drawing/2014/main" id="{69C6415C-1155-9649-B69F-129AE35060B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0477500" y="265113"/>
            <a:ext cx="13525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Immagine 4">
            <a:extLst>
              <a:ext uri="{FF2B5EF4-FFF2-40B4-BE49-F238E27FC236}">
                <a16:creationId xmlns:a16="http://schemas.microsoft.com/office/drawing/2014/main" id="{95310DF7-58B3-2645-9C48-43D15D9EE8F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030788" y="6488113"/>
            <a:ext cx="21304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Immagine 5">
            <a:extLst>
              <a:ext uri="{FF2B5EF4-FFF2-40B4-BE49-F238E27FC236}">
                <a16:creationId xmlns:a16="http://schemas.microsoft.com/office/drawing/2014/main" id="{64B16CDA-3F86-3045-95C4-3B6FE47CC6EA}"/>
              </a:ext>
            </a:extLst>
          </p:cNvPr>
          <p:cNvPicPr>
            <a:picLocks noChangeAspect="1" noChangeArrowheads="1"/>
          </p:cNvPicPr>
          <p:nvPr/>
        </p:nvPicPr>
        <p:blipFill>
          <a:blip r:embed="rId5" cstate="screen">
            <a:alphaModFix amt="60000"/>
            <a:extLst>
              <a:ext uri="{28A0092B-C50C-407E-A947-70E740481C1C}">
                <a14:useLocalDpi xmlns:a14="http://schemas.microsoft.com/office/drawing/2010/main"/>
              </a:ext>
            </a:extLst>
          </a:blip>
          <a:srcRect l="17816" t="-2272" b="13448"/>
          <a:stretch>
            <a:fillRect/>
          </a:stretch>
        </p:blipFill>
        <p:spPr bwMode="auto">
          <a:xfrm>
            <a:off x="-12700" y="3582988"/>
            <a:ext cx="2917825"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Segnaposto numero diapositiva 5">
            <a:extLst>
              <a:ext uri="{FF2B5EF4-FFF2-40B4-BE49-F238E27FC236}">
                <a16:creationId xmlns:a16="http://schemas.microsoft.com/office/drawing/2014/main" id="{B3EC9B22-9A18-2A48-89C8-AC4BA3B8167A}"/>
              </a:ext>
            </a:extLst>
          </p:cNvPr>
          <p:cNvSpPr txBox="1">
            <a:spLocks/>
          </p:cNvSpPr>
          <p:nvPr/>
        </p:nvSpPr>
        <p:spPr>
          <a:xfrm>
            <a:off x="9145588" y="6356350"/>
            <a:ext cx="2743200" cy="365125"/>
          </a:xfrm>
          <a:prstGeom prst="rect">
            <a:avLst/>
          </a:prstGeom>
        </p:spPr>
        <p:txBody>
          <a:bodyPr anchor="ctr"/>
          <a:lstStyle>
            <a:defPPr>
              <a:defRPr lang="it-IT"/>
            </a:defPPr>
            <a:lvl1pPr marL="0" algn="r" defTabSz="914400" rtl="0" eaLnBrk="1" latinLnBrk="0" hangingPunct="1">
              <a:defRPr sz="1200" kern="1200">
                <a:solidFill>
                  <a:srgbClr val="0070C0"/>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1AC50ABA-F3B5-2E4D-B57B-A03CA130C9CB}" type="slidenum">
              <a:rPr lang="it-IT" smtClean="0"/>
              <a:pPr fontAlgn="auto">
                <a:spcBef>
                  <a:spcPts val="0"/>
                </a:spcBef>
                <a:spcAft>
                  <a:spcPts val="0"/>
                </a:spcAft>
                <a:defRPr/>
              </a:pPr>
              <a:t>‹#›</a:t>
            </a:fld>
            <a:endParaRPr lang="it-IT" dirty="0"/>
          </a:p>
        </p:txBody>
      </p:sp>
      <p:sp>
        <p:nvSpPr>
          <p:cNvPr id="2" name="Titolo 1"/>
          <p:cNvSpPr>
            <a:spLocks noGrp="1"/>
          </p:cNvSpPr>
          <p:nvPr>
            <p:ph type="ctrTitle"/>
          </p:nvPr>
        </p:nvSpPr>
        <p:spPr>
          <a:xfrm>
            <a:off x="277290" y="534147"/>
            <a:ext cx="3013346" cy="1920240"/>
          </a:xfrm>
          <a:prstGeom prst="rect">
            <a:avLst/>
          </a:prstGeom>
        </p:spPr>
        <p:txBody>
          <a:bodyPr anchor="t" anchorCtr="0">
            <a:noAutofit/>
          </a:bodyPr>
          <a:lstStyle>
            <a:lvl1pPr algn="l">
              <a:defRPr sz="2800" b="1" i="0">
                <a:solidFill>
                  <a:schemeClr val="bg1"/>
                </a:solidFill>
                <a:latin typeface="Montserrat" pitchFamily="2" charset="77"/>
              </a:defRPr>
            </a:lvl1pPr>
          </a:lstStyle>
          <a:p>
            <a:r>
              <a:rPr lang="it-IT" dirty="0"/>
              <a:t>Fare clic per modificare lo stile del titolo dello schema</a:t>
            </a:r>
          </a:p>
        </p:txBody>
      </p:sp>
      <p:sp>
        <p:nvSpPr>
          <p:cNvPr id="12" name="Segnaposto contenuto 2"/>
          <p:cNvSpPr>
            <a:spLocks noGrp="1"/>
          </p:cNvSpPr>
          <p:nvPr>
            <p:ph sz="half" idx="1"/>
          </p:nvPr>
        </p:nvSpPr>
        <p:spPr>
          <a:xfrm>
            <a:off x="6463495" y="1825625"/>
            <a:ext cx="2375705" cy="4351338"/>
          </a:xfrm>
          <a:prstGeom prst="rect">
            <a:avLst/>
          </a:prstGeom>
        </p:spPr>
        <p:txBody>
          <a:bodyPr>
            <a:normAutofit/>
          </a:bodyPr>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600" b="1" i="0">
                <a:solidFill>
                  <a:schemeClr val="tx2"/>
                </a:solidFill>
                <a:latin typeface="Montserrat" pitchFamily="2" charset="77"/>
              </a:defRPr>
            </a:lvl1pPr>
            <a:lvl2pPr marL="457200" indent="0">
              <a:buNone/>
              <a:defRPr sz="1600" b="1" i="0">
                <a:solidFill>
                  <a:schemeClr val="bg2">
                    <a:lumMod val="25000"/>
                  </a:schemeClr>
                </a:solidFill>
                <a:latin typeface="Montserrat" pitchFamily="2" charset="77"/>
              </a:defRPr>
            </a:lvl2pPr>
            <a:lvl3pPr marL="914400" indent="0">
              <a:buFont typeface="Arial" panose="020B0604020202020204" pitchFamily="34" charset="0"/>
              <a:buNone/>
              <a:defRPr sz="1600" b="1" i="0">
                <a:solidFill>
                  <a:schemeClr val="bg2">
                    <a:lumMod val="25000"/>
                  </a:schemeClr>
                </a:solidFill>
                <a:latin typeface="Montserrat" pitchFamily="2" charset="77"/>
              </a:defRPr>
            </a:lvl3pPr>
            <a:lvl4pPr marL="1371600" indent="0">
              <a:buFont typeface="Arial" panose="020B0604020202020204" pitchFamily="34" charset="0"/>
              <a:buNone/>
              <a:defRPr sz="1600" b="1" i="0">
                <a:solidFill>
                  <a:schemeClr val="bg2">
                    <a:lumMod val="25000"/>
                  </a:schemeClr>
                </a:solidFill>
                <a:latin typeface="Montserrat" pitchFamily="2" charset="77"/>
              </a:defRPr>
            </a:lvl4pPr>
            <a:lvl5pPr marL="1828800" indent="0">
              <a:buFont typeface="Arial" panose="020B0604020202020204" pitchFamily="34" charset="0"/>
              <a:buNone/>
              <a:defRPr sz="1600" b="1" i="0">
                <a:solidFill>
                  <a:schemeClr val="bg2">
                    <a:lumMod val="25000"/>
                  </a:schemeClr>
                </a:solidFill>
                <a:latin typeface="Montserrat" pitchFamily="2" charset="77"/>
              </a:defRPr>
            </a:lvl5pPr>
          </a:lstStyle>
          <a:p>
            <a:pPr lvl="0"/>
            <a:r>
              <a:rPr lang="it-IT" dirty="0"/>
              <a:t>Fare clic per modificare gli stili del testo dello schema</a:t>
            </a:r>
          </a:p>
          <a:p>
            <a:pPr lvl="0"/>
            <a:endParaRPr lang="it-IT" dirty="0"/>
          </a:p>
          <a:p>
            <a:pPr lvl="0"/>
            <a:endParaRPr lang="it-IT" dirty="0"/>
          </a:p>
          <a:p>
            <a:r>
              <a:rPr lang="fr-FR" dirty="0"/>
              <a:t>	</a:t>
            </a:r>
          </a:p>
          <a:p>
            <a:pPr lvl="0"/>
            <a:endParaRPr lang="it-IT" dirty="0"/>
          </a:p>
          <a:p>
            <a:pPr lvl="0"/>
            <a:endParaRPr lang="it-IT" dirty="0"/>
          </a:p>
          <a:p>
            <a:pPr lvl="0"/>
            <a:endParaRPr lang="it-IT" dirty="0"/>
          </a:p>
        </p:txBody>
      </p:sp>
      <p:sp>
        <p:nvSpPr>
          <p:cNvPr id="13" name="Segnaposto contenuto 2"/>
          <p:cNvSpPr>
            <a:spLocks noGrp="1"/>
          </p:cNvSpPr>
          <p:nvPr>
            <p:ph sz="half" idx="13"/>
          </p:nvPr>
        </p:nvSpPr>
        <p:spPr>
          <a:xfrm>
            <a:off x="8962855" y="1825625"/>
            <a:ext cx="2375705" cy="4351338"/>
          </a:xfrm>
          <a:prstGeom prst="rect">
            <a:avLst/>
          </a:prstGeom>
        </p:spPr>
        <p:txBody>
          <a:bodyPr>
            <a:normAutofit/>
          </a:bodyPr>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600" b="1" i="0">
                <a:solidFill>
                  <a:schemeClr val="tx2"/>
                </a:solidFill>
                <a:latin typeface="Montserrat" pitchFamily="2" charset="77"/>
              </a:defRPr>
            </a:lvl1pPr>
            <a:lvl2pPr marL="457200" indent="0">
              <a:buNone/>
              <a:defRPr sz="1600" b="1" i="0">
                <a:solidFill>
                  <a:schemeClr val="bg2">
                    <a:lumMod val="25000"/>
                  </a:schemeClr>
                </a:solidFill>
                <a:latin typeface="Montserrat" pitchFamily="2" charset="77"/>
              </a:defRPr>
            </a:lvl2pPr>
            <a:lvl3pPr marL="914400" indent="0">
              <a:buFont typeface="Arial" panose="020B0604020202020204" pitchFamily="34" charset="0"/>
              <a:buNone/>
              <a:defRPr sz="1600" b="1" i="0">
                <a:solidFill>
                  <a:schemeClr val="bg2">
                    <a:lumMod val="25000"/>
                  </a:schemeClr>
                </a:solidFill>
                <a:latin typeface="Montserrat" pitchFamily="2" charset="77"/>
              </a:defRPr>
            </a:lvl3pPr>
            <a:lvl4pPr marL="1371600" indent="0">
              <a:buFont typeface="Arial" panose="020B0604020202020204" pitchFamily="34" charset="0"/>
              <a:buNone/>
              <a:defRPr sz="1600" b="1" i="0">
                <a:solidFill>
                  <a:schemeClr val="bg2">
                    <a:lumMod val="25000"/>
                  </a:schemeClr>
                </a:solidFill>
                <a:latin typeface="Montserrat" pitchFamily="2" charset="77"/>
              </a:defRPr>
            </a:lvl4pPr>
            <a:lvl5pPr marL="1828800" indent="0">
              <a:buFont typeface="Arial" panose="020B0604020202020204" pitchFamily="34" charset="0"/>
              <a:buNone/>
              <a:defRPr sz="1600" b="1" i="0">
                <a:solidFill>
                  <a:schemeClr val="bg2">
                    <a:lumMod val="25000"/>
                  </a:schemeClr>
                </a:solidFill>
                <a:latin typeface="Montserrat" pitchFamily="2" charset="77"/>
              </a:defRPr>
            </a:lvl5pPr>
          </a:lstStyle>
          <a:p>
            <a:pPr lvl="0"/>
            <a:r>
              <a:rPr lang="it-IT" dirty="0"/>
              <a:t>Fare clic per modificare gli stili del testo dello schema</a:t>
            </a:r>
          </a:p>
          <a:p>
            <a:pPr lvl="0"/>
            <a:endParaRPr lang="it-IT" dirty="0"/>
          </a:p>
          <a:p>
            <a:pPr lvl="0"/>
            <a:endParaRPr lang="it-IT" dirty="0"/>
          </a:p>
          <a:p>
            <a:r>
              <a:rPr lang="fr-FR" dirty="0"/>
              <a:t>	</a:t>
            </a:r>
          </a:p>
          <a:p>
            <a:pPr lvl="0"/>
            <a:endParaRPr lang="it-IT" dirty="0"/>
          </a:p>
          <a:p>
            <a:pPr lvl="0"/>
            <a:endParaRPr lang="it-IT" dirty="0"/>
          </a:p>
          <a:p>
            <a:pPr lvl="0"/>
            <a:endParaRPr lang="it-IT" dirty="0"/>
          </a:p>
        </p:txBody>
      </p:sp>
      <p:sp>
        <p:nvSpPr>
          <p:cNvPr id="15" name="Segnaposto contenuto 2"/>
          <p:cNvSpPr>
            <a:spLocks noGrp="1"/>
          </p:cNvSpPr>
          <p:nvPr>
            <p:ph sz="half" idx="14"/>
          </p:nvPr>
        </p:nvSpPr>
        <p:spPr>
          <a:xfrm>
            <a:off x="3974295" y="1825625"/>
            <a:ext cx="2375705" cy="4351338"/>
          </a:xfrm>
          <a:prstGeom prst="rect">
            <a:avLst/>
          </a:prstGeom>
        </p:spPr>
        <p:txBody>
          <a:bodyPr>
            <a:normAutofit/>
          </a:bodyPr>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600" b="1" i="0">
                <a:solidFill>
                  <a:schemeClr val="tx2"/>
                </a:solidFill>
                <a:latin typeface="Montserrat" pitchFamily="2" charset="77"/>
              </a:defRPr>
            </a:lvl1pPr>
            <a:lvl2pPr marL="457200" indent="0">
              <a:buNone/>
              <a:defRPr sz="1600" b="1" i="0">
                <a:solidFill>
                  <a:schemeClr val="bg2">
                    <a:lumMod val="25000"/>
                  </a:schemeClr>
                </a:solidFill>
                <a:latin typeface="Montserrat" pitchFamily="2" charset="77"/>
              </a:defRPr>
            </a:lvl2pPr>
            <a:lvl3pPr marL="914400" indent="0">
              <a:buFont typeface="Arial" panose="020B0604020202020204" pitchFamily="34" charset="0"/>
              <a:buNone/>
              <a:defRPr sz="1600" b="1" i="0">
                <a:solidFill>
                  <a:schemeClr val="bg2">
                    <a:lumMod val="25000"/>
                  </a:schemeClr>
                </a:solidFill>
                <a:latin typeface="Montserrat" pitchFamily="2" charset="77"/>
              </a:defRPr>
            </a:lvl3pPr>
            <a:lvl4pPr marL="1371600" indent="0">
              <a:buFont typeface="Arial" panose="020B0604020202020204" pitchFamily="34" charset="0"/>
              <a:buNone/>
              <a:defRPr sz="1600" b="1" i="0">
                <a:solidFill>
                  <a:schemeClr val="bg2">
                    <a:lumMod val="25000"/>
                  </a:schemeClr>
                </a:solidFill>
                <a:latin typeface="Montserrat" pitchFamily="2" charset="77"/>
              </a:defRPr>
            </a:lvl4pPr>
            <a:lvl5pPr marL="1828800" indent="0">
              <a:buFont typeface="Arial" panose="020B0604020202020204" pitchFamily="34" charset="0"/>
              <a:buNone/>
              <a:defRPr sz="1600" b="1" i="0">
                <a:solidFill>
                  <a:schemeClr val="bg2">
                    <a:lumMod val="25000"/>
                  </a:schemeClr>
                </a:solidFill>
                <a:latin typeface="Montserrat" pitchFamily="2" charset="77"/>
              </a:defRPr>
            </a:lvl5pPr>
          </a:lstStyle>
          <a:p>
            <a:pPr lvl="0"/>
            <a:r>
              <a:rPr lang="it-IT" dirty="0"/>
              <a:t>Fare clic per modificare gli stili del testo dello schema</a:t>
            </a:r>
          </a:p>
          <a:p>
            <a:pPr lvl="0"/>
            <a:endParaRPr lang="it-IT" dirty="0"/>
          </a:p>
          <a:p>
            <a:pPr lvl="0"/>
            <a:endParaRPr lang="it-IT" dirty="0"/>
          </a:p>
          <a:p>
            <a:r>
              <a:rPr lang="fr-FR" dirty="0"/>
              <a:t>	</a:t>
            </a:r>
          </a:p>
          <a:p>
            <a:pPr lvl="0"/>
            <a:endParaRPr lang="it-IT" dirty="0"/>
          </a:p>
          <a:p>
            <a:pPr lvl="0"/>
            <a:endParaRPr lang="it-IT" dirty="0"/>
          </a:p>
          <a:p>
            <a:pPr lvl="0"/>
            <a:endParaRPr lang="it-IT" dirty="0"/>
          </a:p>
        </p:txBody>
      </p:sp>
    </p:spTree>
    <p:extLst>
      <p:ext uri="{BB962C8B-B14F-4D97-AF65-F5344CB8AC3E}">
        <p14:creationId xmlns:p14="http://schemas.microsoft.com/office/powerpoint/2010/main" val="21494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 Photo 01">
    <p:spTree>
      <p:nvGrpSpPr>
        <p:cNvPr id="1" name=""/>
        <p:cNvGrpSpPr/>
        <p:nvPr/>
      </p:nvGrpSpPr>
      <p:grpSpPr>
        <a:xfrm>
          <a:off x="0" y="0"/>
          <a:ext cx="0" cy="0"/>
          <a:chOff x="0" y="0"/>
          <a:chExt cx="0" cy="0"/>
        </a:xfrm>
      </p:grpSpPr>
      <p:pic>
        <p:nvPicPr>
          <p:cNvPr id="5" name="Immagine 1" descr="Immagine che contiene freccia&#10;&#10;Descrizione generata automaticamente">
            <a:extLst>
              <a:ext uri="{FF2B5EF4-FFF2-40B4-BE49-F238E27FC236}">
                <a16:creationId xmlns:a16="http://schemas.microsoft.com/office/drawing/2014/main" id="{7DDF2315-ABB9-814C-8BF7-10A87E542C2B}"/>
              </a:ext>
            </a:extLst>
          </p:cNvPr>
          <p:cNvPicPr>
            <a:picLocks noChangeAspect="1" noChangeArrowheads="1"/>
          </p:cNvPicPr>
          <p:nvPr/>
        </p:nvPicPr>
        <p:blipFill>
          <a:blip r:embed="rId2" cstate="screen">
            <a:alphaModFix amt="10000"/>
            <a:extLst>
              <a:ext uri="{28A0092B-C50C-407E-A947-70E740481C1C}">
                <a14:useLocalDpi xmlns:a14="http://schemas.microsoft.com/office/drawing/2010/main"/>
              </a:ext>
            </a:extLst>
          </a:blip>
          <a:srcRect l="17027" t="-3680" r="-18742" b="29318"/>
          <a:stretch>
            <a:fillRect/>
          </a:stretch>
        </p:blipFill>
        <p:spPr bwMode="auto">
          <a:xfrm>
            <a:off x="0" y="3582988"/>
            <a:ext cx="3551238"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ttangolo 6">
            <a:extLst>
              <a:ext uri="{FF2B5EF4-FFF2-40B4-BE49-F238E27FC236}">
                <a16:creationId xmlns:a16="http://schemas.microsoft.com/office/drawing/2014/main" id="{755FA066-1C3E-6141-8FF0-F9EB8FD77D03}"/>
              </a:ext>
            </a:extLst>
          </p:cNvPr>
          <p:cNvSpPr/>
          <p:nvPr/>
        </p:nvSpPr>
        <p:spPr>
          <a:xfrm>
            <a:off x="4275138" y="522288"/>
            <a:ext cx="842962" cy="5892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pic>
        <p:nvPicPr>
          <p:cNvPr id="8" name="Immagine 4">
            <a:extLst>
              <a:ext uri="{FF2B5EF4-FFF2-40B4-BE49-F238E27FC236}">
                <a16:creationId xmlns:a16="http://schemas.microsoft.com/office/drawing/2014/main" id="{CCBB3F94-2D9D-7047-B850-1DEF31CAADDA}"/>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0477500" y="265113"/>
            <a:ext cx="13525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Immagine 5">
            <a:extLst>
              <a:ext uri="{FF2B5EF4-FFF2-40B4-BE49-F238E27FC236}">
                <a16:creationId xmlns:a16="http://schemas.microsoft.com/office/drawing/2014/main" id="{C371C1ED-D55C-9144-8DE8-E33ED5A996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030788" y="6488113"/>
            <a:ext cx="21304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egnaposto numero diapositiva 5">
            <a:extLst>
              <a:ext uri="{FF2B5EF4-FFF2-40B4-BE49-F238E27FC236}">
                <a16:creationId xmlns:a16="http://schemas.microsoft.com/office/drawing/2014/main" id="{5FC848A0-E745-CD4D-BA5D-407CB030AAE4}"/>
              </a:ext>
            </a:extLst>
          </p:cNvPr>
          <p:cNvSpPr txBox="1">
            <a:spLocks/>
          </p:cNvSpPr>
          <p:nvPr/>
        </p:nvSpPr>
        <p:spPr>
          <a:xfrm>
            <a:off x="9145588" y="6356350"/>
            <a:ext cx="2743200" cy="365125"/>
          </a:xfrm>
          <a:prstGeom prst="rect">
            <a:avLst/>
          </a:prstGeom>
        </p:spPr>
        <p:txBody>
          <a:bodyPr anchor="ctr"/>
          <a:lstStyle>
            <a:defPPr>
              <a:defRPr lang="it-IT"/>
            </a:defPPr>
            <a:lvl1pPr marL="0" algn="r" defTabSz="914400" rtl="0" eaLnBrk="1" latinLnBrk="0" hangingPunct="1">
              <a:defRPr sz="1200" kern="1200">
                <a:solidFill>
                  <a:srgbClr val="0070C0"/>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BE3C60E3-AC6B-1F47-B694-B72E9E0385BC}" type="slidenum">
              <a:rPr lang="it-IT" smtClean="0"/>
              <a:pPr fontAlgn="auto">
                <a:spcBef>
                  <a:spcPts val="0"/>
                </a:spcBef>
                <a:spcAft>
                  <a:spcPts val="0"/>
                </a:spcAft>
                <a:defRPr/>
              </a:pPr>
              <a:t>‹#›</a:t>
            </a:fld>
            <a:endParaRPr lang="it-IT" dirty="0"/>
          </a:p>
        </p:txBody>
      </p:sp>
      <p:sp>
        <p:nvSpPr>
          <p:cNvPr id="14" name="Titolo 1"/>
          <p:cNvSpPr>
            <a:spLocks noGrp="1"/>
          </p:cNvSpPr>
          <p:nvPr>
            <p:ph type="ctrTitle"/>
          </p:nvPr>
        </p:nvSpPr>
        <p:spPr>
          <a:xfrm>
            <a:off x="314961" y="2722879"/>
            <a:ext cx="3723639" cy="1112203"/>
          </a:xfrm>
          <a:prstGeom prst="rect">
            <a:avLst/>
          </a:prstGeom>
        </p:spPr>
        <p:txBody>
          <a:bodyPr anchor="b">
            <a:noAutofit/>
          </a:bodyPr>
          <a:lstStyle>
            <a:lvl1pPr algn="l">
              <a:defRPr sz="2800" b="1" i="0">
                <a:solidFill>
                  <a:schemeClr val="tx2"/>
                </a:solidFill>
                <a:latin typeface="Montserrat" pitchFamily="2" charset="77"/>
              </a:defRPr>
            </a:lvl1pPr>
          </a:lstStyle>
          <a:p>
            <a:r>
              <a:rPr lang="it-IT" dirty="0"/>
              <a:t>Fare clic per modificare lo stile del titolo dello schema</a:t>
            </a:r>
          </a:p>
        </p:txBody>
      </p:sp>
      <p:sp>
        <p:nvSpPr>
          <p:cNvPr id="15" name="Sottotitolo 2"/>
          <p:cNvSpPr>
            <a:spLocks noGrp="1"/>
          </p:cNvSpPr>
          <p:nvPr>
            <p:ph type="subTitle" idx="1"/>
          </p:nvPr>
        </p:nvSpPr>
        <p:spPr>
          <a:xfrm>
            <a:off x="314960" y="3927158"/>
            <a:ext cx="2661920" cy="1223962"/>
          </a:xfrm>
          <a:prstGeom prst="rect">
            <a:avLst/>
          </a:prstGeom>
        </p:spPr>
        <p:txBody>
          <a:bodyPr>
            <a:normAutofit/>
          </a:bodyPr>
          <a:lstStyle>
            <a:lvl1pPr marL="0" indent="0" algn="l">
              <a:buNone/>
              <a:defRPr sz="1600" b="0" i="0">
                <a:solidFill>
                  <a:schemeClr val="tx2"/>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Fare clic per modificare lo stile del sottotitolo dello schema</a:t>
            </a:r>
          </a:p>
        </p:txBody>
      </p:sp>
      <p:pic>
        <p:nvPicPr>
          <p:cNvPr id="3" name="Immagine 2">
            <a:extLst>
              <a:ext uri="{FF2B5EF4-FFF2-40B4-BE49-F238E27FC236}">
                <a16:creationId xmlns:a16="http://schemas.microsoft.com/office/drawing/2014/main" id="{02217D90-F256-4668-B1CB-B32B5B39F41B}"/>
              </a:ext>
            </a:extLst>
          </p:cNvPr>
          <p:cNvPicPr>
            <a:picLocks noChangeAspect="1"/>
          </p:cNvPicPr>
          <p:nvPr userDrawn="1"/>
        </p:nvPicPr>
        <p:blipFill>
          <a:blip r:embed="rId5"/>
          <a:stretch>
            <a:fillRect/>
          </a:stretch>
        </p:blipFill>
        <p:spPr>
          <a:xfrm>
            <a:off x="5118968" y="525411"/>
            <a:ext cx="5200650" cy="5889677"/>
          </a:xfrm>
          <a:prstGeom prst="rect">
            <a:avLst/>
          </a:prstGeom>
        </p:spPr>
      </p:pic>
      <p:sp>
        <p:nvSpPr>
          <p:cNvPr id="6" name="Rettangolo 5">
            <a:extLst>
              <a:ext uri="{FF2B5EF4-FFF2-40B4-BE49-F238E27FC236}">
                <a16:creationId xmlns:a16="http://schemas.microsoft.com/office/drawing/2014/main" id="{00A78C66-FAD5-C746-931B-85EA64E10E09}"/>
              </a:ext>
            </a:extLst>
          </p:cNvPr>
          <p:cNvSpPr/>
          <p:nvPr/>
        </p:nvSpPr>
        <p:spPr>
          <a:xfrm>
            <a:off x="9223375" y="0"/>
            <a:ext cx="2790825" cy="6858000"/>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spTree>
    <p:extLst>
      <p:ext uri="{BB962C8B-B14F-4D97-AF65-F5344CB8AC3E}">
        <p14:creationId xmlns:p14="http://schemas.microsoft.com/office/powerpoint/2010/main" val="3564081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Title + Photo 01">
    <p:spTree>
      <p:nvGrpSpPr>
        <p:cNvPr id="1" name=""/>
        <p:cNvGrpSpPr/>
        <p:nvPr/>
      </p:nvGrpSpPr>
      <p:grpSpPr>
        <a:xfrm>
          <a:off x="0" y="0"/>
          <a:ext cx="0" cy="0"/>
          <a:chOff x="0" y="0"/>
          <a:chExt cx="0" cy="0"/>
        </a:xfrm>
      </p:grpSpPr>
      <p:pic>
        <p:nvPicPr>
          <p:cNvPr id="5" name="Immagine 1" descr="Immagine che contiene freccia&#10;&#10;Descrizione generata automaticamente">
            <a:extLst>
              <a:ext uri="{FF2B5EF4-FFF2-40B4-BE49-F238E27FC236}">
                <a16:creationId xmlns:a16="http://schemas.microsoft.com/office/drawing/2014/main" id="{7DDF2315-ABB9-814C-8BF7-10A87E542C2B}"/>
              </a:ext>
            </a:extLst>
          </p:cNvPr>
          <p:cNvPicPr>
            <a:picLocks noChangeAspect="1" noChangeArrowheads="1"/>
          </p:cNvPicPr>
          <p:nvPr/>
        </p:nvPicPr>
        <p:blipFill>
          <a:blip r:embed="rId2" cstate="screen">
            <a:alphaModFix amt="10000"/>
            <a:extLst>
              <a:ext uri="{28A0092B-C50C-407E-A947-70E740481C1C}">
                <a14:useLocalDpi xmlns:a14="http://schemas.microsoft.com/office/drawing/2010/main"/>
              </a:ext>
            </a:extLst>
          </a:blip>
          <a:srcRect l="17027" t="-3680" r="-18742" b="29318"/>
          <a:stretch>
            <a:fillRect/>
          </a:stretch>
        </p:blipFill>
        <p:spPr bwMode="auto">
          <a:xfrm>
            <a:off x="0" y="3582988"/>
            <a:ext cx="3551238"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ttangolo 6">
            <a:extLst>
              <a:ext uri="{FF2B5EF4-FFF2-40B4-BE49-F238E27FC236}">
                <a16:creationId xmlns:a16="http://schemas.microsoft.com/office/drawing/2014/main" id="{755FA066-1C3E-6141-8FF0-F9EB8FD77D03}"/>
              </a:ext>
            </a:extLst>
          </p:cNvPr>
          <p:cNvSpPr/>
          <p:nvPr/>
        </p:nvSpPr>
        <p:spPr>
          <a:xfrm>
            <a:off x="4275138" y="522288"/>
            <a:ext cx="842962" cy="5892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pic>
        <p:nvPicPr>
          <p:cNvPr id="8" name="Immagine 4">
            <a:extLst>
              <a:ext uri="{FF2B5EF4-FFF2-40B4-BE49-F238E27FC236}">
                <a16:creationId xmlns:a16="http://schemas.microsoft.com/office/drawing/2014/main" id="{CCBB3F94-2D9D-7047-B850-1DEF31CAADDA}"/>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0477500" y="265113"/>
            <a:ext cx="13525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Immagine 5">
            <a:extLst>
              <a:ext uri="{FF2B5EF4-FFF2-40B4-BE49-F238E27FC236}">
                <a16:creationId xmlns:a16="http://schemas.microsoft.com/office/drawing/2014/main" id="{C371C1ED-D55C-9144-8DE8-E33ED5A996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030788" y="6488113"/>
            <a:ext cx="21304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egnaposto numero diapositiva 5">
            <a:extLst>
              <a:ext uri="{FF2B5EF4-FFF2-40B4-BE49-F238E27FC236}">
                <a16:creationId xmlns:a16="http://schemas.microsoft.com/office/drawing/2014/main" id="{5FC848A0-E745-CD4D-BA5D-407CB030AAE4}"/>
              </a:ext>
            </a:extLst>
          </p:cNvPr>
          <p:cNvSpPr txBox="1">
            <a:spLocks/>
          </p:cNvSpPr>
          <p:nvPr/>
        </p:nvSpPr>
        <p:spPr>
          <a:xfrm>
            <a:off x="9145588" y="6356350"/>
            <a:ext cx="2743200" cy="365125"/>
          </a:xfrm>
          <a:prstGeom prst="rect">
            <a:avLst/>
          </a:prstGeom>
        </p:spPr>
        <p:txBody>
          <a:bodyPr anchor="ctr"/>
          <a:lstStyle>
            <a:defPPr>
              <a:defRPr lang="it-IT"/>
            </a:defPPr>
            <a:lvl1pPr marL="0" algn="r" defTabSz="914400" rtl="0" eaLnBrk="1" latinLnBrk="0" hangingPunct="1">
              <a:defRPr sz="1200" kern="1200">
                <a:solidFill>
                  <a:srgbClr val="0070C0"/>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BE3C60E3-AC6B-1F47-B694-B72E9E0385BC}" type="slidenum">
              <a:rPr lang="it-IT" smtClean="0"/>
              <a:pPr fontAlgn="auto">
                <a:spcBef>
                  <a:spcPts val="0"/>
                </a:spcBef>
                <a:spcAft>
                  <a:spcPts val="0"/>
                </a:spcAft>
                <a:defRPr/>
              </a:pPr>
              <a:t>‹#›</a:t>
            </a:fld>
            <a:endParaRPr lang="it-IT" dirty="0"/>
          </a:p>
        </p:txBody>
      </p:sp>
      <p:sp>
        <p:nvSpPr>
          <p:cNvPr id="14" name="Titolo 1"/>
          <p:cNvSpPr>
            <a:spLocks noGrp="1"/>
          </p:cNvSpPr>
          <p:nvPr>
            <p:ph type="ctrTitle"/>
          </p:nvPr>
        </p:nvSpPr>
        <p:spPr>
          <a:xfrm>
            <a:off x="314961" y="2722879"/>
            <a:ext cx="3723639" cy="1112203"/>
          </a:xfrm>
          <a:prstGeom prst="rect">
            <a:avLst/>
          </a:prstGeom>
        </p:spPr>
        <p:txBody>
          <a:bodyPr anchor="b">
            <a:noAutofit/>
          </a:bodyPr>
          <a:lstStyle>
            <a:lvl1pPr algn="l">
              <a:defRPr sz="2800" b="1" i="0">
                <a:solidFill>
                  <a:schemeClr val="tx2"/>
                </a:solidFill>
                <a:latin typeface="Montserrat" pitchFamily="2" charset="77"/>
              </a:defRPr>
            </a:lvl1pPr>
          </a:lstStyle>
          <a:p>
            <a:r>
              <a:rPr lang="it-IT" dirty="0"/>
              <a:t>Fare clic per modificare lo stile del titolo dello schema</a:t>
            </a:r>
          </a:p>
        </p:txBody>
      </p:sp>
      <p:sp>
        <p:nvSpPr>
          <p:cNvPr id="15" name="Sottotitolo 2"/>
          <p:cNvSpPr>
            <a:spLocks noGrp="1"/>
          </p:cNvSpPr>
          <p:nvPr>
            <p:ph type="subTitle" idx="1"/>
          </p:nvPr>
        </p:nvSpPr>
        <p:spPr>
          <a:xfrm>
            <a:off x="314960" y="3927158"/>
            <a:ext cx="2661920" cy="1223962"/>
          </a:xfrm>
          <a:prstGeom prst="rect">
            <a:avLst/>
          </a:prstGeom>
        </p:spPr>
        <p:txBody>
          <a:bodyPr>
            <a:normAutofit/>
          </a:bodyPr>
          <a:lstStyle>
            <a:lvl1pPr marL="0" indent="0" algn="l">
              <a:buNone/>
              <a:defRPr sz="1600" b="0" i="0">
                <a:solidFill>
                  <a:schemeClr val="tx2"/>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Fare clic per modificare lo stile del sottotitolo dello schema</a:t>
            </a:r>
          </a:p>
        </p:txBody>
      </p:sp>
      <p:pic>
        <p:nvPicPr>
          <p:cNvPr id="3" name="Immagine 2">
            <a:extLst>
              <a:ext uri="{FF2B5EF4-FFF2-40B4-BE49-F238E27FC236}">
                <a16:creationId xmlns:a16="http://schemas.microsoft.com/office/drawing/2014/main" id="{972886A3-D67E-4122-880C-E33AB39C3E80}"/>
              </a:ext>
            </a:extLst>
          </p:cNvPr>
          <p:cNvPicPr>
            <a:picLocks noChangeAspect="1"/>
          </p:cNvPicPr>
          <p:nvPr userDrawn="1"/>
        </p:nvPicPr>
        <p:blipFill>
          <a:blip r:embed="rId5"/>
          <a:stretch>
            <a:fillRect/>
          </a:stretch>
        </p:blipFill>
        <p:spPr>
          <a:xfrm>
            <a:off x="5116612" y="522288"/>
            <a:ext cx="5288677" cy="5892800"/>
          </a:xfrm>
          <a:prstGeom prst="rect">
            <a:avLst/>
          </a:prstGeom>
        </p:spPr>
      </p:pic>
      <p:sp>
        <p:nvSpPr>
          <p:cNvPr id="6" name="Rettangolo 5">
            <a:extLst>
              <a:ext uri="{FF2B5EF4-FFF2-40B4-BE49-F238E27FC236}">
                <a16:creationId xmlns:a16="http://schemas.microsoft.com/office/drawing/2014/main" id="{00A78C66-FAD5-C746-931B-85EA64E10E09}"/>
              </a:ext>
            </a:extLst>
          </p:cNvPr>
          <p:cNvSpPr/>
          <p:nvPr/>
        </p:nvSpPr>
        <p:spPr>
          <a:xfrm>
            <a:off x="9223375" y="0"/>
            <a:ext cx="2790825" cy="6858000"/>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spTree>
    <p:extLst>
      <p:ext uri="{BB962C8B-B14F-4D97-AF65-F5344CB8AC3E}">
        <p14:creationId xmlns:p14="http://schemas.microsoft.com/office/powerpoint/2010/main" val="3965086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Section Title + Photo 01">
    <p:spTree>
      <p:nvGrpSpPr>
        <p:cNvPr id="1" name=""/>
        <p:cNvGrpSpPr/>
        <p:nvPr/>
      </p:nvGrpSpPr>
      <p:grpSpPr>
        <a:xfrm>
          <a:off x="0" y="0"/>
          <a:ext cx="0" cy="0"/>
          <a:chOff x="0" y="0"/>
          <a:chExt cx="0" cy="0"/>
        </a:xfrm>
      </p:grpSpPr>
      <p:pic>
        <p:nvPicPr>
          <p:cNvPr id="5" name="Immagine 1" descr="Immagine che contiene freccia&#10;&#10;Descrizione generata automaticamente">
            <a:extLst>
              <a:ext uri="{FF2B5EF4-FFF2-40B4-BE49-F238E27FC236}">
                <a16:creationId xmlns:a16="http://schemas.microsoft.com/office/drawing/2014/main" id="{7DDF2315-ABB9-814C-8BF7-10A87E542C2B}"/>
              </a:ext>
            </a:extLst>
          </p:cNvPr>
          <p:cNvPicPr>
            <a:picLocks noChangeAspect="1" noChangeArrowheads="1"/>
          </p:cNvPicPr>
          <p:nvPr/>
        </p:nvPicPr>
        <p:blipFill>
          <a:blip r:embed="rId2" cstate="screen">
            <a:alphaModFix amt="10000"/>
            <a:extLst>
              <a:ext uri="{28A0092B-C50C-407E-A947-70E740481C1C}">
                <a14:useLocalDpi xmlns:a14="http://schemas.microsoft.com/office/drawing/2010/main"/>
              </a:ext>
            </a:extLst>
          </a:blip>
          <a:srcRect l="17027" t="-3680" r="-18742" b="29318"/>
          <a:stretch>
            <a:fillRect/>
          </a:stretch>
        </p:blipFill>
        <p:spPr bwMode="auto">
          <a:xfrm>
            <a:off x="0" y="3582988"/>
            <a:ext cx="3551238"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ttangolo 6">
            <a:extLst>
              <a:ext uri="{FF2B5EF4-FFF2-40B4-BE49-F238E27FC236}">
                <a16:creationId xmlns:a16="http://schemas.microsoft.com/office/drawing/2014/main" id="{755FA066-1C3E-6141-8FF0-F9EB8FD77D03}"/>
              </a:ext>
            </a:extLst>
          </p:cNvPr>
          <p:cNvSpPr/>
          <p:nvPr/>
        </p:nvSpPr>
        <p:spPr>
          <a:xfrm>
            <a:off x="4275138" y="522288"/>
            <a:ext cx="842962" cy="5892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pic>
        <p:nvPicPr>
          <p:cNvPr id="8" name="Immagine 4">
            <a:extLst>
              <a:ext uri="{FF2B5EF4-FFF2-40B4-BE49-F238E27FC236}">
                <a16:creationId xmlns:a16="http://schemas.microsoft.com/office/drawing/2014/main" id="{CCBB3F94-2D9D-7047-B850-1DEF31CAADDA}"/>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0477500" y="265113"/>
            <a:ext cx="13525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Immagine 5">
            <a:extLst>
              <a:ext uri="{FF2B5EF4-FFF2-40B4-BE49-F238E27FC236}">
                <a16:creationId xmlns:a16="http://schemas.microsoft.com/office/drawing/2014/main" id="{C371C1ED-D55C-9144-8DE8-E33ED5A996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030788" y="6488113"/>
            <a:ext cx="21304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egnaposto numero diapositiva 5">
            <a:extLst>
              <a:ext uri="{FF2B5EF4-FFF2-40B4-BE49-F238E27FC236}">
                <a16:creationId xmlns:a16="http://schemas.microsoft.com/office/drawing/2014/main" id="{5FC848A0-E745-CD4D-BA5D-407CB030AAE4}"/>
              </a:ext>
            </a:extLst>
          </p:cNvPr>
          <p:cNvSpPr txBox="1">
            <a:spLocks/>
          </p:cNvSpPr>
          <p:nvPr/>
        </p:nvSpPr>
        <p:spPr>
          <a:xfrm>
            <a:off x="9145588" y="6356350"/>
            <a:ext cx="2743200" cy="365125"/>
          </a:xfrm>
          <a:prstGeom prst="rect">
            <a:avLst/>
          </a:prstGeom>
        </p:spPr>
        <p:txBody>
          <a:bodyPr anchor="ctr"/>
          <a:lstStyle>
            <a:defPPr>
              <a:defRPr lang="it-IT"/>
            </a:defPPr>
            <a:lvl1pPr marL="0" algn="r" defTabSz="914400" rtl="0" eaLnBrk="1" latinLnBrk="0" hangingPunct="1">
              <a:defRPr sz="1200" kern="1200">
                <a:solidFill>
                  <a:srgbClr val="0070C0"/>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BE3C60E3-AC6B-1F47-B694-B72E9E0385BC}" type="slidenum">
              <a:rPr lang="it-IT" smtClean="0"/>
              <a:pPr fontAlgn="auto">
                <a:spcBef>
                  <a:spcPts val="0"/>
                </a:spcBef>
                <a:spcAft>
                  <a:spcPts val="0"/>
                </a:spcAft>
                <a:defRPr/>
              </a:pPr>
              <a:t>‹#›</a:t>
            </a:fld>
            <a:endParaRPr lang="it-IT" dirty="0"/>
          </a:p>
        </p:txBody>
      </p:sp>
      <p:sp>
        <p:nvSpPr>
          <p:cNvPr id="14" name="Titolo 1"/>
          <p:cNvSpPr>
            <a:spLocks noGrp="1"/>
          </p:cNvSpPr>
          <p:nvPr>
            <p:ph type="ctrTitle"/>
          </p:nvPr>
        </p:nvSpPr>
        <p:spPr>
          <a:xfrm>
            <a:off x="314961" y="2722879"/>
            <a:ext cx="3723639" cy="1112203"/>
          </a:xfrm>
          <a:prstGeom prst="rect">
            <a:avLst/>
          </a:prstGeom>
        </p:spPr>
        <p:txBody>
          <a:bodyPr anchor="b">
            <a:noAutofit/>
          </a:bodyPr>
          <a:lstStyle>
            <a:lvl1pPr algn="l">
              <a:defRPr sz="2800" b="1" i="0">
                <a:solidFill>
                  <a:schemeClr val="tx2"/>
                </a:solidFill>
                <a:latin typeface="Montserrat" pitchFamily="2" charset="77"/>
              </a:defRPr>
            </a:lvl1pPr>
          </a:lstStyle>
          <a:p>
            <a:r>
              <a:rPr lang="it-IT" dirty="0"/>
              <a:t>Fare clic per modificare lo stile del titolo dello schema</a:t>
            </a:r>
          </a:p>
        </p:txBody>
      </p:sp>
      <p:sp>
        <p:nvSpPr>
          <p:cNvPr id="15" name="Sottotitolo 2"/>
          <p:cNvSpPr>
            <a:spLocks noGrp="1"/>
          </p:cNvSpPr>
          <p:nvPr>
            <p:ph type="subTitle" idx="1"/>
          </p:nvPr>
        </p:nvSpPr>
        <p:spPr>
          <a:xfrm>
            <a:off x="314960" y="3927158"/>
            <a:ext cx="2661920" cy="1223962"/>
          </a:xfrm>
          <a:prstGeom prst="rect">
            <a:avLst/>
          </a:prstGeom>
        </p:spPr>
        <p:txBody>
          <a:bodyPr>
            <a:normAutofit/>
          </a:bodyPr>
          <a:lstStyle>
            <a:lvl1pPr marL="0" indent="0" algn="l">
              <a:buNone/>
              <a:defRPr sz="1600" b="0" i="0">
                <a:solidFill>
                  <a:schemeClr val="tx2"/>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Fare clic per modificare lo stile del sottotitolo dello schema</a:t>
            </a:r>
          </a:p>
        </p:txBody>
      </p:sp>
      <p:pic>
        <p:nvPicPr>
          <p:cNvPr id="11" name="Immagine 10">
            <a:extLst>
              <a:ext uri="{FF2B5EF4-FFF2-40B4-BE49-F238E27FC236}">
                <a16:creationId xmlns:a16="http://schemas.microsoft.com/office/drawing/2014/main" id="{A8957D39-6D9F-4874-A246-05730192B768}"/>
              </a:ext>
            </a:extLst>
          </p:cNvPr>
          <p:cNvPicPr>
            <a:picLocks noChangeAspect="1"/>
          </p:cNvPicPr>
          <p:nvPr userDrawn="1"/>
        </p:nvPicPr>
        <p:blipFill>
          <a:blip r:embed="rId5"/>
          <a:stretch>
            <a:fillRect/>
          </a:stretch>
        </p:blipFill>
        <p:spPr>
          <a:xfrm>
            <a:off x="5115287" y="522288"/>
            <a:ext cx="5248057" cy="5892800"/>
          </a:xfrm>
          <a:prstGeom prst="rect">
            <a:avLst/>
          </a:prstGeom>
        </p:spPr>
      </p:pic>
      <p:sp>
        <p:nvSpPr>
          <p:cNvPr id="6" name="Rettangolo 5">
            <a:extLst>
              <a:ext uri="{FF2B5EF4-FFF2-40B4-BE49-F238E27FC236}">
                <a16:creationId xmlns:a16="http://schemas.microsoft.com/office/drawing/2014/main" id="{00A78C66-FAD5-C746-931B-85EA64E10E09}"/>
              </a:ext>
            </a:extLst>
          </p:cNvPr>
          <p:cNvSpPr/>
          <p:nvPr/>
        </p:nvSpPr>
        <p:spPr>
          <a:xfrm>
            <a:off x="9223375" y="0"/>
            <a:ext cx="2790825" cy="6858000"/>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spTree>
    <p:extLst>
      <p:ext uri="{BB962C8B-B14F-4D97-AF65-F5344CB8AC3E}">
        <p14:creationId xmlns:p14="http://schemas.microsoft.com/office/powerpoint/2010/main" val="2779004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Title, Photo, Text &amp; Graphcis 01">
    <p:spTree>
      <p:nvGrpSpPr>
        <p:cNvPr id="1" name=""/>
        <p:cNvGrpSpPr/>
        <p:nvPr/>
      </p:nvGrpSpPr>
      <p:grpSpPr>
        <a:xfrm>
          <a:off x="0" y="0"/>
          <a:ext cx="0" cy="0"/>
          <a:chOff x="0" y="0"/>
          <a:chExt cx="0" cy="0"/>
        </a:xfrm>
      </p:grpSpPr>
      <p:pic>
        <p:nvPicPr>
          <p:cNvPr id="13" name="Immagine 4" descr="Immagine che contiene freccia&#10;&#10;Descrizione generata automaticamente">
            <a:extLst>
              <a:ext uri="{FF2B5EF4-FFF2-40B4-BE49-F238E27FC236}">
                <a16:creationId xmlns:a16="http://schemas.microsoft.com/office/drawing/2014/main" id="{DB20B8D5-B6D1-4E40-9875-BF288B49695F}"/>
              </a:ext>
            </a:extLst>
          </p:cNvPr>
          <p:cNvPicPr>
            <a:picLocks noChangeAspect="1" noChangeArrowheads="1"/>
          </p:cNvPicPr>
          <p:nvPr userDrawn="1"/>
        </p:nvPicPr>
        <p:blipFill>
          <a:blip r:embed="rId2" cstate="screen">
            <a:alphaModFix amt="10000"/>
            <a:extLst>
              <a:ext uri="{28A0092B-C50C-407E-A947-70E740481C1C}">
                <a14:useLocalDpi xmlns:a14="http://schemas.microsoft.com/office/drawing/2010/main"/>
              </a:ext>
            </a:extLst>
          </a:blip>
          <a:srcRect l="17027" t="-3680" r="-18742" b="29318"/>
          <a:stretch>
            <a:fillRect/>
          </a:stretch>
        </p:blipFill>
        <p:spPr bwMode="auto">
          <a:xfrm>
            <a:off x="0" y="3582988"/>
            <a:ext cx="3551238"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magine 1">
            <a:extLst>
              <a:ext uri="{FF2B5EF4-FFF2-40B4-BE49-F238E27FC236}">
                <a16:creationId xmlns:a16="http://schemas.microsoft.com/office/drawing/2014/main" id="{372AFE2D-214C-6548-B6E1-E9D97499E00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030788" y="6488113"/>
            <a:ext cx="21304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Immagine 4">
            <a:extLst>
              <a:ext uri="{FF2B5EF4-FFF2-40B4-BE49-F238E27FC236}">
                <a16:creationId xmlns:a16="http://schemas.microsoft.com/office/drawing/2014/main" id="{187F081F-ABD2-2341-8BD7-6173CE5618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477500" y="265113"/>
            <a:ext cx="13525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egnaposto numero diapositiva 5">
            <a:extLst>
              <a:ext uri="{FF2B5EF4-FFF2-40B4-BE49-F238E27FC236}">
                <a16:creationId xmlns:a16="http://schemas.microsoft.com/office/drawing/2014/main" id="{40B5F8DC-A1C1-DC4A-A0A7-C9BBBC367363}"/>
              </a:ext>
            </a:extLst>
          </p:cNvPr>
          <p:cNvSpPr txBox="1">
            <a:spLocks/>
          </p:cNvSpPr>
          <p:nvPr/>
        </p:nvSpPr>
        <p:spPr>
          <a:xfrm>
            <a:off x="9145588" y="6356350"/>
            <a:ext cx="2743200" cy="365125"/>
          </a:xfrm>
          <a:prstGeom prst="rect">
            <a:avLst/>
          </a:prstGeom>
        </p:spPr>
        <p:txBody>
          <a:bodyPr anchor="ctr"/>
          <a:lstStyle>
            <a:defPPr>
              <a:defRPr lang="it-IT"/>
            </a:defPPr>
            <a:lvl1pPr marL="0" algn="r" defTabSz="914400" rtl="0" eaLnBrk="1" latinLnBrk="0" hangingPunct="1">
              <a:defRPr sz="1200" kern="1200">
                <a:solidFill>
                  <a:srgbClr val="0070C0"/>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F6D2ADB9-18AF-6C46-9B8E-358A92A26A60}" type="slidenum">
              <a:rPr lang="it-IT" smtClean="0"/>
              <a:pPr fontAlgn="auto">
                <a:spcBef>
                  <a:spcPts val="0"/>
                </a:spcBef>
                <a:spcAft>
                  <a:spcPts val="0"/>
                </a:spcAft>
                <a:defRPr/>
              </a:pPr>
              <a:t>‹#›</a:t>
            </a:fld>
            <a:endParaRPr lang="it-IT" dirty="0"/>
          </a:p>
        </p:txBody>
      </p:sp>
      <p:sp>
        <p:nvSpPr>
          <p:cNvPr id="12" name="Titolo 1"/>
          <p:cNvSpPr>
            <a:spLocks noGrp="1"/>
          </p:cNvSpPr>
          <p:nvPr>
            <p:ph type="ctrTitle"/>
          </p:nvPr>
        </p:nvSpPr>
        <p:spPr>
          <a:xfrm>
            <a:off x="277290" y="534147"/>
            <a:ext cx="3013346" cy="1920240"/>
          </a:xfrm>
          <a:prstGeom prst="rect">
            <a:avLst/>
          </a:prstGeom>
        </p:spPr>
        <p:txBody>
          <a:bodyPr anchor="t" anchorCtr="0">
            <a:noAutofit/>
          </a:bodyPr>
          <a:lstStyle>
            <a:lvl1pPr algn="l">
              <a:defRPr sz="2800" b="1" i="0">
                <a:solidFill>
                  <a:schemeClr val="tx1"/>
                </a:solidFill>
                <a:latin typeface="Montserrat" pitchFamily="2" charset="77"/>
              </a:defRPr>
            </a:lvl1pPr>
          </a:lstStyle>
          <a:p>
            <a:r>
              <a:rPr lang="it-IT" dirty="0"/>
              <a:t>Fare clic per modificare lo stile del titolo dello schema</a:t>
            </a:r>
          </a:p>
        </p:txBody>
      </p:sp>
      <p:sp>
        <p:nvSpPr>
          <p:cNvPr id="14" name="Segnaposto contenuto 2"/>
          <p:cNvSpPr>
            <a:spLocks noGrp="1"/>
          </p:cNvSpPr>
          <p:nvPr>
            <p:ph sz="half" idx="1"/>
          </p:nvPr>
        </p:nvSpPr>
        <p:spPr>
          <a:xfrm>
            <a:off x="6463495" y="1825625"/>
            <a:ext cx="2375705" cy="4351338"/>
          </a:xfrm>
          <a:prstGeom prst="rect">
            <a:avLst/>
          </a:prstGeom>
        </p:spPr>
        <p:txBody>
          <a:bodyPr>
            <a:normAutofit/>
          </a:bodyPr>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600" b="1" i="0">
                <a:solidFill>
                  <a:schemeClr val="tx2"/>
                </a:solidFill>
                <a:latin typeface="Montserrat" pitchFamily="2" charset="77"/>
              </a:defRPr>
            </a:lvl1pPr>
            <a:lvl2pPr marL="457200" indent="0">
              <a:buNone/>
              <a:defRPr sz="1600" b="1" i="0">
                <a:solidFill>
                  <a:schemeClr val="bg2">
                    <a:lumMod val="25000"/>
                  </a:schemeClr>
                </a:solidFill>
                <a:latin typeface="Montserrat" pitchFamily="2" charset="77"/>
              </a:defRPr>
            </a:lvl2pPr>
            <a:lvl3pPr marL="914400" indent="0">
              <a:buFont typeface="Arial" panose="020B0604020202020204" pitchFamily="34" charset="0"/>
              <a:buNone/>
              <a:defRPr sz="1600" b="1" i="0">
                <a:solidFill>
                  <a:schemeClr val="bg2">
                    <a:lumMod val="25000"/>
                  </a:schemeClr>
                </a:solidFill>
                <a:latin typeface="Montserrat" pitchFamily="2" charset="77"/>
              </a:defRPr>
            </a:lvl3pPr>
            <a:lvl4pPr marL="1371600" indent="0">
              <a:buFont typeface="Arial" panose="020B0604020202020204" pitchFamily="34" charset="0"/>
              <a:buNone/>
              <a:defRPr sz="1600" b="1" i="0">
                <a:solidFill>
                  <a:schemeClr val="bg2">
                    <a:lumMod val="25000"/>
                  </a:schemeClr>
                </a:solidFill>
                <a:latin typeface="Montserrat" pitchFamily="2" charset="77"/>
              </a:defRPr>
            </a:lvl4pPr>
            <a:lvl5pPr marL="1828800" indent="0">
              <a:buFont typeface="Arial" panose="020B0604020202020204" pitchFamily="34" charset="0"/>
              <a:buNone/>
              <a:defRPr sz="1600" b="1" i="0">
                <a:solidFill>
                  <a:schemeClr val="bg2">
                    <a:lumMod val="25000"/>
                  </a:schemeClr>
                </a:solidFill>
                <a:latin typeface="Montserrat" pitchFamily="2" charset="77"/>
              </a:defRPr>
            </a:lvl5pPr>
          </a:lstStyle>
          <a:p>
            <a:pPr lvl="0"/>
            <a:r>
              <a:rPr lang="it-IT" dirty="0"/>
              <a:t>Fare clic per modificare gli stili del testo dello schema</a:t>
            </a:r>
          </a:p>
          <a:p>
            <a:pPr lvl="0"/>
            <a:endParaRPr lang="it-IT" dirty="0"/>
          </a:p>
          <a:p>
            <a:pPr lvl="0"/>
            <a:endParaRPr lang="it-IT" dirty="0"/>
          </a:p>
          <a:p>
            <a:r>
              <a:rPr lang="fr-FR" dirty="0"/>
              <a:t>	</a:t>
            </a:r>
          </a:p>
          <a:p>
            <a:pPr lvl="0"/>
            <a:endParaRPr lang="it-IT" dirty="0"/>
          </a:p>
          <a:p>
            <a:pPr lvl="0"/>
            <a:endParaRPr lang="it-IT" dirty="0"/>
          </a:p>
          <a:p>
            <a:pPr lvl="0"/>
            <a:endParaRPr lang="it-IT" dirty="0"/>
          </a:p>
        </p:txBody>
      </p:sp>
      <p:sp>
        <p:nvSpPr>
          <p:cNvPr id="16" name="Segnaposto contenuto 2"/>
          <p:cNvSpPr>
            <a:spLocks noGrp="1"/>
          </p:cNvSpPr>
          <p:nvPr>
            <p:ph sz="half" idx="12"/>
          </p:nvPr>
        </p:nvSpPr>
        <p:spPr>
          <a:xfrm>
            <a:off x="8962855" y="1825625"/>
            <a:ext cx="2375705" cy="4351338"/>
          </a:xfrm>
          <a:prstGeom prst="rect">
            <a:avLst/>
          </a:prstGeom>
        </p:spPr>
        <p:txBody>
          <a:bodyPr>
            <a:normAutofit/>
          </a:bodyPr>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600" b="1" i="0">
                <a:solidFill>
                  <a:schemeClr val="tx2"/>
                </a:solidFill>
                <a:latin typeface="Montserrat" pitchFamily="2" charset="77"/>
              </a:defRPr>
            </a:lvl1pPr>
            <a:lvl2pPr marL="457200" indent="0">
              <a:buNone/>
              <a:defRPr sz="1600" b="1" i="0">
                <a:solidFill>
                  <a:schemeClr val="bg2">
                    <a:lumMod val="25000"/>
                  </a:schemeClr>
                </a:solidFill>
                <a:latin typeface="Montserrat" pitchFamily="2" charset="77"/>
              </a:defRPr>
            </a:lvl2pPr>
            <a:lvl3pPr marL="914400" indent="0">
              <a:buFont typeface="Arial" panose="020B0604020202020204" pitchFamily="34" charset="0"/>
              <a:buNone/>
              <a:defRPr sz="1600" b="1" i="0">
                <a:solidFill>
                  <a:schemeClr val="bg2">
                    <a:lumMod val="25000"/>
                  </a:schemeClr>
                </a:solidFill>
                <a:latin typeface="Montserrat" pitchFamily="2" charset="77"/>
              </a:defRPr>
            </a:lvl3pPr>
            <a:lvl4pPr marL="1371600" indent="0">
              <a:buFont typeface="Arial" panose="020B0604020202020204" pitchFamily="34" charset="0"/>
              <a:buNone/>
              <a:defRPr sz="1600" b="1" i="0">
                <a:solidFill>
                  <a:schemeClr val="bg2">
                    <a:lumMod val="25000"/>
                  </a:schemeClr>
                </a:solidFill>
                <a:latin typeface="Montserrat" pitchFamily="2" charset="77"/>
              </a:defRPr>
            </a:lvl4pPr>
            <a:lvl5pPr marL="1828800" indent="0">
              <a:buFont typeface="Arial" panose="020B0604020202020204" pitchFamily="34" charset="0"/>
              <a:buNone/>
              <a:defRPr sz="1600" b="1" i="0">
                <a:solidFill>
                  <a:schemeClr val="bg2">
                    <a:lumMod val="25000"/>
                  </a:schemeClr>
                </a:solidFill>
                <a:latin typeface="Montserrat" pitchFamily="2" charset="77"/>
              </a:defRPr>
            </a:lvl5pPr>
          </a:lstStyle>
          <a:p>
            <a:pPr lvl="0"/>
            <a:r>
              <a:rPr lang="it-IT" dirty="0"/>
              <a:t>Fare clic per modificare gli stili del testo dello schema</a:t>
            </a:r>
          </a:p>
          <a:p>
            <a:pPr lvl="0"/>
            <a:endParaRPr lang="it-IT" dirty="0"/>
          </a:p>
          <a:p>
            <a:pPr lvl="0"/>
            <a:endParaRPr lang="it-IT" dirty="0"/>
          </a:p>
          <a:p>
            <a:r>
              <a:rPr lang="fr-FR" dirty="0"/>
              <a:t>	</a:t>
            </a:r>
          </a:p>
          <a:p>
            <a:pPr lvl="0"/>
            <a:endParaRPr lang="it-IT" dirty="0"/>
          </a:p>
          <a:p>
            <a:pPr lvl="0"/>
            <a:endParaRPr lang="it-IT" dirty="0"/>
          </a:p>
          <a:p>
            <a:pPr lvl="0"/>
            <a:endParaRPr lang="it-IT" dirty="0"/>
          </a:p>
        </p:txBody>
      </p:sp>
      <p:pic>
        <p:nvPicPr>
          <p:cNvPr id="4" name="Immagine 3">
            <a:extLst>
              <a:ext uri="{FF2B5EF4-FFF2-40B4-BE49-F238E27FC236}">
                <a16:creationId xmlns:a16="http://schemas.microsoft.com/office/drawing/2014/main" id="{B65482EC-B50D-4D77-B91C-11CB1FCC2592}"/>
              </a:ext>
            </a:extLst>
          </p:cNvPr>
          <p:cNvPicPr>
            <a:picLocks noChangeAspect="1"/>
          </p:cNvPicPr>
          <p:nvPr userDrawn="1"/>
        </p:nvPicPr>
        <p:blipFill>
          <a:blip r:embed="rId5"/>
          <a:stretch>
            <a:fillRect/>
          </a:stretch>
        </p:blipFill>
        <p:spPr>
          <a:xfrm>
            <a:off x="10742" y="1809639"/>
            <a:ext cx="5705475" cy="3571875"/>
          </a:xfrm>
          <a:prstGeom prst="rect">
            <a:avLst/>
          </a:prstGeom>
        </p:spPr>
      </p:pic>
      <p:sp>
        <p:nvSpPr>
          <p:cNvPr id="7" name="Rettangolo 6">
            <a:extLst>
              <a:ext uri="{FF2B5EF4-FFF2-40B4-BE49-F238E27FC236}">
                <a16:creationId xmlns:a16="http://schemas.microsoft.com/office/drawing/2014/main" id="{4D7105E0-1546-414B-9DC8-86888F9DB85E}"/>
              </a:ext>
            </a:extLst>
          </p:cNvPr>
          <p:cNvSpPr/>
          <p:nvPr/>
        </p:nvSpPr>
        <p:spPr>
          <a:xfrm>
            <a:off x="193675" y="0"/>
            <a:ext cx="3181350" cy="6858000"/>
          </a:xfrm>
          <a:prstGeom prst="rect">
            <a:avLst/>
          </a:prstGeom>
          <a:solidFill>
            <a:schemeClr val="accent4">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sp>
        <p:nvSpPr>
          <p:cNvPr id="8" name="Rettangolo 7">
            <a:extLst>
              <a:ext uri="{FF2B5EF4-FFF2-40B4-BE49-F238E27FC236}">
                <a16:creationId xmlns:a16="http://schemas.microsoft.com/office/drawing/2014/main" id="{D5FAB3BF-E251-7843-ADCD-74931907E2CF}"/>
              </a:ext>
            </a:extLst>
          </p:cNvPr>
          <p:cNvSpPr/>
          <p:nvPr/>
        </p:nvSpPr>
        <p:spPr>
          <a:xfrm>
            <a:off x="1293813" y="0"/>
            <a:ext cx="3181350"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spTree>
    <p:extLst>
      <p:ext uri="{BB962C8B-B14F-4D97-AF65-F5344CB8AC3E}">
        <p14:creationId xmlns:p14="http://schemas.microsoft.com/office/powerpoint/2010/main" val="755586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rt Title, Text &amp; Graphcis 02">
    <p:spTree>
      <p:nvGrpSpPr>
        <p:cNvPr id="1" name=""/>
        <p:cNvGrpSpPr/>
        <p:nvPr/>
      </p:nvGrpSpPr>
      <p:grpSpPr>
        <a:xfrm>
          <a:off x="0" y="0"/>
          <a:ext cx="0" cy="0"/>
          <a:chOff x="0" y="0"/>
          <a:chExt cx="0" cy="0"/>
        </a:xfrm>
      </p:grpSpPr>
      <p:pic>
        <p:nvPicPr>
          <p:cNvPr id="14" name="Immagine 4" descr="Immagine che contiene freccia&#10;&#10;Descrizione generata automaticamente">
            <a:extLst>
              <a:ext uri="{FF2B5EF4-FFF2-40B4-BE49-F238E27FC236}">
                <a16:creationId xmlns:a16="http://schemas.microsoft.com/office/drawing/2014/main" id="{C21DE3F0-B6D6-C246-AA74-2CB489D8DD64}"/>
              </a:ext>
            </a:extLst>
          </p:cNvPr>
          <p:cNvPicPr>
            <a:picLocks noChangeAspect="1" noChangeArrowheads="1"/>
          </p:cNvPicPr>
          <p:nvPr userDrawn="1"/>
        </p:nvPicPr>
        <p:blipFill>
          <a:blip r:embed="rId2" cstate="screen">
            <a:alphaModFix amt="10000"/>
            <a:extLst>
              <a:ext uri="{28A0092B-C50C-407E-A947-70E740481C1C}">
                <a14:useLocalDpi xmlns:a14="http://schemas.microsoft.com/office/drawing/2010/main"/>
              </a:ext>
            </a:extLst>
          </a:blip>
          <a:srcRect l="17027" t="-3680" r="-18742" b="29318"/>
          <a:stretch>
            <a:fillRect/>
          </a:stretch>
        </p:blipFill>
        <p:spPr bwMode="auto">
          <a:xfrm>
            <a:off x="0" y="3582988"/>
            <a:ext cx="3551238"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ttangolo 5">
            <a:extLst>
              <a:ext uri="{FF2B5EF4-FFF2-40B4-BE49-F238E27FC236}">
                <a16:creationId xmlns:a16="http://schemas.microsoft.com/office/drawing/2014/main" id="{68659CDE-F292-4148-9BA9-B77F820E85F5}"/>
              </a:ext>
            </a:extLst>
          </p:cNvPr>
          <p:cNvSpPr/>
          <p:nvPr/>
        </p:nvSpPr>
        <p:spPr>
          <a:xfrm>
            <a:off x="193675" y="0"/>
            <a:ext cx="3181350" cy="6858000"/>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sp>
        <p:nvSpPr>
          <p:cNvPr id="7" name="Rettangolo 6">
            <a:extLst>
              <a:ext uri="{FF2B5EF4-FFF2-40B4-BE49-F238E27FC236}">
                <a16:creationId xmlns:a16="http://schemas.microsoft.com/office/drawing/2014/main" id="{7455D1C7-183F-2A47-98AB-38CBF03B62EB}"/>
              </a:ext>
            </a:extLst>
          </p:cNvPr>
          <p:cNvSpPr/>
          <p:nvPr/>
        </p:nvSpPr>
        <p:spPr>
          <a:xfrm>
            <a:off x="752475" y="0"/>
            <a:ext cx="3181350" cy="6858000"/>
          </a:xfrm>
          <a:prstGeom prst="rect">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pic>
        <p:nvPicPr>
          <p:cNvPr id="8" name="Immagine 3">
            <a:extLst>
              <a:ext uri="{FF2B5EF4-FFF2-40B4-BE49-F238E27FC236}">
                <a16:creationId xmlns:a16="http://schemas.microsoft.com/office/drawing/2014/main" id="{89B218C4-3E78-BC4A-99EF-80E3C3C180B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0477500" y="265113"/>
            <a:ext cx="13525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egnaposto numero diapositiva 5">
            <a:extLst>
              <a:ext uri="{FF2B5EF4-FFF2-40B4-BE49-F238E27FC236}">
                <a16:creationId xmlns:a16="http://schemas.microsoft.com/office/drawing/2014/main" id="{A80B5598-19B8-264C-9128-80A2A0863DA0}"/>
              </a:ext>
            </a:extLst>
          </p:cNvPr>
          <p:cNvSpPr txBox="1">
            <a:spLocks/>
          </p:cNvSpPr>
          <p:nvPr/>
        </p:nvSpPr>
        <p:spPr>
          <a:xfrm>
            <a:off x="9145588" y="6356350"/>
            <a:ext cx="2743200" cy="365125"/>
          </a:xfrm>
          <a:prstGeom prst="rect">
            <a:avLst/>
          </a:prstGeom>
        </p:spPr>
        <p:txBody>
          <a:bodyPr anchor="ctr"/>
          <a:lstStyle>
            <a:defPPr>
              <a:defRPr lang="it-IT"/>
            </a:defPPr>
            <a:lvl1pPr marL="0" algn="r" defTabSz="914400" rtl="0" eaLnBrk="1" latinLnBrk="0" hangingPunct="1">
              <a:defRPr sz="1200" kern="1200">
                <a:solidFill>
                  <a:srgbClr val="0070C0"/>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ACC2F8CE-7A66-6E40-9970-A07E8F047879}" type="slidenum">
              <a:rPr lang="it-IT" smtClean="0"/>
              <a:pPr fontAlgn="auto">
                <a:spcBef>
                  <a:spcPts val="0"/>
                </a:spcBef>
                <a:spcAft>
                  <a:spcPts val="0"/>
                </a:spcAft>
                <a:defRPr/>
              </a:pPr>
              <a:t>‹#›</a:t>
            </a:fld>
            <a:endParaRPr lang="it-IT" dirty="0"/>
          </a:p>
        </p:txBody>
      </p:sp>
      <p:pic>
        <p:nvPicPr>
          <p:cNvPr id="11" name="Immagine 6">
            <a:extLst>
              <a:ext uri="{FF2B5EF4-FFF2-40B4-BE49-F238E27FC236}">
                <a16:creationId xmlns:a16="http://schemas.microsoft.com/office/drawing/2014/main" id="{553E69B8-C212-6B4D-93FF-8B30FD3F05A0}"/>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030788" y="6488113"/>
            <a:ext cx="21304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olo 1"/>
          <p:cNvSpPr>
            <a:spLocks noGrp="1"/>
          </p:cNvSpPr>
          <p:nvPr>
            <p:ph type="ctrTitle"/>
          </p:nvPr>
        </p:nvSpPr>
        <p:spPr>
          <a:xfrm>
            <a:off x="277290" y="534147"/>
            <a:ext cx="3013346" cy="1920240"/>
          </a:xfrm>
          <a:prstGeom prst="rect">
            <a:avLst/>
          </a:prstGeom>
        </p:spPr>
        <p:txBody>
          <a:bodyPr anchor="t" anchorCtr="0">
            <a:noAutofit/>
          </a:bodyPr>
          <a:lstStyle>
            <a:lvl1pPr algn="l">
              <a:defRPr sz="2800" b="1" i="0">
                <a:solidFill>
                  <a:schemeClr val="tx1"/>
                </a:solidFill>
                <a:latin typeface="Montserrat" pitchFamily="2" charset="77"/>
              </a:defRPr>
            </a:lvl1pPr>
          </a:lstStyle>
          <a:p>
            <a:r>
              <a:rPr lang="it-IT" dirty="0"/>
              <a:t>Fare clic per modificare lo stile del titolo dello schema</a:t>
            </a:r>
          </a:p>
        </p:txBody>
      </p:sp>
      <p:sp>
        <p:nvSpPr>
          <p:cNvPr id="13" name="Segnaposto contenuto 2"/>
          <p:cNvSpPr>
            <a:spLocks noGrp="1"/>
          </p:cNvSpPr>
          <p:nvPr>
            <p:ph sz="half" idx="1"/>
          </p:nvPr>
        </p:nvSpPr>
        <p:spPr>
          <a:xfrm>
            <a:off x="4038600" y="1681163"/>
            <a:ext cx="2375705" cy="4495800"/>
          </a:xfrm>
          <a:prstGeom prst="rect">
            <a:avLst/>
          </a:prstGeom>
        </p:spPr>
        <p:txBody>
          <a:bodyPr>
            <a:normAutofit/>
          </a:bodyPr>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600" b="1" i="0">
                <a:solidFill>
                  <a:schemeClr val="tx2"/>
                </a:solidFill>
                <a:latin typeface="Montserrat" pitchFamily="2" charset="77"/>
              </a:defRPr>
            </a:lvl1pPr>
            <a:lvl2pPr marL="457200" indent="0">
              <a:buNone/>
              <a:defRPr sz="1600" b="1" i="0">
                <a:solidFill>
                  <a:schemeClr val="bg2">
                    <a:lumMod val="25000"/>
                  </a:schemeClr>
                </a:solidFill>
                <a:latin typeface="Montserrat" pitchFamily="2" charset="77"/>
              </a:defRPr>
            </a:lvl2pPr>
            <a:lvl3pPr marL="914400" indent="0">
              <a:buFont typeface="Arial" panose="020B0604020202020204" pitchFamily="34" charset="0"/>
              <a:buNone/>
              <a:defRPr sz="1600" b="1" i="0">
                <a:solidFill>
                  <a:schemeClr val="bg2">
                    <a:lumMod val="25000"/>
                  </a:schemeClr>
                </a:solidFill>
                <a:latin typeface="Montserrat" pitchFamily="2" charset="77"/>
              </a:defRPr>
            </a:lvl3pPr>
            <a:lvl4pPr marL="1371600" indent="0">
              <a:buFont typeface="Arial" panose="020B0604020202020204" pitchFamily="34" charset="0"/>
              <a:buNone/>
              <a:defRPr sz="1600" b="1" i="0">
                <a:solidFill>
                  <a:schemeClr val="bg2">
                    <a:lumMod val="25000"/>
                  </a:schemeClr>
                </a:solidFill>
                <a:latin typeface="Montserrat" pitchFamily="2" charset="77"/>
              </a:defRPr>
            </a:lvl4pPr>
            <a:lvl5pPr marL="1828800" indent="0">
              <a:buFont typeface="Arial" panose="020B0604020202020204" pitchFamily="34" charset="0"/>
              <a:buNone/>
              <a:defRPr sz="1600" b="1" i="0">
                <a:solidFill>
                  <a:schemeClr val="bg2">
                    <a:lumMod val="25000"/>
                  </a:schemeClr>
                </a:solidFill>
                <a:latin typeface="Montserrat" pitchFamily="2" charset="77"/>
              </a:defRPr>
            </a:lvl5pPr>
          </a:lstStyle>
          <a:p>
            <a:pPr lvl="0"/>
            <a:r>
              <a:rPr lang="it-IT" dirty="0"/>
              <a:t>Fare clic per modificare gli stili del testo dello schema</a:t>
            </a:r>
          </a:p>
        </p:txBody>
      </p:sp>
      <p:sp>
        <p:nvSpPr>
          <p:cNvPr id="20" name="Text Placeholder 2"/>
          <p:cNvSpPr>
            <a:spLocks noGrp="1"/>
          </p:cNvSpPr>
          <p:nvPr>
            <p:ph type="body" idx="10"/>
          </p:nvPr>
        </p:nvSpPr>
        <p:spPr>
          <a:xfrm>
            <a:off x="6566965" y="1662906"/>
            <a:ext cx="5157787" cy="823912"/>
          </a:xfrm>
          <a:prstGeom prst="rect">
            <a:avLst/>
          </a:prstGeom>
        </p:spPr>
        <p:txBody>
          <a:bodyPr anchor="b"/>
          <a:lstStyle>
            <a:lvl1pPr marL="0" indent="0">
              <a:buNone/>
              <a:defRPr sz="2400" b="1">
                <a:solidFill>
                  <a:schemeClr val="tx2"/>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21" name="Content Placeholder 5"/>
          <p:cNvSpPr>
            <a:spLocks noGrp="1"/>
          </p:cNvSpPr>
          <p:nvPr>
            <p:ph sz="quarter" idx="11"/>
          </p:nvPr>
        </p:nvSpPr>
        <p:spPr>
          <a:xfrm>
            <a:off x="6546791" y="2492375"/>
            <a:ext cx="5183188" cy="3684588"/>
          </a:xfrm>
          <a:prstGeom prst="rect">
            <a:avLst/>
          </a:prstGeom>
        </p:spPr>
        <p:txBody>
          <a:bodyPr/>
          <a:lstStyle>
            <a:lvl1pPr>
              <a:defRPr sz="2000">
                <a:solidFill>
                  <a:schemeClr val="tx2"/>
                </a:solidFill>
                <a:latin typeface="Montserrat" pitchFamily="2" charset="77"/>
              </a:defRPr>
            </a:lvl1pPr>
            <a:lvl2pPr>
              <a:defRPr sz="1800">
                <a:solidFill>
                  <a:schemeClr val="tx2"/>
                </a:solidFill>
                <a:latin typeface="Montserrat" pitchFamily="2" charset="77"/>
              </a:defRPr>
            </a:lvl2pPr>
            <a:lvl3pPr>
              <a:defRPr sz="1600">
                <a:solidFill>
                  <a:schemeClr val="tx2"/>
                </a:solidFill>
                <a:latin typeface="Montserrat" pitchFamily="2" charset="77"/>
              </a:defRPr>
            </a:lvl3pPr>
            <a:lvl4pPr>
              <a:defRPr>
                <a:latin typeface="Montserrat" pitchFamily="2" charset="77"/>
              </a:defRPr>
            </a:lvl4pPr>
            <a:lvl5pPr>
              <a:defRPr>
                <a:latin typeface="Montserrat" pitchFamily="2" charset="77"/>
              </a:defRPr>
            </a:lvl5pPr>
          </a:lstStyle>
          <a:p>
            <a:pPr lvl="0"/>
            <a:r>
              <a:rPr lang="en-GB" dirty="0"/>
              <a:t>Click to edit Master text styles</a:t>
            </a:r>
          </a:p>
          <a:p>
            <a:pPr lvl="1"/>
            <a:r>
              <a:rPr lang="en-GB" dirty="0"/>
              <a:t>Second level</a:t>
            </a:r>
          </a:p>
          <a:p>
            <a:pPr lvl="2"/>
            <a:r>
              <a:rPr lang="en-GB" dirty="0"/>
              <a:t>Third level</a:t>
            </a:r>
          </a:p>
        </p:txBody>
      </p:sp>
    </p:spTree>
    <p:extLst>
      <p:ext uri="{BB962C8B-B14F-4D97-AF65-F5344CB8AC3E}">
        <p14:creationId xmlns:p14="http://schemas.microsoft.com/office/powerpoint/2010/main" val="3362366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rt Title, Photo, Text &amp; Graphcis 03">
    <p:spTree>
      <p:nvGrpSpPr>
        <p:cNvPr id="1" name=""/>
        <p:cNvGrpSpPr/>
        <p:nvPr/>
      </p:nvGrpSpPr>
      <p:grpSpPr>
        <a:xfrm>
          <a:off x="0" y="0"/>
          <a:ext cx="0" cy="0"/>
          <a:chOff x="0" y="0"/>
          <a:chExt cx="0" cy="0"/>
        </a:xfrm>
      </p:grpSpPr>
      <p:pic>
        <p:nvPicPr>
          <p:cNvPr id="10" name="Immagine 3">
            <a:extLst>
              <a:ext uri="{FF2B5EF4-FFF2-40B4-BE49-F238E27FC236}">
                <a16:creationId xmlns:a16="http://schemas.microsoft.com/office/drawing/2014/main" id="{C049FF0C-C175-414A-B238-71771F6010F8}"/>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5030788" y="6488113"/>
            <a:ext cx="21304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Immagine 4">
            <a:extLst>
              <a:ext uri="{FF2B5EF4-FFF2-40B4-BE49-F238E27FC236}">
                <a16:creationId xmlns:a16="http://schemas.microsoft.com/office/drawing/2014/main" id="{DC75300E-5AC8-B84D-9013-9FFD18666747}"/>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0477500" y="265113"/>
            <a:ext cx="13525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Segnaposto numero diapositiva 5">
            <a:extLst>
              <a:ext uri="{FF2B5EF4-FFF2-40B4-BE49-F238E27FC236}">
                <a16:creationId xmlns:a16="http://schemas.microsoft.com/office/drawing/2014/main" id="{BD0572D9-2E53-F846-B806-F3C4BFBDD0ED}"/>
              </a:ext>
            </a:extLst>
          </p:cNvPr>
          <p:cNvSpPr txBox="1">
            <a:spLocks/>
          </p:cNvSpPr>
          <p:nvPr/>
        </p:nvSpPr>
        <p:spPr>
          <a:xfrm>
            <a:off x="9145588" y="6356350"/>
            <a:ext cx="2743200" cy="365125"/>
          </a:xfrm>
          <a:prstGeom prst="rect">
            <a:avLst/>
          </a:prstGeom>
        </p:spPr>
        <p:txBody>
          <a:bodyPr anchor="ctr"/>
          <a:lstStyle>
            <a:defPPr>
              <a:defRPr lang="it-IT"/>
            </a:defPPr>
            <a:lvl1pPr marL="0" algn="r" defTabSz="914400" rtl="0" eaLnBrk="1" latinLnBrk="0" hangingPunct="1">
              <a:defRPr sz="1200" kern="1200">
                <a:solidFill>
                  <a:srgbClr val="0070C0"/>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57C52430-09B3-A34A-8530-398333C0F3DE}" type="slidenum">
              <a:rPr lang="it-IT" smtClean="0"/>
              <a:pPr fontAlgn="auto">
                <a:spcBef>
                  <a:spcPts val="0"/>
                </a:spcBef>
                <a:spcAft>
                  <a:spcPts val="0"/>
                </a:spcAft>
                <a:defRPr/>
              </a:pPr>
              <a:t>‹#›</a:t>
            </a:fld>
            <a:endParaRPr lang="it-IT" dirty="0"/>
          </a:p>
        </p:txBody>
      </p:sp>
      <p:sp>
        <p:nvSpPr>
          <p:cNvPr id="12" name="Titolo 1"/>
          <p:cNvSpPr>
            <a:spLocks noGrp="1"/>
          </p:cNvSpPr>
          <p:nvPr>
            <p:ph type="ctrTitle"/>
          </p:nvPr>
        </p:nvSpPr>
        <p:spPr>
          <a:xfrm>
            <a:off x="277290" y="534147"/>
            <a:ext cx="3013346" cy="1920240"/>
          </a:xfrm>
          <a:prstGeom prst="rect">
            <a:avLst/>
          </a:prstGeom>
        </p:spPr>
        <p:txBody>
          <a:bodyPr anchor="t" anchorCtr="0">
            <a:noAutofit/>
          </a:bodyPr>
          <a:lstStyle>
            <a:lvl1pPr algn="l">
              <a:defRPr sz="2800" b="1" i="0">
                <a:solidFill>
                  <a:schemeClr val="tx1"/>
                </a:solidFill>
                <a:latin typeface="Montserrat" pitchFamily="2" charset="77"/>
              </a:defRPr>
            </a:lvl1pPr>
          </a:lstStyle>
          <a:p>
            <a:r>
              <a:rPr lang="it-IT" dirty="0"/>
              <a:t>Fare clic per modificare lo stile del titolo dello schema</a:t>
            </a:r>
          </a:p>
        </p:txBody>
      </p:sp>
      <p:sp>
        <p:nvSpPr>
          <p:cNvPr id="28" name="Segnaposto contenuto 2"/>
          <p:cNvSpPr>
            <a:spLocks noGrp="1"/>
          </p:cNvSpPr>
          <p:nvPr>
            <p:ph sz="half" idx="13"/>
          </p:nvPr>
        </p:nvSpPr>
        <p:spPr>
          <a:xfrm>
            <a:off x="5038494" y="4457387"/>
            <a:ext cx="4424208" cy="1757868"/>
          </a:xfrm>
          <a:prstGeom prst="rect">
            <a:avLst/>
          </a:prstGeom>
        </p:spPr>
        <p:txBody>
          <a:bodyPr>
            <a:normAutofit/>
          </a:bodyPr>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200" b="0" i="0">
                <a:solidFill>
                  <a:schemeClr val="tx2"/>
                </a:solidFill>
                <a:latin typeface="Montserrat" pitchFamily="2" charset="77"/>
              </a:defRPr>
            </a:lvl1pPr>
            <a:lvl2pPr marL="457200" indent="0">
              <a:buNone/>
              <a:defRPr sz="1600" b="1" i="0">
                <a:solidFill>
                  <a:schemeClr val="bg2">
                    <a:lumMod val="25000"/>
                  </a:schemeClr>
                </a:solidFill>
                <a:latin typeface="Montserrat" pitchFamily="2" charset="77"/>
              </a:defRPr>
            </a:lvl2pPr>
            <a:lvl3pPr marL="914400" indent="0">
              <a:buFont typeface="Arial" panose="020B0604020202020204" pitchFamily="34" charset="0"/>
              <a:buNone/>
              <a:defRPr sz="1600" b="1" i="0">
                <a:solidFill>
                  <a:schemeClr val="bg2">
                    <a:lumMod val="25000"/>
                  </a:schemeClr>
                </a:solidFill>
                <a:latin typeface="Montserrat" pitchFamily="2" charset="77"/>
              </a:defRPr>
            </a:lvl3pPr>
            <a:lvl4pPr marL="1371600" indent="0">
              <a:buFont typeface="Arial" panose="020B0604020202020204" pitchFamily="34" charset="0"/>
              <a:buNone/>
              <a:defRPr sz="1600" b="1" i="0">
                <a:solidFill>
                  <a:schemeClr val="bg2">
                    <a:lumMod val="25000"/>
                  </a:schemeClr>
                </a:solidFill>
                <a:latin typeface="Montserrat" pitchFamily="2" charset="77"/>
              </a:defRPr>
            </a:lvl4pPr>
            <a:lvl5pPr marL="1828800" indent="0">
              <a:buFont typeface="Arial" panose="020B0604020202020204" pitchFamily="34" charset="0"/>
              <a:buNone/>
              <a:defRPr sz="1600" b="1" i="0">
                <a:solidFill>
                  <a:schemeClr val="bg2">
                    <a:lumMod val="25000"/>
                  </a:schemeClr>
                </a:solidFill>
                <a:latin typeface="Montserrat" pitchFamily="2" charset="77"/>
              </a:defRPr>
            </a:lvl5pPr>
          </a:lstStyle>
          <a:p>
            <a:pPr lvl="0"/>
            <a:r>
              <a:rPr lang="it-IT" dirty="0"/>
              <a:t>Fare clic per modificare gli stili del testo dello schema</a:t>
            </a:r>
          </a:p>
        </p:txBody>
      </p:sp>
      <p:sp>
        <p:nvSpPr>
          <p:cNvPr id="29" name="Segnaposto contenuto 2"/>
          <p:cNvSpPr>
            <a:spLocks noGrp="1"/>
          </p:cNvSpPr>
          <p:nvPr>
            <p:ph sz="half" idx="1"/>
          </p:nvPr>
        </p:nvSpPr>
        <p:spPr>
          <a:xfrm>
            <a:off x="5038494" y="1010305"/>
            <a:ext cx="4424208" cy="1757868"/>
          </a:xfrm>
          <a:prstGeom prst="rect">
            <a:avLst/>
          </a:prstGeom>
        </p:spPr>
        <p:txBody>
          <a:bodyPr>
            <a:normAutofit/>
          </a:bodyPr>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200" b="0" i="0">
                <a:solidFill>
                  <a:schemeClr val="tx2"/>
                </a:solidFill>
                <a:latin typeface="Montserrat" pitchFamily="2" charset="77"/>
              </a:defRPr>
            </a:lvl1pPr>
            <a:lvl2pPr marL="457200" indent="0">
              <a:buNone/>
              <a:defRPr sz="1600" b="1" i="0">
                <a:solidFill>
                  <a:schemeClr val="bg2">
                    <a:lumMod val="25000"/>
                  </a:schemeClr>
                </a:solidFill>
                <a:latin typeface="Montserrat" pitchFamily="2" charset="77"/>
              </a:defRPr>
            </a:lvl2pPr>
            <a:lvl3pPr marL="914400" indent="0">
              <a:buFont typeface="Arial" panose="020B0604020202020204" pitchFamily="34" charset="0"/>
              <a:buNone/>
              <a:defRPr sz="1600" b="1" i="0">
                <a:solidFill>
                  <a:schemeClr val="bg2">
                    <a:lumMod val="25000"/>
                  </a:schemeClr>
                </a:solidFill>
                <a:latin typeface="Montserrat" pitchFamily="2" charset="77"/>
              </a:defRPr>
            </a:lvl3pPr>
            <a:lvl4pPr marL="1371600" indent="0">
              <a:buFont typeface="Arial" panose="020B0604020202020204" pitchFamily="34" charset="0"/>
              <a:buNone/>
              <a:defRPr sz="1600" b="1" i="0">
                <a:solidFill>
                  <a:schemeClr val="bg2">
                    <a:lumMod val="25000"/>
                  </a:schemeClr>
                </a:solidFill>
                <a:latin typeface="Montserrat" pitchFamily="2" charset="77"/>
              </a:defRPr>
            </a:lvl4pPr>
            <a:lvl5pPr marL="1828800" indent="0">
              <a:buFont typeface="Arial" panose="020B0604020202020204" pitchFamily="34" charset="0"/>
              <a:buNone/>
              <a:defRPr sz="1600" b="1" i="0">
                <a:solidFill>
                  <a:schemeClr val="bg2">
                    <a:lumMod val="25000"/>
                  </a:schemeClr>
                </a:solidFill>
                <a:latin typeface="Montserrat" pitchFamily="2" charset="77"/>
              </a:defRPr>
            </a:lvl5pPr>
          </a:lstStyle>
          <a:p>
            <a:pPr lvl="0"/>
            <a:r>
              <a:rPr lang="it-IT" dirty="0"/>
              <a:t>Fare clic per modificare gli stili del testo dello schema</a:t>
            </a:r>
          </a:p>
        </p:txBody>
      </p:sp>
      <p:sp>
        <p:nvSpPr>
          <p:cNvPr id="30" name="Segnaposto contenuto 2"/>
          <p:cNvSpPr>
            <a:spLocks noGrp="1"/>
          </p:cNvSpPr>
          <p:nvPr>
            <p:ph sz="half" idx="12"/>
          </p:nvPr>
        </p:nvSpPr>
        <p:spPr>
          <a:xfrm>
            <a:off x="7529899" y="2984932"/>
            <a:ext cx="4424208" cy="1237850"/>
          </a:xfrm>
          <a:prstGeom prst="rect">
            <a:avLst/>
          </a:prstGeom>
        </p:spPr>
        <p:txBody>
          <a:bodyPr>
            <a:normAutofit/>
          </a:bodyPr>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200" b="1" i="0">
                <a:solidFill>
                  <a:schemeClr val="tx2"/>
                </a:solidFill>
                <a:latin typeface="Montserrat" pitchFamily="2" charset="77"/>
              </a:defRPr>
            </a:lvl1pPr>
            <a:lvl2pPr marL="457200" indent="0">
              <a:buNone/>
              <a:defRPr sz="1600" b="1" i="0">
                <a:solidFill>
                  <a:schemeClr val="bg2">
                    <a:lumMod val="25000"/>
                  </a:schemeClr>
                </a:solidFill>
                <a:latin typeface="Montserrat" pitchFamily="2" charset="77"/>
              </a:defRPr>
            </a:lvl2pPr>
            <a:lvl3pPr marL="914400" indent="0">
              <a:buFont typeface="Arial" panose="020B0604020202020204" pitchFamily="34" charset="0"/>
              <a:buNone/>
              <a:defRPr sz="1600" b="1" i="0">
                <a:solidFill>
                  <a:schemeClr val="bg2">
                    <a:lumMod val="25000"/>
                  </a:schemeClr>
                </a:solidFill>
                <a:latin typeface="Montserrat" pitchFamily="2" charset="77"/>
              </a:defRPr>
            </a:lvl3pPr>
            <a:lvl4pPr marL="1371600" indent="0">
              <a:buFont typeface="Arial" panose="020B0604020202020204" pitchFamily="34" charset="0"/>
              <a:buNone/>
              <a:defRPr sz="1600" b="1" i="0">
                <a:solidFill>
                  <a:schemeClr val="bg2">
                    <a:lumMod val="25000"/>
                  </a:schemeClr>
                </a:solidFill>
                <a:latin typeface="Montserrat" pitchFamily="2" charset="77"/>
              </a:defRPr>
            </a:lvl4pPr>
            <a:lvl5pPr marL="1828800" indent="0">
              <a:buFont typeface="Arial" panose="020B0604020202020204" pitchFamily="34" charset="0"/>
              <a:buNone/>
              <a:defRPr sz="1600" b="1" i="0">
                <a:solidFill>
                  <a:schemeClr val="bg2">
                    <a:lumMod val="25000"/>
                  </a:schemeClr>
                </a:solidFill>
                <a:latin typeface="Montserrat" pitchFamily="2" charset="77"/>
              </a:defRPr>
            </a:lvl5pPr>
          </a:lstStyle>
          <a:p>
            <a:pPr lvl="0"/>
            <a:r>
              <a:rPr lang="it-IT" dirty="0"/>
              <a:t>Fare clic per modificare gli stili del testo dello schema</a:t>
            </a:r>
          </a:p>
        </p:txBody>
      </p:sp>
      <p:sp>
        <p:nvSpPr>
          <p:cNvPr id="19" name="Segnaposto immagine 15"/>
          <p:cNvSpPr>
            <a:spLocks noGrp="1"/>
          </p:cNvSpPr>
          <p:nvPr>
            <p:ph type="pic" sz="quarter" idx="11"/>
          </p:nvPr>
        </p:nvSpPr>
        <p:spPr>
          <a:xfrm>
            <a:off x="5057878" y="3038188"/>
            <a:ext cx="2336835" cy="1184594"/>
          </a:xfrm>
          <a:prstGeom prst="rect">
            <a:avLst/>
          </a:prstGeom>
          <a:solidFill>
            <a:schemeClr val="bg2"/>
          </a:solidFill>
        </p:spPr>
        <p:txBody>
          <a:bodyPr/>
          <a:lstStyle>
            <a:lvl1pPr>
              <a:defRPr sz="1400">
                <a:latin typeface="Montserrat Medium" pitchFamily="2" charset="77"/>
              </a:defRPr>
            </a:lvl1pPr>
          </a:lstStyle>
          <a:p>
            <a:pPr lvl="0"/>
            <a:r>
              <a:rPr lang="it-IT" noProof="0" dirty="0"/>
              <a:t>Fare clic sull'icona per inserire un'immagine</a:t>
            </a:r>
          </a:p>
        </p:txBody>
      </p:sp>
      <p:pic>
        <p:nvPicPr>
          <p:cNvPr id="9" name="Immagine 2">
            <a:extLst>
              <a:ext uri="{FF2B5EF4-FFF2-40B4-BE49-F238E27FC236}">
                <a16:creationId xmlns:a16="http://schemas.microsoft.com/office/drawing/2014/main" id="{1CA336C8-E729-1E42-89E6-5EA19C485474}"/>
              </a:ext>
            </a:extLst>
          </p:cNvPr>
          <p:cNvPicPr>
            <a:picLocks noChangeAspect="1" noChangeArrowheads="1"/>
          </p:cNvPicPr>
          <p:nvPr/>
        </p:nvPicPr>
        <p:blipFill>
          <a:blip r:embed="rId4" cstate="screen">
            <a:alphaModFix amt="60000"/>
            <a:extLst>
              <a:ext uri="{28A0092B-C50C-407E-A947-70E740481C1C}">
                <a14:useLocalDpi xmlns:a14="http://schemas.microsoft.com/office/drawing/2010/main"/>
              </a:ext>
            </a:extLst>
          </a:blip>
          <a:srcRect l="17816" t="-2272" b="29167"/>
          <a:stretch>
            <a:fillRect/>
          </a:stretch>
        </p:blipFill>
        <p:spPr bwMode="auto">
          <a:xfrm>
            <a:off x="-12700" y="3582988"/>
            <a:ext cx="2917825"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Immagine 2">
            <a:extLst>
              <a:ext uri="{FF2B5EF4-FFF2-40B4-BE49-F238E27FC236}">
                <a16:creationId xmlns:a16="http://schemas.microsoft.com/office/drawing/2014/main" id="{DC79BD56-9F86-43ED-8454-F151A7841C86}"/>
              </a:ext>
            </a:extLst>
          </p:cNvPr>
          <p:cNvPicPr>
            <a:picLocks noChangeAspect="1"/>
          </p:cNvPicPr>
          <p:nvPr userDrawn="1"/>
        </p:nvPicPr>
        <p:blipFill>
          <a:blip r:embed="rId5" cstate="screen">
            <a:alphaModFix amt="70000"/>
            <a:extLst>
              <a:ext uri="{28A0092B-C50C-407E-A947-70E740481C1C}">
                <a14:useLocalDpi xmlns:a14="http://schemas.microsoft.com/office/drawing/2010/main"/>
              </a:ext>
            </a:extLst>
          </a:blip>
          <a:stretch>
            <a:fillRect/>
          </a:stretch>
        </p:blipFill>
        <p:spPr>
          <a:xfrm>
            <a:off x="10940" y="507320"/>
            <a:ext cx="3949144" cy="5923716"/>
          </a:xfrm>
          <a:prstGeom prst="rect">
            <a:avLst/>
          </a:prstGeom>
        </p:spPr>
      </p:pic>
      <p:sp>
        <p:nvSpPr>
          <p:cNvPr id="8" name="Rettangolo 7">
            <a:extLst>
              <a:ext uri="{FF2B5EF4-FFF2-40B4-BE49-F238E27FC236}">
                <a16:creationId xmlns:a16="http://schemas.microsoft.com/office/drawing/2014/main" id="{96F462C6-5195-3544-9351-3EB11A26A2A9}"/>
              </a:ext>
            </a:extLst>
          </p:cNvPr>
          <p:cNvSpPr/>
          <p:nvPr/>
        </p:nvSpPr>
        <p:spPr>
          <a:xfrm>
            <a:off x="193675" y="0"/>
            <a:ext cx="3181350"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spTree>
    <p:extLst>
      <p:ext uri="{BB962C8B-B14F-4D97-AF65-F5344CB8AC3E}">
        <p14:creationId xmlns:p14="http://schemas.microsoft.com/office/powerpoint/2010/main" val="34175829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 Photo 02">
    <p:spTree>
      <p:nvGrpSpPr>
        <p:cNvPr id="1" name=""/>
        <p:cNvGrpSpPr/>
        <p:nvPr/>
      </p:nvGrpSpPr>
      <p:grpSpPr>
        <a:xfrm>
          <a:off x="0" y="0"/>
          <a:ext cx="0" cy="0"/>
          <a:chOff x="0" y="0"/>
          <a:chExt cx="0" cy="0"/>
        </a:xfrm>
      </p:grpSpPr>
      <p:pic>
        <p:nvPicPr>
          <p:cNvPr id="11" name="Immagine 4" descr="Immagine che contiene freccia&#10;&#10;Descrizione generata automaticamente">
            <a:extLst>
              <a:ext uri="{FF2B5EF4-FFF2-40B4-BE49-F238E27FC236}">
                <a16:creationId xmlns:a16="http://schemas.microsoft.com/office/drawing/2014/main" id="{3B9481F1-08B4-2B42-BB76-863BA9D8F72D}"/>
              </a:ext>
            </a:extLst>
          </p:cNvPr>
          <p:cNvPicPr>
            <a:picLocks noChangeAspect="1" noChangeArrowheads="1"/>
          </p:cNvPicPr>
          <p:nvPr userDrawn="1"/>
        </p:nvPicPr>
        <p:blipFill>
          <a:blip r:embed="rId2" cstate="screen">
            <a:alphaModFix amt="10000"/>
            <a:extLst>
              <a:ext uri="{28A0092B-C50C-407E-A947-70E740481C1C}">
                <a14:useLocalDpi xmlns:a14="http://schemas.microsoft.com/office/drawing/2010/main"/>
              </a:ext>
            </a:extLst>
          </a:blip>
          <a:srcRect l="17027" t="-3680" r="-18742" b="29318"/>
          <a:stretch>
            <a:fillRect/>
          </a:stretch>
        </p:blipFill>
        <p:spPr bwMode="auto">
          <a:xfrm>
            <a:off x="0" y="3582988"/>
            <a:ext cx="3551238"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magine 2">
            <a:extLst>
              <a:ext uri="{FF2B5EF4-FFF2-40B4-BE49-F238E27FC236}">
                <a16:creationId xmlns:a16="http://schemas.microsoft.com/office/drawing/2014/main" id="{A08F5E43-9691-6444-A8DB-8E59AC2B89C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030788" y="6488113"/>
            <a:ext cx="21304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magine 4">
            <a:extLst>
              <a:ext uri="{FF2B5EF4-FFF2-40B4-BE49-F238E27FC236}">
                <a16:creationId xmlns:a16="http://schemas.microsoft.com/office/drawing/2014/main" id="{A0E4957F-861F-F44A-A3D4-DB42F44BA3ED}"/>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477500" y="265113"/>
            <a:ext cx="13525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egnaposto numero diapositiva 5">
            <a:extLst>
              <a:ext uri="{FF2B5EF4-FFF2-40B4-BE49-F238E27FC236}">
                <a16:creationId xmlns:a16="http://schemas.microsoft.com/office/drawing/2014/main" id="{49D3008B-DCCA-1444-ACE0-AFEC9E24D9D5}"/>
              </a:ext>
            </a:extLst>
          </p:cNvPr>
          <p:cNvSpPr txBox="1">
            <a:spLocks/>
          </p:cNvSpPr>
          <p:nvPr/>
        </p:nvSpPr>
        <p:spPr>
          <a:xfrm>
            <a:off x="9145588" y="6356350"/>
            <a:ext cx="2743200" cy="365125"/>
          </a:xfrm>
          <a:prstGeom prst="rect">
            <a:avLst/>
          </a:prstGeom>
        </p:spPr>
        <p:txBody>
          <a:bodyPr anchor="ctr"/>
          <a:lstStyle>
            <a:defPPr>
              <a:defRPr lang="it-IT"/>
            </a:defPPr>
            <a:lvl1pPr marL="0" algn="r" defTabSz="914400" rtl="0" eaLnBrk="1" latinLnBrk="0" hangingPunct="1">
              <a:defRPr sz="1200" kern="1200">
                <a:solidFill>
                  <a:srgbClr val="0070C0"/>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5C87D572-B599-5845-BFDB-C8F4C0DEDC67}" type="slidenum">
              <a:rPr lang="it-IT" smtClean="0"/>
              <a:pPr fontAlgn="auto">
                <a:spcBef>
                  <a:spcPts val="0"/>
                </a:spcBef>
                <a:spcAft>
                  <a:spcPts val="0"/>
                </a:spcAft>
                <a:defRPr/>
              </a:pPr>
              <a:t>‹#›</a:t>
            </a:fld>
            <a:endParaRPr lang="it-IT" dirty="0"/>
          </a:p>
        </p:txBody>
      </p:sp>
      <p:sp>
        <p:nvSpPr>
          <p:cNvPr id="10" name="Rettangolo 9">
            <a:extLst>
              <a:ext uri="{FF2B5EF4-FFF2-40B4-BE49-F238E27FC236}">
                <a16:creationId xmlns:a16="http://schemas.microsoft.com/office/drawing/2014/main" id="{B1E4C275-EAD8-3D4D-B273-DB6F16BC4383}"/>
              </a:ext>
            </a:extLst>
          </p:cNvPr>
          <p:cNvSpPr/>
          <p:nvPr/>
        </p:nvSpPr>
        <p:spPr>
          <a:xfrm>
            <a:off x="4275138" y="522288"/>
            <a:ext cx="842962" cy="5892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sp>
        <p:nvSpPr>
          <p:cNvPr id="14" name="Titolo 1"/>
          <p:cNvSpPr>
            <a:spLocks noGrp="1"/>
          </p:cNvSpPr>
          <p:nvPr>
            <p:ph type="ctrTitle"/>
          </p:nvPr>
        </p:nvSpPr>
        <p:spPr>
          <a:xfrm>
            <a:off x="314960" y="2722879"/>
            <a:ext cx="3723640" cy="1112203"/>
          </a:xfrm>
          <a:prstGeom prst="rect">
            <a:avLst/>
          </a:prstGeom>
        </p:spPr>
        <p:txBody>
          <a:bodyPr anchor="b">
            <a:noAutofit/>
          </a:bodyPr>
          <a:lstStyle>
            <a:lvl1pPr algn="l">
              <a:defRPr sz="2800" b="1" i="0">
                <a:solidFill>
                  <a:schemeClr val="tx2"/>
                </a:solidFill>
                <a:latin typeface="Montserrat" pitchFamily="2" charset="77"/>
              </a:defRPr>
            </a:lvl1pPr>
          </a:lstStyle>
          <a:p>
            <a:r>
              <a:rPr lang="it-IT" dirty="0"/>
              <a:t>Fare clic per modificare lo stile del titolo dello schema</a:t>
            </a:r>
          </a:p>
        </p:txBody>
      </p:sp>
      <p:sp>
        <p:nvSpPr>
          <p:cNvPr id="15" name="Sottotitolo 2"/>
          <p:cNvSpPr>
            <a:spLocks noGrp="1"/>
          </p:cNvSpPr>
          <p:nvPr>
            <p:ph type="subTitle" idx="1"/>
          </p:nvPr>
        </p:nvSpPr>
        <p:spPr>
          <a:xfrm>
            <a:off x="314960" y="3927158"/>
            <a:ext cx="2661920" cy="1223962"/>
          </a:xfrm>
          <a:prstGeom prst="rect">
            <a:avLst/>
          </a:prstGeom>
        </p:spPr>
        <p:txBody>
          <a:bodyPr>
            <a:normAutofit/>
          </a:bodyPr>
          <a:lstStyle>
            <a:lvl1pPr marL="0" indent="0" algn="l">
              <a:buNone/>
              <a:defRPr sz="1600" b="0" i="0">
                <a:solidFill>
                  <a:schemeClr val="tx2"/>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Fare clic per modificare lo stile del sottotitolo dello schema</a:t>
            </a:r>
          </a:p>
        </p:txBody>
      </p:sp>
      <p:pic>
        <p:nvPicPr>
          <p:cNvPr id="3" name="Immagine 2">
            <a:extLst>
              <a:ext uri="{FF2B5EF4-FFF2-40B4-BE49-F238E27FC236}">
                <a16:creationId xmlns:a16="http://schemas.microsoft.com/office/drawing/2014/main" id="{2A0F6647-1AD0-4EB1-BBC5-392431FE873A}"/>
              </a:ext>
            </a:extLst>
          </p:cNvPr>
          <p:cNvPicPr>
            <a:picLocks noChangeAspect="1"/>
          </p:cNvPicPr>
          <p:nvPr userDrawn="1"/>
        </p:nvPicPr>
        <p:blipFill>
          <a:blip r:embed="rId5"/>
          <a:stretch>
            <a:fillRect/>
          </a:stretch>
        </p:blipFill>
        <p:spPr>
          <a:xfrm>
            <a:off x="5123945" y="522288"/>
            <a:ext cx="4886642" cy="5892800"/>
          </a:xfrm>
          <a:prstGeom prst="rect">
            <a:avLst/>
          </a:prstGeom>
        </p:spPr>
      </p:pic>
      <p:sp>
        <p:nvSpPr>
          <p:cNvPr id="7" name="Rettangolo 6">
            <a:extLst>
              <a:ext uri="{FF2B5EF4-FFF2-40B4-BE49-F238E27FC236}">
                <a16:creationId xmlns:a16="http://schemas.microsoft.com/office/drawing/2014/main" id="{882A0215-8CF1-1F49-8E65-2CCBC86DC2CE}"/>
              </a:ext>
            </a:extLst>
          </p:cNvPr>
          <p:cNvSpPr/>
          <p:nvPr/>
        </p:nvSpPr>
        <p:spPr>
          <a:xfrm>
            <a:off x="9215438" y="0"/>
            <a:ext cx="2790825" cy="6858000"/>
          </a:xfrm>
          <a:prstGeom prst="rect">
            <a:avLst/>
          </a:prstGeom>
          <a:solidFill>
            <a:schemeClr val="accent3">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spTree>
    <p:extLst>
      <p:ext uri="{BB962C8B-B14F-4D97-AF65-F5344CB8AC3E}">
        <p14:creationId xmlns:p14="http://schemas.microsoft.com/office/powerpoint/2010/main" val="4420053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Section Title + Photo 02">
    <p:spTree>
      <p:nvGrpSpPr>
        <p:cNvPr id="1" name=""/>
        <p:cNvGrpSpPr/>
        <p:nvPr/>
      </p:nvGrpSpPr>
      <p:grpSpPr>
        <a:xfrm>
          <a:off x="0" y="0"/>
          <a:ext cx="0" cy="0"/>
          <a:chOff x="0" y="0"/>
          <a:chExt cx="0" cy="0"/>
        </a:xfrm>
      </p:grpSpPr>
      <p:pic>
        <p:nvPicPr>
          <p:cNvPr id="11" name="Immagine 4" descr="Immagine che contiene freccia&#10;&#10;Descrizione generata automaticamente">
            <a:extLst>
              <a:ext uri="{FF2B5EF4-FFF2-40B4-BE49-F238E27FC236}">
                <a16:creationId xmlns:a16="http://schemas.microsoft.com/office/drawing/2014/main" id="{3B9481F1-08B4-2B42-BB76-863BA9D8F72D}"/>
              </a:ext>
            </a:extLst>
          </p:cNvPr>
          <p:cNvPicPr>
            <a:picLocks noChangeAspect="1" noChangeArrowheads="1"/>
          </p:cNvPicPr>
          <p:nvPr userDrawn="1"/>
        </p:nvPicPr>
        <p:blipFill>
          <a:blip r:embed="rId2" cstate="screen">
            <a:alphaModFix amt="10000"/>
            <a:extLst>
              <a:ext uri="{28A0092B-C50C-407E-A947-70E740481C1C}">
                <a14:useLocalDpi xmlns:a14="http://schemas.microsoft.com/office/drawing/2010/main"/>
              </a:ext>
            </a:extLst>
          </a:blip>
          <a:srcRect l="17027" t="-3680" r="-18742" b="29318"/>
          <a:stretch>
            <a:fillRect/>
          </a:stretch>
        </p:blipFill>
        <p:spPr bwMode="auto">
          <a:xfrm>
            <a:off x="0" y="3582988"/>
            <a:ext cx="3551238"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magine 2">
            <a:extLst>
              <a:ext uri="{FF2B5EF4-FFF2-40B4-BE49-F238E27FC236}">
                <a16:creationId xmlns:a16="http://schemas.microsoft.com/office/drawing/2014/main" id="{A08F5E43-9691-6444-A8DB-8E59AC2B89C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030788" y="6488113"/>
            <a:ext cx="21304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magine 4">
            <a:extLst>
              <a:ext uri="{FF2B5EF4-FFF2-40B4-BE49-F238E27FC236}">
                <a16:creationId xmlns:a16="http://schemas.microsoft.com/office/drawing/2014/main" id="{A0E4957F-861F-F44A-A3D4-DB42F44BA3ED}"/>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477500" y="265113"/>
            <a:ext cx="13525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egnaposto numero diapositiva 5">
            <a:extLst>
              <a:ext uri="{FF2B5EF4-FFF2-40B4-BE49-F238E27FC236}">
                <a16:creationId xmlns:a16="http://schemas.microsoft.com/office/drawing/2014/main" id="{49D3008B-DCCA-1444-ACE0-AFEC9E24D9D5}"/>
              </a:ext>
            </a:extLst>
          </p:cNvPr>
          <p:cNvSpPr txBox="1">
            <a:spLocks/>
          </p:cNvSpPr>
          <p:nvPr/>
        </p:nvSpPr>
        <p:spPr>
          <a:xfrm>
            <a:off x="9145588" y="6356350"/>
            <a:ext cx="2743200" cy="365125"/>
          </a:xfrm>
          <a:prstGeom prst="rect">
            <a:avLst/>
          </a:prstGeom>
        </p:spPr>
        <p:txBody>
          <a:bodyPr anchor="ctr"/>
          <a:lstStyle>
            <a:defPPr>
              <a:defRPr lang="it-IT"/>
            </a:defPPr>
            <a:lvl1pPr marL="0" algn="r" defTabSz="914400" rtl="0" eaLnBrk="1" latinLnBrk="0" hangingPunct="1">
              <a:defRPr sz="1200" kern="1200">
                <a:solidFill>
                  <a:srgbClr val="0070C0"/>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5C87D572-B599-5845-BFDB-C8F4C0DEDC67}" type="slidenum">
              <a:rPr lang="it-IT" smtClean="0"/>
              <a:pPr fontAlgn="auto">
                <a:spcBef>
                  <a:spcPts val="0"/>
                </a:spcBef>
                <a:spcAft>
                  <a:spcPts val="0"/>
                </a:spcAft>
                <a:defRPr/>
              </a:pPr>
              <a:t>‹#›</a:t>
            </a:fld>
            <a:endParaRPr lang="it-IT" dirty="0"/>
          </a:p>
        </p:txBody>
      </p:sp>
      <p:sp>
        <p:nvSpPr>
          <p:cNvPr id="10" name="Rettangolo 9">
            <a:extLst>
              <a:ext uri="{FF2B5EF4-FFF2-40B4-BE49-F238E27FC236}">
                <a16:creationId xmlns:a16="http://schemas.microsoft.com/office/drawing/2014/main" id="{B1E4C275-EAD8-3D4D-B273-DB6F16BC4383}"/>
              </a:ext>
            </a:extLst>
          </p:cNvPr>
          <p:cNvSpPr/>
          <p:nvPr/>
        </p:nvSpPr>
        <p:spPr>
          <a:xfrm>
            <a:off x="4275138" y="522288"/>
            <a:ext cx="842962" cy="5892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sp>
        <p:nvSpPr>
          <p:cNvPr id="14" name="Titolo 1"/>
          <p:cNvSpPr>
            <a:spLocks noGrp="1"/>
          </p:cNvSpPr>
          <p:nvPr>
            <p:ph type="ctrTitle"/>
          </p:nvPr>
        </p:nvSpPr>
        <p:spPr>
          <a:xfrm>
            <a:off x="314960" y="2722879"/>
            <a:ext cx="3723640" cy="1112203"/>
          </a:xfrm>
          <a:prstGeom prst="rect">
            <a:avLst/>
          </a:prstGeom>
        </p:spPr>
        <p:txBody>
          <a:bodyPr anchor="b">
            <a:noAutofit/>
          </a:bodyPr>
          <a:lstStyle>
            <a:lvl1pPr algn="l">
              <a:defRPr sz="2800" b="1" i="0">
                <a:solidFill>
                  <a:schemeClr val="tx2"/>
                </a:solidFill>
                <a:latin typeface="Montserrat" pitchFamily="2" charset="77"/>
              </a:defRPr>
            </a:lvl1pPr>
          </a:lstStyle>
          <a:p>
            <a:r>
              <a:rPr lang="it-IT" dirty="0"/>
              <a:t>Fare clic per modificare lo stile del titolo dello schema</a:t>
            </a:r>
          </a:p>
        </p:txBody>
      </p:sp>
      <p:sp>
        <p:nvSpPr>
          <p:cNvPr id="15" name="Sottotitolo 2"/>
          <p:cNvSpPr>
            <a:spLocks noGrp="1"/>
          </p:cNvSpPr>
          <p:nvPr>
            <p:ph type="subTitle" idx="1"/>
          </p:nvPr>
        </p:nvSpPr>
        <p:spPr>
          <a:xfrm>
            <a:off x="314960" y="3927158"/>
            <a:ext cx="2661920" cy="1223962"/>
          </a:xfrm>
          <a:prstGeom prst="rect">
            <a:avLst/>
          </a:prstGeom>
        </p:spPr>
        <p:txBody>
          <a:bodyPr>
            <a:normAutofit/>
          </a:bodyPr>
          <a:lstStyle>
            <a:lvl1pPr marL="0" indent="0" algn="l">
              <a:buNone/>
              <a:defRPr sz="1600" b="0" i="0">
                <a:solidFill>
                  <a:schemeClr val="tx2"/>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Fare clic per modificare lo stile del sottotitolo dello schema</a:t>
            </a:r>
          </a:p>
        </p:txBody>
      </p:sp>
      <p:pic>
        <p:nvPicPr>
          <p:cNvPr id="3" name="Immagine 2">
            <a:extLst>
              <a:ext uri="{FF2B5EF4-FFF2-40B4-BE49-F238E27FC236}">
                <a16:creationId xmlns:a16="http://schemas.microsoft.com/office/drawing/2014/main" id="{294EE5DD-03D6-4F77-9562-BC24B49B8370}"/>
              </a:ext>
            </a:extLst>
          </p:cNvPr>
          <p:cNvPicPr>
            <a:picLocks noChangeAspect="1"/>
          </p:cNvPicPr>
          <p:nvPr userDrawn="1"/>
        </p:nvPicPr>
        <p:blipFill>
          <a:blip r:embed="rId5"/>
          <a:stretch>
            <a:fillRect/>
          </a:stretch>
        </p:blipFill>
        <p:spPr>
          <a:xfrm>
            <a:off x="5111553" y="522288"/>
            <a:ext cx="5277759" cy="5892800"/>
          </a:xfrm>
          <a:prstGeom prst="rect">
            <a:avLst/>
          </a:prstGeom>
        </p:spPr>
      </p:pic>
      <p:sp>
        <p:nvSpPr>
          <p:cNvPr id="7" name="Rettangolo 6">
            <a:extLst>
              <a:ext uri="{FF2B5EF4-FFF2-40B4-BE49-F238E27FC236}">
                <a16:creationId xmlns:a16="http://schemas.microsoft.com/office/drawing/2014/main" id="{882A0215-8CF1-1F49-8E65-2CCBC86DC2CE}"/>
              </a:ext>
            </a:extLst>
          </p:cNvPr>
          <p:cNvSpPr/>
          <p:nvPr/>
        </p:nvSpPr>
        <p:spPr>
          <a:xfrm>
            <a:off x="9215438" y="0"/>
            <a:ext cx="2790825" cy="6858000"/>
          </a:xfrm>
          <a:prstGeom prst="rect">
            <a:avLst/>
          </a:prstGeom>
          <a:solidFill>
            <a:schemeClr val="accent3">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spTree>
    <p:extLst>
      <p:ext uri="{BB962C8B-B14F-4D97-AF65-F5344CB8AC3E}">
        <p14:creationId xmlns:p14="http://schemas.microsoft.com/office/powerpoint/2010/main" val="22634847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rt Title, Text &amp; Graphcis 04">
    <p:spTree>
      <p:nvGrpSpPr>
        <p:cNvPr id="1" name=""/>
        <p:cNvGrpSpPr/>
        <p:nvPr/>
      </p:nvGrpSpPr>
      <p:grpSpPr>
        <a:xfrm>
          <a:off x="0" y="0"/>
          <a:ext cx="0" cy="0"/>
          <a:chOff x="0" y="0"/>
          <a:chExt cx="0" cy="0"/>
        </a:xfrm>
      </p:grpSpPr>
      <p:pic>
        <p:nvPicPr>
          <p:cNvPr id="10" name="Immagine 4" descr="Immagine che contiene freccia&#10;&#10;Descrizione generata automaticamente">
            <a:extLst>
              <a:ext uri="{FF2B5EF4-FFF2-40B4-BE49-F238E27FC236}">
                <a16:creationId xmlns:a16="http://schemas.microsoft.com/office/drawing/2014/main" id="{47D2B63B-B364-9742-B728-175F4B519DA9}"/>
              </a:ext>
            </a:extLst>
          </p:cNvPr>
          <p:cNvPicPr>
            <a:picLocks noChangeAspect="1" noChangeArrowheads="1"/>
          </p:cNvPicPr>
          <p:nvPr userDrawn="1"/>
        </p:nvPicPr>
        <p:blipFill>
          <a:blip r:embed="rId2" cstate="screen">
            <a:alphaModFix amt="10000"/>
            <a:extLst>
              <a:ext uri="{28A0092B-C50C-407E-A947-70E740481C1C}">
                <a14:useLocalDpi xmlns:a14="http://schemas.microsoft.com/office/drawing/2010/main"/>
              </a:ext>
            </a:extLst>
          </a:blip>
          <a:srcRect l="17027" t="-3680" r="-18742" b="29318"/>
          <a:stretch>
            <a:fillRect/>
          </a:stretch>
        </p:blipFill>
        <p:spPr bwMode="auto">
          <a:xfrm>
            <a:off x="0" y="3582988"/>
            <a:ext cx="3551238"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Immagine 1">
            <a:extLst>
              <a:ext uri="{FF2B5EF4-FFF2-40B4-BE49-F238E27FC236}">
                <a16:creationId xmlns:a16="http://schemas.microsoft.com/office/drawing/2014/main" id="{2668AD20-F830-AF4E-B802-09C7632D2E68}"/>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030788" y="6488113"/>
            <a:ext cx="21304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ttangolo 4">
            <a:extLst>
              <a:ext uri="{FF2B5EF4-FFF2-40B4-BE49-F238E27FC236}">
                <a16:creationId xmlns:a16="http://schemas.microsoft.com/office/drawing/2014/main" id="{AA9DE2F0-A79A-8A4E-88D4-42E3EF498FF6}"/>
              </a:ext>
            </a:extLst>
          </p:cNvPr>
          <p:cNvSpPr/>
          <p:nvPr/>
        </p:nvSpPr>
        <p:spPr>
          <a:xfrm>
            <a:off x="193675" y="0"/>
            <a:ext cx="3181350"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sp>
        <p:nvSpPr>
          <p:cNvPr id="6" name="Rettangolo 5">
            <a:extLst>
              <a:ext uri="{FF2B5EF4-FFF2-40B4-BE49-F238E27FC236}">
                <a16:creationId xmlns:a16="http://schemas.microsoft.com/office/drawing/2014/main" id="{15DB57A5-6BA6-1C41-A29B-AC0176298565}"/>
              </a:ext>
            </a:extLst>
          </p:cNvPr>
          <p:cNvSpPr/>
          <p:nvPr/>
        </p:nvSpPr>
        <p:spPr>
          <a:xfrm>
            <a:off x="1293813" y="0"/>
            <a:ext cx="3181350"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pic>
        <p:nvPicPr>
          <p:cNvPr id="7" name="Immagine 4">
            <a:extLst>
              <a:ext uri="{FF2B5EF4-FFF2-40B4-BE49-F238E27FC236}">
                <a16:creationId xmlns:a16="http://schemas.microsoft.com/office/drawing/2014/main" id="{6B989ED7-A63C-8844-8BF5-C426A7AFD39B}"/>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477500" y="265113"/>
            <a:ext cx="13525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Segnaposto numero diapositiva 5">
            <a:extLst>
              <a:ext uri="{FF2B5EF4-FFF2-40B4-BE49-F238E27FC236}">
                <a16:creationId xmlns:a16="http://schemas.microsoft.com/office/drawing/2014/main" id="{0B81280E-9EAB-6146-9CC7-2B6E211CC724}"/>
              </a:ext>
            </a:extLst>
          </p:cNvPr>
          <p:cNvSpPr txBox="1">
            <a:spLocks/>
          </p:cNvSpPr>
          <p:nvPr/>
        </p:nvSpPr>
        <p:spPr>
          <a:xfrm>
            <a:off x="9145588" y="6356350"/>
            <a:ext cx="2743200" cy="365125"/>
          </a:xfrm>
          <a:prstGeom prst="rect">
            <a:avLst/>
          </a:prstGeom>
        </p:spPr>
        <p:txBody>
          <a:bodyPr anchor="ctr"/>
          <a:lstStyle>
            <a:defPPr>
              <a:defRPr lang="it-IT"/>
            </a:defPPr>
            <a:lvl1pPr marL="0" algn="r" defTabSz="914400" rtl="0" eaLnBrk="1" latinLnBrk="0" hangingPunct="1">
              <a:defRPr sz="1200" kern="1200">
                <a:solidFill>
                  <a:srgbClr val="0070C0"/>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EBF06849-87D7-8740-A34F-DF416F3F1EE2}" type="slidenum">
              <a:rPr lang="it-IT" smtClean="0"/>
              <a:pPr fontAlgn="auto">
                <a:spcBef>
                  <a:spcPts val="0"/>
                </a:spcBef>
                <a:spcAft>
                  <a:spcPts val="0"/>
                </a:spcAft>
                <a:defRPr/>
              </a:pPr>
              <a:t>‹#›</a:t>
            </a:fld>
            <a:endParaRPr lang="it-IT" dirty="0"/>
          </a:p>
        </p:txBody>
      </p:sp>
      <p:sp>
        <p:nvSpPr>
          <p:cNvPr id="12" name="Titolo 1"/>
          <p:cNvSpPr>
            <a:spLocks noGrp="1"/>
          </p:cNvSpPr>
          <p:nvPr>
            <p:ph type="ctrTitle"/>
          </p:nvPr>
        </p:nvSpPr>
        <p:spPr>
          <a:xfrm>
            <a:off x="277290" y="534147"/>
            <a:ext cx="3013346" cy="1920240"/>
          </a:xfrm>
          <a:prstGeom prst="rect">
            <a:avLst/>
          </a:prstGeom>
        </p:spPr>
        <p:txBody>
          <a:bodyPr anchor="t" anchorCtr="0">
            <a:noAutofit/>
          </a:bodyPr>
          <a:lstStyle>
            <a:lvl1pPr algn="l">
              <a:defRPr sz="2800" b="1" i="0">
                <a:solidFill>
                  <a:schemeClr val="tx1"/>
                </a:solidFill>
                <a:latin typeface="Montserrat" pitchFamily="2" charset="77"/>
              </a:defRPr>
            </a:lvl1pPr>
          </a:lstStyle>
          <a:p>
            <a:r>
              <a:rPr lang="it-IT" dirty="0"/>
              <a:t>Fare clic per modificare lo stile del titolo dello schema</a:t>
            </a:r>
          </a:p>
        </p:txBody>
      </p:sp>
      <p:sp>
        <p:nvSpPr>
          <p:cNvPr id="18" name="Segnaposto contenuto 2"/>
          <p:cNvSpPr>
            <a:spLocks noGrp="1"/>
          </p:cNvSpPr>
          <p:nvPr>
            <p:ph sz="half" idx="1"/>
          </p:nvPr>
        </p:nvSpPr>
        <p:spPr>
          <a:xfrm>
            <a:off x="4698080" y="1289952"/>
            <a:ext cx="6789156" cy="4351338"/>
          </a:xfrm>
          <a:prstGeom prst="rect">
            <a:avLst/>
          </a:prstGeom>
        </p:spPr>
        <p:txBody>
          <a:bodyPr>
            <a:normAutofit/>
          </a:bodyPr>
          <a:lstStyle>
            <a:lvl1pPr marL="285750" marR="0" indent="-2857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sz="1600" b="0" i="0">
                <a:solidFill>
                  <a:schemeClr val="tx2"/>
                </a:solidFill>
                <a:latin typeface="Montserrat" pitchFamily="2" charset="77"/>
              </a:defRPr>
            </a:lvl1pPr>
            <a:lvl2pPr marL="457200" indent="0">
              <a:buNone/>
              <a:defRPr sz="1600" b="1" i="0">
                <a:solidFill>
                  <a:schemeClr val="tx2"/>
                </a:solidFill>
                <a:latin typeface="Montserrat" pitchFamily="2" charset="77"/>
              </a:defRPr>
            </a:lvl2pPr>
            <a:lvl3pPr marL="914400" indent="0">
              <a:buFont typeface="Arial" panose="020B0604020202020204" pitchFamily="34" charset="0"/>
              <a:buNone/>
              <a:defRPr sz="1600" b="1" i="0">
                <a:solidFill>
                  <a:schemeClr val="tx2"/>
                </a:solidFill>
                <a:latin typeface="Montserrat" pitchFamily="2" charset="77"/>
              </a:defRPr>
            </a:lvl3pPr>
            <a:lvl4pPr marL="1371600" indent="0">
              <a:buFont typeface="Arial" panose="020B0604020202020204" pitchFamily="34" charset="0"/>
              <a:buNone/>
              <a:defRPr sz="1600" b="1" i="0">
                <a:solidFill>
                  <a:schemeClr val="tx2"/>
                </a:solidFill>
                <a:latin typeface="Montserrat" pitchFamily="2" charset="77"/>
              </a:defRPr>
            </a:lvl4pPr>
            <a:lvl5pPr marL="1828800" indent="0">
              <a:buFont typeface="Arial" panose="020B0604020202020204" pitchFamily="34" charset="0"/>
              <a:buNone/>
              <a:defRPr sz="1600" b="1" i="0">
                <a:solidFill>
                  <a:schemeClr val="tx2"/>
                </a:solidFill>
                <a:latin typeface="Montserrat" pitchFamily="2" charset="77"/>
              </a:defRPr>
            </a:lvl5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Tree>
    <p:extLst>
      <p:ext uri="{BB962C8B-B14F-4D97-AF65-F5344CB8AC3E}">
        <p14:creationId xmlns:p14="http://schemas.microsoft.com/office/powerpoint/2010/main" val="20348729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rt Title, Text &amp; Graphics 01">
    <p:spTree>
      <p:nvGrpSpPr>
        <p:cNvPr id="1" name=""/>
        <p:cNvGrpSpPr/>
        <p:nvPr/>
      </p:nvGrpSpPr>
      <p:grpSpPr>
        <a:xfrm>
          <a:off x="0" y="0"/>
          <a:ext cx="0" cy="0"/>
          <a:chOff x="0" y="0"/>
          <a:chExt cx="0" cy="0"/>
        </a:xfrm>
      </p:grpSpPr>
      <p:pic>
        <p:nvPicPr>
          <p:cNvPr id="11" name="Immagine 4" descr="Immagine che contiene freccia&#10;&#10;Descrizione generata automaticamente">
            <a:extLst>
              <a:ext uri="{FF2B5EF4-FFF2-40B4-BE49-F238E27FC236}">
                <a16:creationId xmlns:a16="http://schemas.microsoft.com/office/drawing/2014/main" id="{1A09EE3A-23CE-334A-AE02-43F5DDDDA789}"/>
              </a:ext>
            </a:extLst>
          </p:cNvPr>
          <p:cNvPicPr>
            <a:picLocks noChangeAspect="1" noChangeArrowheads="1"/>
          </p:cNvPicPr>
          <p:nvPr userDrawn="1"/>
        </p:nvPicPr>
        <p:blipFill>
          <a:blip r:embed="rId2" cstate="screen">
            <a:alphaModFix amt="10000"/>
            <a:extLst>
              <a:ext uri="{28A0092B-C50C-407E-A947-70E740481C1C}">
                <a14:useLocalDpi xmlns:a14="http://schemas.microsoft.com/office/drawing/2010/main"/>
              </a:ext>
            </a:extLst>
          </a:blip>
          <a:srcRect l="17027" t="-3680" r="-18742" b="29318"/>
          <a:stretch>
            <a:fillRect/>
          </a:stretch>
        </p:blipFill>
        <p:spPr bwMode="auto">
          <a:xfrm>
            <a:off x="0" y="3582988"/>
            <a:ext cx="3551238"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1">
            <a:extLst>
              <a:ext uri="{FF2B5EF4-FFF2-40B4-BE49-F238E27FC236}">
                <a16:creationId xmlns:a16="http://schemas.microsoft.com/office/drawing/2014/main" id="{4F8EBA92-CADC-044B-8BFD-A68D0D24E370}"/>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030788" y="6488113"/>
            <a:ext cx="21304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magine 2">
            <a:extLst>
              <a:ext uri="{FF2B5EF4-FFF2-40B4-BE49-F238E27FC236}">
                <a16:creationId xmlns:a16="http://schemas.microsoft.com/office/drawing/2014/main" id="{BD6A18FA-5510-234A-AA4C-3B74B12B78E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477500" y="265113"/>
            <a:ext cx="13525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egnaposto numero diapositiva 5">
            <a:extLst>
              <a:ext uri="{FF2B5EF4-FFF2-40B4-BE49-F238E27FC236}">
                <a16:creationId xmlns:a16="http://schemas.microsoft.com/office/drawing/2014/main" id="{DEA462BC-A894-BD4D-A7C6-5427DE793DE3}"/>
              </a:ext>
            </a:extLst>
          </p:cNvPr>
          <p:cNvSpPr txBox="1">
            <a:spLocks/>
          </p:cNvSpPr>
          <p:nvPr/>
        </p:nvSpPr>
        <p:spPr>
          <a:xfrm>
            <a:off x="9145588" y="6356350"/>
            <a:ext cx="2743200" cy="365125"/>
          </a:xfrm>
          <a:prstGeom prst="rect">
            <a:avLst/>
          </a:prstGeom>
        </p:spPr>
        <p:txBody>
          <a:bodyPr anchor="ctr"/>
          <a:lstStyle>
            <a:defPPr>
              <a:defRPr lang="it-IT"/>
            </a:defPPr>
            <a:lvl1pPr marL="0" algn="r" defTabSz="914400" rtl="0" eaLnBrk="1" latinLnBrk="0" hangingPunct="1">
              <a:defRPr sz="1200" kern="1200">
                <a:solidFill>
                  <a:srgbClr val="0070C0"/>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2329C187-DB58-EB45-8DE9-FB8413A6FD6B}" type="slidenum">
              <a:rPr lang="it-IT" smtClean="0"/>
              <a:pPr fontAlgn="auto">
                <a:spcBef>
                  <a:spcPts val="0"/>
                </a:spcBef>
                <a:spcAft>
                  <a:spcPts val="0"/>
                </a:spcAft>
                <a:defRPr/>
              </a:pPr>
              <a:t>‹#›</a:t>
            </a:fld>
            <a:endParaRPr lang="it-IT" dirty="0"/>
          </a:p>
        </p:txBody>
      </p:sp>
      <p:sp>
        <p:nvSpPr>
          <p:cNvPr id="12" name="Titolo 1"/>
          <p:cNvSpPr>
            <a:spLocks noGrp="1"/>
          </p:cNvSpPr>
          <p:nvPr>
            <p:ph type="ctrTitle"/>
          </p:nvPr>
        </p:nvSpPr>
        <p:spPr>
          <a:xfrm>
            <a:off x="277289" y="534147"/>
            <a:ext cx="5183187" cy="1141459"/>
          </a:xfrm>
          <a:prstGeom prst="rect">
            <a:avLst/>
          </a:prstGeom>
        </p:spPr>
        <p:txBody>
          <a:bodyPr anchor="b" anchorCtr="0">
            <a:noAutofit/>
          </a:bodyPr>
          <a:lstStyle>
            <a:lvl1pPr algn="l">
              <a:defRPr sz="2800" b="1" i="0">
                <a:solidFill>
                  <a:schemeClr val="tx2"/>
                </a:solidFill>
                <a:latin typeface="Montserrat" pitchFamily="2" charset="77"/>
              </a:defRPr>
            </a:lvl1pPr>
          </a:lstStyle>
          <a:p>
            <a:r>
              <a:rPr lang="it-IT" dirty="0"/>
              <a:t>Fare clic per modificare lo stile del titolo dello schema</a:t>
            </a:r>
          </a:p>
        </p:txBody>
      </p:sp>
      <p:sp>
        <p:nvSpPr>
          <p:cNvPr id="16" name="Text Placeholder 2"/>
          <p:cNvSpPr>
            <a:spLocks noGrp="1"/>
          </p:cNvSpPr>
          <p:nvPr>
            <p:ph type="body" idx="1"/>
          </p:nvPr>
        </p:nvSpPr>
        <p:spPr>
          <a:xfrm>
            <a:off x="265418" y="1681163"/>
            <a:ext cx="5183188" cy="823912"/>
          </a:xfrm>
          <a:prstGeom prst="rect">
            <a:avLst/>
          </a:prstGeom>
        </p:spPr>
        <p:txBody>
          <a:bodyPr anchor="b"/>
          <a:lstStyle>
            <a:lvl1pPr marL="0" indent="0">
              <a:buNone/>
              <a:defRPr sz="2400" b="1">
                <a:solidFill>
                  <a:schemeClr val="tx2"/>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7" name="Text Placeholder 4"/>
          <p:cNvSpPr>
            <a:spLocks noGrp="1"/>
          </p:cNvSpPr>
          <p:nvPr>
            <p:ph type="body" sz="quarter" idx="3"/>
          </p:nvPr>
        </p:nvSpPr>
        <p:spPr>
          <a:xfrm>
            <a:off x="5618004" y="1681163"/>
            <a:ext cx="5183188" cy="823912"/>
          </a:xfrm>
          <a:prstGeom prst="rect">
            <a:avLst/>
          </a:prstGeom>
        </p:spPr>
        <p:txBody>
          <a:bodyPr anchor="b"/>
          <a:lstStyle>
            <a:lvl1pPr marL="0" indent="0">
              <a:buNone/>
              <a:defRPr sz="2400" b="1">
                <a:solidFill>
                  <a:schemeClr val="tx2"/>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20" name="Content Placeholder 5"/>
          <p:cNvSpPr>
            <a:spLocks noGrp="1"/>
          </p:cNvSpPr>
          <p:nvPr>
            <p:ph sz="quarter" idx="4"/>
          </p:nvPr>
        </p:nvSpPr>
        <p:spPr>
          <a:xfrm>
            <a:off x="5618004" y="2510632"/>
            <a:ext cx="5183188" cy="3684588"/>
          </a:xfrm>
          <a:prstGeom prst="rect">
            <a:avLst/>
          </a:prstGeom>
        </p:spPr>
        <p:txBody>
          <a:bodyPr/>
          <a:lstStyle>
            <a:lvl1pPr>
              <a:defRPr sz="2000">
                <a:solidFill>
                  <a:schemeClr val="tx2"/>
                </a:solidFill>
                <a:latin typeface="Montserrat" pitchFamily="2" charset="77"/>
              </a:defRPr>
            </a:lvl1pPr>
            <a:lvl2pPr>
              <a:defRPr sz="1800">
                <a:solidFill>
                  <a:schemeClr val="tx2"/>
                </a:solidFill>
                <a:latin typeface="Montserrat" pitchFamily="2" charset="77"/>
              </a:defRPr>
            </a:lvl2pPr>
            <a:lvl3pPr>
              <a:defRPr sz="1600">
                <a:solidFill>
                  <a:schemeClr val="tx2"/>
                </a:solidFill>
                <a:latin typeface="Montserrat" pitchFamily="2" charset="77"/>
              </a:defRPr>
            </a:lvl3pPr>
            <a:lvl4pPr>
              <a:defRPr>
                <a:latin typeface="Montserrat" pitchFamily="2" charset="77"/>
              </a:defRPr>
            </a:lvl4pPr>
            <a:lvl5pPr>
              <a:defRPr>
                <a:latin typeface="Montserrat" pitchFamily="2" charset="77"/>
              </a:defRPr>
            </a:lvl5pPr>
          </a:lstStyle>
          <a:p>
            <a:pPr lvl="0"/>
            <a:r>
              <a:rPr lang="en-GB" dirty="0"/>
              <a:t>Click to edit Master text styles</a:t>
            </a:r>
          </a:p>
          <a:p>
            <a:pPr lvl="1"/>
            <a:r>
              <a:rPr lang="en-GB" dirty="0"/>
              <a:t>Second level</a:t>
            </a:r>
          </a:p>
          <a:p>
            <a:pPr lvl="2"/>
            <a:r>
              <a:rPr lang="en-GB" dirty="0"/>
              <a:t>Third level</a:t>
            </a:r>
          </a:p>
        </p:txBody>
      </p:sp>
      <p:sp>
        <p:nvSpPr>
          <p:cNvPr id="21" name="Content Placeholder 5"/>
          <p:cNvSpPr>
            <a:spLocks noGrp="1"/>
          </p:cNvSpPr>
          <p:nvPr>
            <p:ph sz="quarter" idx="10"/>
          </p:nvPr>
        </p:nvSpPr>
        <p:spPr>
          <a:xfrm>
            <a:off x="265418" y="2510632"/>
            <a:ext cx="5183188" cy="3684588"/>
          </a:xfrm>
          <a:prstGeom prst="rect">
            <a:avLst/>
          </a:prstGeom>
        </p:spPr>
        <p:txBody>
          <a:bodyPr/>
          <a:lstStyle>
            <a:lvl1pPr>
              <a:defRPr sz="2000">
                <a:solidFill>
                  <a:schemeClr val="tx2"/>
                </a:solidFill>
                <a:latin typeface="Montserrat" pitchFamily="2" charset="77"/>
              </a:defRPr>
            </a:lvl1pPr>
            <a:lvl2pPr>
              <a:defRPr sz="1800">
                <a:solidFill>
                  <a:schemeClr val="tx2"/>
                </a:solidFill>
                <a:latin typeface="Montserrat" pitchFamily="2" charset="77"/>
              </a:defRPr>
            </a:lvl2pPr>
            <a:lvl3pPr>
              <a:defRPr sz="1600">
                <a:solidFill>
                  <a:schemeClr val="tx2"/>
                </a:solidFill>
                <a:latin typeface="Montserrat" pitchFamily="2" charset="77"/>
              </a:defRPr>
            </a:lvl3pPr>
            <a:lvl4pPr>
              <a:defRPr>
                <a:latin typeface="Montserrat" pitchFamily="2" charset="77"/>
              </a:defRPr>
            </a:lvl4pPr>
            <a:lvl5pPr>
              <a:defRPr>
                <a:latin typeface="Montserrat" pitchFamily="2" charset="77"/>
              </a:defRPr>
            </a:lvl5pPr>
          </a:lstStyle>
          <a:p>
            <a:pPr lvl="0"/>
            <a:r>
              <a:rPr lang="en-GB" dirty="0"/>
              <a:t>Click to edit Master text styles</a:t>
            </a:r>
          </a:p>
          <a:p>
            <a:pPr lvl="1"/>
            <a:r>
              <a:rPr lang="en-GB" dirty="0"/>
              <a:t>Second level</a:t>
            </a:r>
          </a:p>
          <a:p>
            <a:pPr lvl="2"/>
            <a:r>
              <a:rPr lang="en-GB" dirty="0"/>
              <a:t>Third level</a:t>
            </a:r>
          </a:p>
        </p:txBody>
      </p:sp>
    </p:spTree>
    <p:extLst>
      <p:ext uri="{BB962C8B-B14F-4D97-AF65-F5344CB8AC3E}">
        <p14:creationId xmlns:p14="http://schemas.microsoft.com/office/powerpoint/2010/main" val="11687556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rt Title, Text, Grapchis &amp; Photo">
    <p:spTree>
      <p:nvGrpSpPr>
        <p:cNvPr id="1" name=""/>
        <p:cNvGrpSpPr/>
        <p:nvPr/>
      </p:nvGrpSpPr>
      <p:grpSpPr>
        <a:xfrm>
          <a:off x="0" y="0"/>
          <a:ext cx="0" cy="0"/>
          <a:chOff x="0" y="0"/>
          <a:chExt cx="0" cy="0"/>
        </a:xfrm>
      </p:grpSpPr>
      <p:pic>
        <p:nvPicPr>
          <p:cNvPr id="12" name="Immagine 4" descr="Immagine che contiene freccia&#10;&#10;Descrizione generata automaticamente">
            <a:extLst>
              <a:ext uri="{FF2B5EF4-FFF2-40B4-BE49-F238E27FC236}">
                <a16:creationId xmlns:a16="http://schemas.microsoft.com/office/drawing/2014/main" id="{5EBBD253-8CAC-0E4B-AA13-728863AB4E61}"/>
              </a:ext>
            </a:extLst>
          </p:cNvPr>
          <p:cNvPicPr>
            <a:picLocks noChangeAspect="1" noChangeArrowheads="1"/>
          </p:cNvPicPr>
          <p:nvPr userDrawn="1"/>
        </p:nvPicPr>
        <p:blipFill>
          <a:blip r:embed="rId2" cstate="screen">
            <a:alphaModFix amt="10000"/>
            <a:extLst>
              <a:ext uri="{28A0092B-C50C-407E-A947-70E740481C1C}">
                <a14:useLocalDpi xmlns:a14="http://schemas.microsoft.com/office/drawing/2010/main"/>
              </a:ext>
            </a:extLst>
          </a:blip>
          <a:srcRect l="17027" t="-3680" r="-18742" b="29318"/>
          <a:stretch>
            <a:fillRect/>
          </a:stretch>
        </p:blipFill>
        <p:spPr bwMode="auto">
          <a:xfrm>
            <a:off x="0" y="3582988"/>
            <a:ext cx="3551238"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magine 1">
            <a:extLst>
              <a:ext uri="{FF2B5EF4-FFF2-40B4-BE49-F238E27FC236}">
                <a16:creationId xmlns:a16="http://schemas.microsoft.com/office/drawing/2014/main" id="{2B3F45E6-08B2-474D-A723-31E3E608BA2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030788" y="6488113"/>
            <a:ext cx="21304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2">
            <a:extLst>
              <a:ext uri="{FF2B5EF4-FFF2-40B4-BE49-F238E27FC236}">
                <a16:creationId xmlns:a16="http://schemas.microsoft.com/office/drawing/2014/main" id="{7F4CB93D-C949-5448-A452-077C2FF6E1FD}"/>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477500" y="265113"/>
            <a:ext cx="13525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Segnaposto numero diapositiva 5">
            <a:extLst>
              <a:ext uri="{FF2B5EF4-FFF2-40B4-BE49-F238E27FC236}">
                <a16:creationId xmlns:a16="http://schemas.microsoft.com/office/drawing/2014/main" id="{6C257C39-EAE8-554F-AFCA-00CD6A62C6E4}"/>
              </a:ext>
            </a:extLst>
          </p:cNvPr>
          <p:cNvSpPr txBox="1">
            <a:spLocks/>
          </p:cNvSpPr>
          <p:nvPr/>
        </p:nvSpPr>
        <p:spPr>
          <a:xfrm>
            <a:off x="9145588" y="6356350"/>
            <a:ext cx="2743200" cy="365125"/>
          </a:xfrm>
          <a:prstGeom prst="rect">
            <a:avLst/>
          </a:prstGeom>
        </p:spPr>
        <p:txBody>
          <a:bodyPr anchor="ctr"/>
          <a:lstStyle>
            <a:defPPr>
              <a:defRPr lang="it-IT"/>
            </a:defPPr>
            <a:lvl1pPr marL="0" algn="r" defTabSz="914400" rtl="0" eaLnBrk="1" latinLnBrk="0" hangingPunct="1">
              <a:defRPr sz="1200" kern="1200">
                <a:solidFill>
                  <a:srgbClr val="0070C0"/>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8FA02ED0-CBAF-5642-840F-4FD6F2254C3A}" type="slidenum">
              <a:rPr lang="it-IT" smtClean="0"/>
              <a:pPr fontAlgn="auto">
                <a:spcBef>
                  <a:spcPts val="0"/>
                </a:spcBef>
                <a:spcAft>
                  <a:spcPts val="0"/>
                </a:spcAft>
                <a:defRPr/>
              </a:pPr>
              <a:t>‹#›</a:t>
            </a:fld>
            <a:endParaRPr lang="it-IT" dirty="0"/>
          </a:p>
        </p:txBody>
      </p:sp>
      <p:sp>
        <p:nvSpPr>
          <p:cNvPr id="10" name="Rettangolo 16">
            <a:extLst>
              <a:ext uri="{FF2B5EF4-FFF2-40B4-BE49-F238E27FC236}">
                <a16:creationId xmlns:a16="http://schemas.microsoft.com/office/drawing/2014/main" id="{AD3E2009-F95A-4242-A266-CDC6D7105045}"/>
              </a:ext>
            </a:extLst>
          </p:cNvPr>
          <p:cNvSpPr/>
          <p:nvPr/>
        </p:nvSpPr>
        <p:spPr>
          <a:xfrm>
            <a:off x="10987088" y="1681163"/>
            <a:ext cx="842962" cy="4508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sp>
        <p:nvSpPr>
          <p:cNvPr id="26" name="Content Placeholder 5"/>
          <p:cNvSpPr>
            <a:spLocks noGrp="1"/>
          </p:cNvSpPr>
          <p:nvPr>
            <p:ph sz="quarter" idx="10"/>
          </p:nvPr>
        </p:nvSpPr>
        <p:spPr>
          <a:xfrm>
            <a:off x="265417" y="2512160"/>
            <a:ext cx="5459397" cy="3683060"/>
          </a:xfrm>
          <a:prstGeom prst="rect">
            <a:avLst/>
          </a:prstGeom>
        </p:spPr>
        <p:txBody>
          <a:bodyPr/>
          <a:lstStyle>
            <a:lvl1pPr>
              <a:defRPr sz="2000">
                <a:solidFill>
                  <a:schemeClr val="tx2"/>
                </a:solidFill>
                <a:latin typeface="Montserrat" pitchFamily="2" charset="77"/>
              </a:defRPr>
            </a:lvl1pPr>
            <a:lvl2pPr>
              <a:defRPr sz="1800">
                <a:solidFill>
                  <a:schemeClr val="tx2"/>
                </a:solidFill>
                <a:latin typeface="Montserrat" pitchFamily="2" charset="77"/>
              </a:defRPr>
            </a:lvl2pPr>
            <a:lvl3pPr>
              <a:defRPr sz="1600">
                <a:solidFill>
                  <a:schemeClr val="tx2"/>
                </a:solidFill>
                <a:latin typeface="Montserrat" pitchFamily="2" charset="77"/>
              </a:defRPr>
            </a:lvl3pPr>
            <a:lvl4pPr>
              <a:defRPr>
                <a:latin typeface="Montserrat" pitchFamily="2" charset="77"/>
              </a:defRPr>
            </a:lvl4pPr>
            <a:lvl5pPr>
              <a:defRPr>
                <a:latin typeface="Montserrat" pitchFamily="2" charset="77"/>
              </a:defRPr>
            </a:lvl5pPr>
          </a:lstStyle>
          <a:p>
            <a:pPr lvl="0"/>
            <a:r>
              <a:rPr lang="en-GB" dirty="0"/>
              <a:t>Click to edit Master text styles</a:t>
            </a:r>
          </a:p>
          <a:p>
            <a:pPr lvl="1"/>
            <a:r>
              <a:rPr lang="en-GB" dirty="0"/>
              <a:t>Second level</a:t>
            </a:r>
          </a:p>
          <a:p>
            <a:pPr lvl="2"/>
            <a:r>
              <a:rPr lang="en-GB" dirty="0"/>
              <a:t>Third level</a:t>
            </a:r>
          </a:p>
        </p:txBody>
      </p:sp>
      <p:sp>
        <p:nvSpPr>
          <p:cNvPr id="21" name="Titolo 1">
            <a:extLst>
              <a:ext uri="{FF2B5EF4-FFF2-40B4-BE49-F238E27FC236}">
                <a16:creationId xmlns:a16="http://schemas.microsoft.com/office/drawing/2014/main" id="{BC48DE89-E6E2-2C49-B8C5-46BFE4B9D68C}"/>
              </a:ext>
            </a:extLst>
          </p:cNvPr>
          <p:cNvSpPr>
            <a:spLocks noGrp="1"/>
          </p:cNvSpPr>
          <p:nvPr>
            <p:ph type="ctrTitle"/>
          </p:nvPr>
        </p:nvSpPr>
        <p:spPr>
          <a:xfrm>
            <a:off x="277289" y="534147"/>
            <a:ext cx="5183187" cy="1141459"/>
          </a:xfrm>
          <a:prstGeom prst="rect">
            <a:avLst/>
          </a:prstGeom>
        </p:spPr>
        <p:txBody>
          <a:bodyPr anchor="b" anchorCtr="0">
            <a:noAutofit/>
          </a:bodyPr>
          <a:lstStyle>
            <a:lvl1pPr algn="l">
              <a:defRPr sz="2800" b="1" i="0">
                <a:solidFill>
                  <a:schemeClr val="tx2"/>
                </a:solidFill>
                <a:latin typeface="Montserrat" pitchFamily="2" charset="77"/>
              </a:defRPr>
            </a:lvl1pPr>
          </a:lstStyle>
          <a:p>
            <a:r>
              <a:rPr lang="it-IT" dirty="0"/>
              <a:t>Fare clic per modificare lo stile del titolo dello schema</a:t>
            </a:r>
          </a:p>
        </p:txBody>
      </p:sp>
      <p:sp>
        <p:nvSpPr>
          <p:cNvPr id="22" name="Text Placeholder 2">
            <a:extLst>
              <a:ext uri="{FF2B5EF4-FFF2-40B4-BE49-F238E27FC236}">
                <a16:creationId xmlns:a16="http://schemas.microsoft.com/office/drawing/2014/main" id="{753796F5-5455-F543-95E0-B18BD3270388}"/>
              </a:ext>
            </a:extLst>
          </p:cNvPr>
          <p:cNvSpPr>
            <a:spLocks noGrp="1"/>
          </p:cNvSpPr>
          <p:nvPr>
            <p:ph type="body" idx="1"/>
          </p:nvPr>
        </p:nvSpPr>
        <p:spPr>
          <a:xfrm>
            <a:off x="265418" y="1681163"/>
            <a:ext cx="5183188" cy="823912"/>
          </a:xfrm>
          <a:prstGeom prst="rect">
            <a:avLst/>
          </a:prstGeom>
        </p:spPr>
        <p:txBody>
          <a:bodyPr anchor="b"/>
          <a:lstStyle>
            <a:lvl1pPr marL="0" indent="0">
              <a:buNone/>
              <a:defRPr sz="2400" b="1">
                <a:solidFill>
                  <a:schemeClr val="tx2"/>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pic>
        <p:nvPicPr>
          <p:cNvPr id="4" name="Immagine 3">
            <a:extLst>
              <a:ext uri="{FF2B5EF4-FFF2-40B4-BE49-F238E27FC236}">
                <a16:creationId xmlns:a16="http://schemas.microsoft.com/office/drawing/2014/main" id="{36E5C447-12D3-4DDB-A4C6-EF8FB6729D5C}"/>
              </a:ext>
            </a:extLst>
          </p:cNvPr>
          <p:cNvPicPr>
            <a:picLocks noChangeAspect="1"/>
          </p:cNvPicPr>
          <p:nvPr userDrawn="1"/>
        </p:nvPicPr>
        <p:blipFill>
          <a:blip r:embed="rId5"/>
          <a:stretch>
            <a:fillRect/>
          </a:stretch>
        </p:blipFill>
        <p:spPr>
          <a:xfrm>
            <a:off x="5828679" y="1688173"/>
            <a:ext cx="5158409" cy="4501490"/>
          </a:xfrm>
          <a:prstGeom prst="rect">
            <a:avLst/>
          </a:prstGeom>
        </p:spPr>
      </p:pic>
      <p:sp>
        <p:nvSpPr>
          <p:cNvPr id="11" name="Rettangolo 17">
            <a:extLst>
              <a:ext uri="{FF2B5EF4-FFF2-40B4-BE49-F238E27FC236}">
                <a16:creationId xmlns:a16="http://schemas.microsoft.com/office/drawing/2014/main" id="{6BCB63DC-358F-3E47-8BBC-2326CE955929}"/>
              </a:ext>
            </a:extLst>
          </p:cNvPr>
          <p:cNvSpPr/>
          <p:nvPr/>
        </p:nvSpPr>
        <p:spPr>
          <a:xfrm>
            <a:off x="9215438" y="1681163"/>
            <a:ext cx="2976562" cy="4508500"/>
          </a:xfrm>
          <a:prstGeom prst="rect">
            <a:avLst/>
          </a:pr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spTree>
    <p:extLst>
      <p:ext uri="{BB962C8B-B14F-4D97-AF65-F5344CB8AC3E}">
        <p14:creationId xmlns:p14="http://schemas.microsoft.com/office/powerpoint/2010/main" val="19114359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Title, Text &amp; Graphics 02">
    <p:spTree>
      <p:nvGrpSpPr>
        <p:cNvPr id="1" name=""/>
        <p:cNvGrpSpPr/>
        <p:nvPr/>
      </p:nvGrpSpPr>
      <p:grpSpPr>
        <a:xfrm>
          <a:off x="0" y="0"/>
          <a:ext cx="0" cy="0"/>
          <a:chOff x="0" y="0"/>
          <a:chExt cx="0" cy="0"/>
        </a:xfrm>
      </p:grpSpPr>
      <p:pic>
        <p:nvPicPr>
          <p:cNvPr id="11" name="Immagine 4" descr="Immagine che contiene freccia&#10;&#10;Descrizione generata automaticamente">
            <a:extLst>
              <a:ext uri="{FF2B5EF4-FFF2-40B4-BE49-F238E27FC236}">
                <a16:creationId xmlns:a16="http://schemas.microsoft.com/office/drawing/2014/main" id="{D8E14485-B979-A247-9DEA-146D3E0CF637}"/>
              </a:ext>
            </a:extLst>
          </p:cNvPr>
          <p:cNvPicPr>
            <a:picLocks noChangeAspect="1" noChangeArrowheads="1"/>
          </p:cNvPicPr>
          <p:nvPr userDrawn="1"/>
        </p:nvPicPr>
        <p:blipFill>
          <a:blip r:embed="rId2" cstate="screen">
            <a:alphaModFix amt="10000"/>
            <a:extLst>
              <a:ext uri="{28A0092B-C50C-407E-A947-70E740481C1C}">
                <a14:useLocalDpi xmlns:a14="http://schemas.microsoft.com/office/drawing/2010/main"/>
              </a:ext>
            </a:extLst>
          </a:blip>
          <a:srcRect l="17027" t="-3680" r="-18742" b="29318"/>
          <a:stretch>
            <a:fillRect/>
          </a:stretch>
        </p:blipFill>
        <p:spPr bwMode="auto">
          <a:xfrm>
            <a:off x="8344" y="3582988"/>
            <a:ext cx="3551238"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magine 1">
            <a:extLst>
              <a:ext uri="{FF2B5EF4-FFF2-40B4-BE49-F238E27FC236}">
                <a16:creationId xmlns:a16="http://schemas.microsoft.com/office/drawing/2014/main" id="{BAC01275-D208-FA40-BFFB-CDFAE06FCC7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030788" y="6488113"/>
            <a:ext cx="21304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2">
            <a:extLst>
              <a:ext uri="{FF2B5EF4-FFF2-40B4-BE49-F238E27FC236}">
                <a16:creationId xmlns:a16="http://schemas.microsoft.com/office/drawing/2014/main" id="{D07A18DD-24B7-3540-935C-1C71CC6B334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477500" y="265113"/>
            <a:ext cx="13525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Segnaposto numero diapositiva 5">
            <a:extLst>
              <a:ext uri="{FF2B5EF4-FFF2-40B4-BE49-F238E27FC236}">
                <a16:creationId xmlns:a16="http://schemas.microsoft.com/office/drawing/2014/main" id="{8953AC5F-B5AC-8448-962D-952F5C29A972}"/>
              </a:ext>
            </a:extLst>
          </p:cNvPr>
          <p:cNvSpPr txBox="1">
            <a:spLocks/>
          </p:cNvSpPr>
          <p:nvPr/>
        </p:nvSpPr>
        <p:spPr>
          <a:xfrm>
            <a:off x="9145588" y="6356350"/>
            <a:ext cx="2743200" cy="365125"/>
          </a:xfrm>
          <a:prstGeom prst="rect">
            <a:avLst/>
          </a:prstGeom>
        </p:spPr>
        <p:txBody>
          <a:bodyPr anchor="ctr"/>
          <a:lstStyle>
            <a:defPPr>
              <a:defRPr lang="it-IT"/>
            </a:defPPr>
            <a:lvl1pPr marL="0" algn="r" defTabSz="914400" rtl="0" eaLnBrk="1" latinLnBrk="0" hangingPunct="1">
              <a:defRPr sz="1200" kern="1200">
                <a:solidFill>
                  <a:srgbClr val="0070C0"/>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532A690C-E27A-8549-AE5E-6094FA7FDE65}" type="slidenum">
              <a:rPr lang="it-IT" smtClean="0"/>
              <a:pPr fontAlgn="auto">
                <a:spcBef>
                  <a:spcPts val="0"/>
                </a:spcBef>
                <a:spcAft>
                  <a:spcPts val="0"/>
                </a:spcAft>
                <a:defRPr/>
              </a:pPr>
              <a:t>‹#›</a:t>
            </a:fld>
            <a:endParaRPr lang="it-IT" dirty="0"/>
          </a:p>
        </p:txBody>
      </p:sp>
      <p:sp>
        <p:nvSpPr>
          <p:cNvPr id="17" name="Text Placeholder 3"/>
          <p:cNvSpPr>
            <a:spLocks noGrp="1"/>
          </p:cNvSpPr>
          <p:nvPr>
            <p:ph type="body" sz="half" idx="2"/>
          </p:nvPr>
        </p:nvSpPr>
        <p:spPr>
          <a:xfrm>
            <a:off x="277290" y="2057400"/>
            <a:ext cx="4003204" cy="3684588"/>
          </a:xfrm>
          <a:prstGeom prst="rect">
            <a:avLst/>
          </a:prstGeom>
        </p:spPr>
        <p:txBody>
          <a:bodyPr/>
          <a:lstStyle>
            <a:lvl1pPr marL="0" indent="0">
              <a:buNone/>
              <a:defRPr sz="2400" b="1" i="0">
                <a:solidFill>
                  <a:schemeClr val="tx2"/>
                </a:solidFill>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25" name="Text Placeholder 2"/>
          <p:cNvSpPr>
            <a:spLocks noGrp="1"/>
          </p:cNvSpPr>
          <p:nvPr>
            <p:ph type="body" idx="1"/>
          </p:nvPr>
        </p:nvSpPr>
        <p:spPr>
          <a:xfrm>
            <a:off x="4272150" y="2072482"/>
            <a:ext cx="5157787" cy="823912"/>
          </a:xfrm>
          <a:prstGeom prst="rect">
            <a:avLst/>
          </a:prstGeom>
        </p:spPr>
        <p:txBody>
          <a:bodyPr anchor="b"/>
          <a:lstStyle>
            <a:lvl1pPr marL="0" indent="0">
              <a:buNone/>
              <a:defRPr sz="2400" b="1">
                <a:solidFill>
                  <a:schemeClr val="tx2"/>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26" name="Content Placeholder 5"/>
          <p:cNvSpPr>
            <a:spLocks noGrp="1"/>
          </p:cNvSpPr>
          <p:nvPr>
            <p:ph sz="quarter" idx="10"/>
          </p:nvPr>
        </p:nvSpPr>
        <p:spPr>
          <a:xfrm>
            <a:off x="4272150" y="2911476"/>
            <a:ext cx="5183188" cy="2830512"/>
          </a:xfrm>
          <a:prstGeom prst="rect">
            <a:avLst/>
          </a:prstGeom>
        </p:spPr>
        <p:txBody>
          <a:bodyPr/>
          <a:lstStyle>
            <a:lvl1pPr>
              <a:defRPr sz="2000">
                <a:solidFill>
                  <a:schemeClr val="tx2"/>
                </a:solidFill>
                <a:latin typeface="Montserrat" pitchFamily="2" charset="77"/>
              </a:defRPr>
            </a:lvl1pPr>
            <a:lvl2pPr>
              <a:defRPr sz="1800">
                <a:solidFill>
                  <a:schemeClr val="tx2"/>
                </a:solidFill>
                <a:latin typeface="Montserrat" pitchFamily="2" charset="77"/>
              </a:defRPr>
            </a:lvl2pPr>
            <a:lvl3pPr>
              <a:defRPr sz="1600">
                <a:solidFill>
                  <a:schemeClr val="tx2"/>
                </a:solidFill>
                <a:latin typeface="Montserrat" pitchFamily="2" charset="77"/>
              </a:defRPr>
            </a:lvl3pPr>
            <a:lvl4pPr>
              <a:defRPr>
                <a:latin typeface="Montserrat" pitchFamily="2" charset="77"/>
              </a:defRPr>
            </a:lvl4pPr>
            <a:lvl5pPr>
              <a:defRPr>
                <a:latin typeface="Montserrat" pitchFamily="2" charset="77"/>
              </a:defRPr>
            </a:lvl5pPr>
          </a:lstStyle>
          <a:p>
            <a:pPr lvl="0"/>
            <a:r>
              <a:rPr lang="en-GB" dirty="0"/>
              <a:t>Click to edit Master text styles</a:t>
            </a:r>
          </a:p>
          <a:p>
            <a:pPr lvl="1"/>
            <a:r>
              <a:rPr lang="en-GB" dirty="0"/>
              <a:t>Second level</a:t>
            </a:r>
          </a:p>
          <a:p>
            <a:pPr lvl="2"/>
            <a:r>
              <a:rPr lang="en-GB" dirty="0"/>
              <a:t>Third level</a:t>
            </a:r>
          </a:p>
        </p:txBody>
      </p:sp>
      <p:sp>
        <p:nvSpPr>
          <p:cNvPr id="13" name="Titolo 1"/>
          <p:cNvSpPr>
            <a:spLocks noGrp="1"/>
          </p:cNvSpPr>
          <p:nvPr>
            <p:ph type="ctrTitle"/>
          </p:nvPr>
        </p:nvSpPr>
        <p:spPr>
          <a:xfrm>
            <a:off x="277290" y="910384"/>
            <a:ext cx="3994860" cy="1141459"/>
          </a:xfrm>
          <a:prstGeom prst="rect">
            <a:avLst/>
          </a:prstGeom>
        </p:spPr>
        <p:txBody>
          <a:bodyPr anchor="b" anchorCtr="0">
            <a:noAutofit/>
          </a:bodyPr>
          <a:lstStyle>
            <a:lvl1pPr algn="l">
              <a:defRPr sz="2800" b="1" i="0">
                <a:solidFill>
                  <a:schemeClr val="tx2"/>
                </a:solidFill>
                <a:latin typeface="Montserrat" pitchFamily="2" charset="77"/>
              </a:defRPr>
            </a:lvl1pPr>
          </a:lstStyle>
          <a:p>
            <a:r>
              <a:rPr lang="it-IT" dirty="0"/>
              <a:t>Fare clic per modificare lo stile del titolo dello schema</a:t>
            </a:r>
          </a:p>
        </p:txBody>
      </p:sp>
      <p:pic>
        <p:nvPicPr>
          <p:cNvPr id="10" name="Immagine 4" descr="Immagine che contiene freccia&#10;&#10;Descrizione generata automaticamente">
            <a:extLst>
              <a:ext uri="{FF2B5EF4-FFF2-40B4-BE49-F238E27FC236}">
                <a16:creationId xmlns:a16="http://schemas.microsoft.com/office/drawing/2014/main" id="{82EB41B5-F4AF-634A-8830-EC851DD96DD7}"/>
              </a:ext>
            </a:extLst>
          </p:cNvPr>
          <p:cNvPicPr>
            <a:picLocks noChangeAspect="1" noChangeArrowheads="1"/>
          </p:cNvPicPr>
          <p:nvPr userDrawn="1"/>
        </p:nvPicPr>
        <p:blipFill>
          <a:blip r:embed="rId2" cstate="screen">
            <a:alphaModFix amt="10000"/>
            <a:extLst>
              <a:ext uri="{28A0092B-C50C-407E-A947-70E740481C1C}">
                <a14:useLocalDpi xmlns:a14="http://schemas.microsoft.com/office/drawing/2010/main"/>
              </a:ext>
            </a:extLst>
          </a:blip>
          <a:srcRect l="17027" t="-3680" r="-18742" b="29318"/>
          <a:stretch>
            <a:fillRect/>
          </a:stretch>
        </p:blipFill>
        <p:spPr bwMode="auto">
          <a:xfrm>
            <a:off x="0" y="3582988"/>
            <a:ext cx="3551238"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1317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rt Title, Text &amp; Graphics 03">
    <p:spTree>
      <p:nvGrpSpPr>
        <p:cNvPr id="1" name=""/>
        <p:cNvGrpSpPr/>
        <p:nvPr/>
      </p:nvGrpSpPr>
      <p:grpSpPr>
        <a:xfrm>
          <a:off x="0" y="0"/>
          <a:ext cx="0" cy="0"/>
          <a:chOff x="0" y="0"/>
          <a:chExt cx="0" cy="0"/>
        </a:xfrm>
      </p:grpSpPr>
      <p:pic>
        <p:nvPicPr>
          <p:cNvPr id="9" name="Immagine 4" descr="Immagine che contiene freccia&#10;&#10;Descrizione generata automaticamente">
            <a:extLst>
              <a:ext uri="{FF2B5EF4-FFF2-40B4-BE49-F238E27FC236}">
                <a16:creationId xmlns:a16="http://schemas.microsoft.com/office/drawing/2014/main" id="{8D5C7E40-0CDC-BC41-9D29-9B8AD3C55EEE}"/>
              </a:ext>
            </a:extLst>
          </p:cNvPr>
          <p:cNvPicPr>
            <a:picLocks noChangeAspect="1" noChangeArrowheads="1"/>
          </p:cNvPicPr>
          <p:nvPr userDrawn="1"/>
        </p:nvPicPr>
        <p:blipFill>
          <a:blip r:embed="rId2" cstate="screen">
            <a:alphaModFix amt="10000"/>
            <a:extLst>
              <a:ext uri="{28A0092B-C50C-407E-A947-70E740481C1C}">
                <a14:useLocalDpi xmlns:a14="http://schemas.microsoft.com/office/drawing/2010/main"/>
              </a:ext>
            </a:extLst>
          </a:blip>
          <a:srcRect l="17027" t="-3680" r="-18742" b="29318"/>
          <a:stretch>
            <a:fillRect/>
          </a:stretch>
        </p:blipFill>
        <p:spPr bwMode="auto">
          <a:xfrm>
            <a:off x="0" y="3582988"/>
            <a:ext cx="3551238"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Immagine 1">
            <a:extLst>
              <a:ext uri="{FF2B5EF4-FFF2-40B4-BE49-F238E27FC236}">
                <a16:creationId xmlns:a16="http://schemas.microsoft.com/office/drawing/2014/main" id="{C27513EE-89F6-8C4C-8DDC-43ED6A1365A5}"/>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030788" y="6488113"/>
            <a:ext cx="21304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magine 2">
            <a:extLst>
              <a:ext uri="{FF2B5EF4-FFF2-40B4-BE49-F238E27FC236}">
                <a16:creationId xmlns:a16="http://schemas.microsoft.com/office/drawing/2014/main" id="{6D746C32-CA41-D347-A50C-9B70C1E6CB87}"/>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477500" y="265113"/>
            <a:ext cx="13525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egnaposto numero diapositiva 5">
            <a:extLst>
              <a:ext uri="{FF2B5EF4-FFF2-40B4-BE49-F238E27FC236}">
                <a16:creationId xmlns:a16="http://schemas.microsoft.com/office/drawing/2014/main" id="{AAA818DC-06C1-2342-B806-392EA9649872}"/>
              </a:ext>
            </a:extLst>
          </p:cNvPr>
          <p:cNvSpPr txBox="1">
            <a:spLocks/>
          </p:cNvSpPr>
          <p:nvPr/>
        </p:nvSpPr>
        <p:spPr>
          <a:xfrm>
            <a:off x="9145588" y="6356350"/>
            <a:ext cx="2743200" cy="365125"/>
          </a:xfrm>
          <a:prstGeom prst="rect">
            <a:avLst/>
          </a:prstGeom>
        </p:spPr>
        <p:txBody>
          <a:bodyPr anchor="ctr"/>
          <a:lstStyle>
            <a:defPPr>
              <a:defRPr lang="it-IT"/>
            </a:defPPr>
            <a:lvl1pPr marL="0" algn="r" defTabSz="914400" rtl="0" eaLnBrk="1" latinLnBrk="0" hangingPunct="1">
              <a:defRPr sz="1200" kern="1200">
                <a:solidFill>
                  <a:srgbClr val="0070C0"/>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234DEC44-A291-A44B-A1A0-B14AC4E15AE1}" type="slidenum">
              <a:rPr lang="it-IT" smtClean="0"/>
              <a:pPr fontAlgn="auto">
                <a:spcBef>
                  <a:spcPts val="0"/>
                </a:spcBef>
                <a:spcAft>
                  <a:spcPts val="0"/>
                </a:spcAft>
                <a:defRPr/>
              </a:pPr>
              <a:t>‹#›</a:t>
            </a:fld>
            <a:endParaRPr lang="it-IT" dirty="0"/>
          </a:p>
        </p:txBody>
      </p:sp>
      <p:sp>
        <p:nvSpPr>
          <p:cNvPr id="16" name="Content Placeholder 2"/>
          <p:cNvSpPr>
            <a:spLocks noGrp="1"/>
          </p:cNvSpPr>
          <p:nvPr>
            <p:ph idx="1"/>
          </p:nvPr>
        </p:nvSpPr>
        <p:spPr>
          <a:xfrm>
            <a:off x="277290" y="2051843"/>
            <a:ext cx="11553382" cy="4125119"/>
          </a:xfrm>
          <a:prstGeom prst="rect">
            <a:avLst/>
          </a:prstGeom>
        </p:spPr>
        <p:txBody>
          <a:bodyPr/>
          <a:lstStyle>
            <a:lvl1pPr>
              <a:defRPr sz="2400" b="1">
                <a:solidFill>
                  <a:schemeClr val="tx2"/>
                </a:solidFill>
                <a:latin typeface="Montserrat" pitchFamily="2" charset="77"/>
              </a:defRPr>
            </a:lvl1pPr>
            <a:lvl2pPr>
              <a:defRPr>
                <a:solidFill>
                  <a:schemeClr val="tx2"/>
                </a:solidFill>
                <a:latin typeface="Montserrat" pitchFamily="2" charset="77"/>
              </a:defRPr>
            </a:lvl2pPr>
            <a:lvl3pPr>
              <a:defRPr>
                <a:solidFill>
                  <a:schemeClr val="tx2"/>
                </a:solidFill>
                <a:latin typeface="Montserrat" pitchFamily="2" charset="77"/>
              </a:defRPr>
            </a:lvl3pPr>
            <a:lvl4pPr>
              <a:defRPr>
                <a:solidFill>
                  <a:schemeClr val="tx2"/>
                </a:solidFill>
                <a:latin typeface="Montserrat" pitchFamily="2" charset="77"/>
              </a:defRPr>
            </a:lvl4pPr>
            <a:lvl5pPr>
              <a:defRPr>
                <a:solidFill>
                  <a:schemeClr val="tx2"/>
                </a:solidFill>
                <a:latin typeface="Montserrat"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it-IT" dirty="0"/>
          </a:p>
        </p:txBody>
      </p:sp>
      <p:sp>
        <p:nvSpPr>
          <p:cNvPr id="12" name="Titolo 1">
            <a:extLst>
              <a:ext uri="{FF2B5EF4-FFF2-40B4-BE49-F238E27FC236}">
                <a16:creationId xmlns:a16="http://schemas.microsoft.com/office/drawing/2014/main" id="{410AC73B-53BE-C141-A415-76E05F636EBA}"/>
              </a:ext>
            </a:extLst>
          </p:cNvPr>
          <p:cNvSpPr>
            <a:spLocks noGrp="1"/>
          </p:cNvSpPr>
          <p:nvPr>
            <p:ph type="ctrTitle"/>
          </p:nvPr>
        </p:nvSpPr>
        <p:spPr>
          <a:xfrm>
            <a:off x="277290" y="910384"/>
            <a:ext cx="3994860" cy="1141459"/>
          </a:xfrm>
          <a:prstGeom prst="rect">
            <a:avLst/>
          </a:prstGeom>
        </p:spPr>
        <p:txBody>
          <a:bodyPr anchor="b" anchorCtr="0">
            <a:noAutofit/>
          </a:bodyPr>
          <a:lstStyle>
            <a:lvl1pPr algn="l">
              <a:defRPr sz="2800" b="1" i="0">
                <a:solidFill>
                  <a:schemeClr val="tx2"/>
                </a:solidFill>
                <a:latin typeface="Montserrat" pitchFamily="2" charset="77"/>
              </a:defRPr>
            </a:lvl1pPr>
          </a:lstStyle>
          <a:p>
            <a:r>
              <a:rPr lang="it-IT" dirty="0"/>
              <a:t>Fare clic per modificare lo stile del titolo dello schema</a:t>
            </a:r>
          </a:p>
        </p:txBody>
      </p:sp>
    </p:spTree>
    <p:extLst>
      <p:ext uri="{BB962C8B-B14F-4D97-AF65-F5344CB8AC3E}">
        <p14:creationId xmlns:p14="http://schemas.microsoft.com/office/powerpoint/2010/main" val="17400030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Dedalus's Color">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15098A90-A5F4-6346-88C4-20E5F35B2BA1}"/>
              </a:ext>
            </a:extLst>
          </p:cNvPr>
          <p:cNvGrpSpPr>
            <a:grpSpLocks/>
          </p:cNvGrpSpPr>
          <p:nvPr/>
        </p:nvGrpSpPr>
        <p:grpSpPr bwMode="auto">
          <a:xfrm>
            <a:off x="0" y="0"/>
            <a:ext cx="12218988" cy="6858000"/>
            <a:chOff x="0" y="0"/>
            <a:chExt cx="12219493" cy="6858000"/>
          </a:xfrm>
        </p:grpSpPr>
        <p:sp>
          <p:nvSpPr>
            <p:cNvPr id="3" name="Rectangle 7">
              <a:extLst>
                <a:ext uri="{FF2B5EF4-FFF2-40B4-BE49-F238E27FC236}">
                  <a16:creationId xmlns:a16="http://schemas.microsoft.com/office/drawing/2014/main" id="{87016222-7259-B94F-BF05-EDC4F1CC2A1A}"/>
                </a:ext>
              </a:extLst>
            </p:cNvPr>
            <p:cNvSpPr/>
            <p:nvPr/>
          </p:nvSpPr>
          <p:spPr>
            <a:xfrm>
              <a:off x="0" y="5353050"/>
              <a:ext cx="1362131" cy="1504950"/>
            </a:xfrm>
            <a:prstGeom prst="rect">
              <a:avLst/>
            </a:prstGeom>
            <a:solidFill>
              <a:srgbClr val="008C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solidFill>
                  <a:srgbClr val="4298B5"/>
                </a:solidFill>
                <a:latin typeface="Montserrat Medium" pitchFamily="2" charset="77"/>
              </a:endParaRPr>
            </a:p>
          </p:txBody>
        </p:sp>
        <p:sp>
          <p:nvSpPr>
            <p:cNvPr id="4" name="Rectangle 8">
              <a:extLst>
                <a:ext uri="{FF2B5EF4-FFF2-40B4-BE49-F238E27FC236}">
                  <a16:creationId xmlns:a16="http://schemas.microsoft.com/office/drawing/2014/main" id="{B6ADC8D3-A2C6-2B48-8C9F-980AD37B5398}"/>
                </a:ext>
              </a:extLst>
            </p:cNvPr>
            <p:cNvSpPr/>
            <p:nvPr/>
          </p:nvSpPr>
          <p:spPr>
            <a:xfrm>
              <a:off x="1362131" y="5353050"/>
              <a:ext cx="1360544" cy="1504950"/>
            </a:xfrm>
            <a:prstGeom prst="rect">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solidFill>
                  <a:srgbClr val="4298B5"/>
                </a:solidFill>
                <a:latin typeface="Montserrat Medium" pitchFamily="2" charset="77"/>
              </a:endParaRPr>
            </a:p>
          </p:txBody>
        </p:sp>
        <p:sp>
          <p:nvSpPr>
            <p:cNvPr id="5" name="Rectangle 9">
              <a:extLst>
                <a:ext uri="{FF2B5EF4-FFF2-40B4-BE49-F238E27FC236}">
                  <a16:creationId xmlns:a16="http://schemas.microsoft.com/office/drawing/2014/main" id="{B1EA9D48-2098-6E46-B409-8FA367337D30}"/>
                </a:ext>
              </a:extLst>
            </p:cNvPr>
            <p:cNvSpPr/>
            <p:nvPr/>
          </p:nvSpPr>
          <p:spPr>
            <a:xfrm>
              <a:off x="2722676" y="5353050"/>
              <a:ext cx="1362131" cy="1504950"/>
            </a:xfrm>
            <a:prstGeom prst="rect">
              <a:avLst/>
            </a:prstGeom>
            <a:solidFill>
              <a:srgbClr val="2DCCD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solidFill>
                  <a:srgbClr val="4298B5"/>
                </a:solidFill>
                <a:latin typeface="Montserrat Medium" pitchFamily="2" charset="77"/>
              </a:endParaRPr>
            </a:p>
          </p:txBody>
        </p:sp>
        <p:sp>
          <p:nvSpPr>
            <p:cNvPr id="6" name="Rectangle 10">
              <a:extLst>
                <a:ext uri="{FF2B5EF4-FFF2-40B4-BE49-F238E27FC236}">
                  <a16:creationId xmlns:a16="http://schemas.microsoft.com/office/drawing/2014/main" id="{64A4158F-8D7E-234D-BE18-858B72EF3FB8}"/>
                </a:ext>
              </a:extLst>
            </p:cNvPr>
            <p:cNvSpPr/>
            <p:nvPr/>
          </p:nvSpPr>
          <p:spPr>
            <a:xfrm>
              <a:off x="4084807" y="5353050"/>
              <a:ext cx="1360543" cy="1504950"/>
            </a:xfrm>
            <a:prstGeom prst="rect">
              <a:avLst/>
            </a:prstGeom>
            <a:solidFill>
              <a:srgbClr val="B9D9E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solidFill>
                  <a:srgbClr val="4298B5"/>
                </a:solidFill>
                <a:latin typeface="Montserrat Medium" pitchFamily="2" charset="77"/>
              </a:endParaRPr>
            </a:p>
          </p:txBody>
        </p:sp>
        <p:sp>
          <p:nvSpPr>
            <p:cNvPr id="7" name="Rectangle 11">
              <a:extLst>
                <a:ext uri="{FF2B5EF4-FFF2-40B4-BE49-F238E27FC236}">
                  <a16:creationId xmlns:a16="http://schemas.microsoft.com/office/drawing/2014/main" id="{E9B7E540-FB5D-D74F-917D-2926B6E49079}"/>
                </a:ext>
              </a:extLst>
            </p:cNvPr>
            <p:cNvSpPr/>
            <p:nvPr/>
          </p:nvSpPr>
          <p:spPr>
            <a:xfrm>
              <a:off x="5429474" y="5353050"/>
              <a:ext cx="1362131" cy="1504950"/>
            </a:xfrm>
            <a:prstGeom prst="rect">
              <a:avLst/>
            </a:prstGeom>
            <a:solidFill>
              <a:srgbClr val="A6BBC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solidFill>
                  <a:srgbClr val="4298B5"/>
                </a:solidFill>
                <a:latin typeface="Montserrat Medium" pitchFamily="2" charset="77"/>
              </a:endParaRPr>
            </a:p>
          </p:txBody>
        </p:sp>
        <p:sp>
          <p:nvSpPr>
            <p:cNvPr id="8" name="Rectangle 12">
              <a:extLst>
                <a:ext uri="{FF2B5EF4-FFF2-40B4-BE49-F238E27FC236}">
                  <a16:creationId xmlns:a16="http://schemas.microsoft.com/office/drawing/2014/main" id="{B7355C1C-313F-6C4E-88EF-BC1EF83A401D}"/>
                </a:ext>
              </a:extLst>
            </p:cNvPr>
            <p:cNvSpPr/>
            <p:nvPr/>
          </p:nvSpPr>
          <p:spPr>
            <a:xfrm>
              <a:off x="6791606" y="5353050"/>
              <a:ext cx="1360544" cy="1504950"/>
            </a:xfrm>
            <a:prstGeom prst="rect">
              <a:avLst/>
            </a:prstGeom>
            <a:solidFill>
              <a:srgbClr val="809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solidFill>
                  <a:srgbClr val="4298B5"/>
                </a:solidFill>
                <a:latin typeface="Montserrat Medium" pitchFamily="2" charset="77"/>
              </a:endParaRPr>
            </a:p>
          </p:txBody>
        </p:sp>
        <p:sp>
          <p:nvSpPr>
            <p:cNvPr id="9" name="Rectangle 13">
              <a:extLst>
                <a:ext uri="{FF2B5EF4-FFF2-40B4-BE49-F238E27FC236}">
                  <a16:creationId xmlns:a16="http://schemas.microsoft.com/office/drawing/2014/main" id="{8D572827-81CA-F547-AA52-8B6A5996A493}"/>
                </a:ext>
              </a:extLst>
            </p:cNvPr>
            <p:cNvSpPr/>
            <p:nvPr/>
          </p:nvSpPr>
          <p:spPr>
            <a:xfrm>
              <a:off x="8152150" y="5353050"/>
              <a:ext cx="1362131" cy="1504950"/>
            </a:xfrm>
            <a:prstGeom prst="rect">
              <a:avLst/>
            </a:prstGeom>
            <a:solidFill>
              <a:srgbClr val="685BC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solidFill>
                  <a:srgbClr val="4298B5"/>
                </a:solidFill>
                <a:latin typeface="Montserrat Medium" pitchFamily="2" charset="77"/>
              </a:endParaRPr>
            </a:p>
          </p:txBody>
        </p:sp>
        <p:sp>
          <p:nvSpPr>
            <p:cNvPr id="10" name="Rectangle 14">
              <a:extLst>
                <a:ext uri="{FF2B5EF4-FFF2-40B4-BE49-F238E27FC236}">
                  <a16:creationId xmlns:a16="http://schemas.microsoft.com/office/drawing/2014/main" id="{CC52A935-2239-5045-AAEF-DF934B9CEFFC}"/>
                </a:ext>
              </a:extLst>
            </p:cNvPr>
            <p:cNvSpPr/>
            <p:nvPr/>
          </p:nvSpPr>
          <p:spPr>
            <a:xfrm>
              <a:off x="9514281" y="5353050"/>
              <a:ext cx="1360543" cy="1504950"/>
            </a:xfrm>
            <a:prstGeom prst="rect">
              <a:avLst/>
            </a:prstGeom>
            <a:solidFill>
              <a:srgbClr val="403A6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solidFill>
                  <a:srgbClr val="4298B5"/>
                </a:solidFill>
                <a:latin typeface="Montserrat Medium" pitchFamily="2" charset="77"/>
              </a:endParaRPr>
            </a:p>
          </p:txBody>
        </p:sp>
        <p:sp>
          <p:nvSpPr>
            <p:cNvPr id="11" name="Rectangle 15">
              <a:extLst>
                <a:ext uri="{FF2B5EF4-FFF2-40B4-BE49-F238E27FC236}">
                  <a16:creationId xmlns:a16="http://schemas.microsoft.com/office/drawing/2014/main" id="{9AA6702F-202A-EE40-9B0C-8456C75C68B9}"/>
                </a:ext>
              </a:extLst>
            </p:cNvPr>
            <p:cNvSpPr/>
            <p:nvPr/>
          </p:nvSpPr>
          <p:spPr>
            <a:xfrm>
              <a:off x="10857362" y="5353050"/>
              <a:ext cx="1362131" cy="1504950"/>
            </a:xfrm>
            <a:prstGeom prst="rect">
              <a:avLst/>
            </a:prstGeom>
            <a:solidFill>
              <a:srgbClr val="0031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solidFill>
                  <a:srgbClr val="4298B5"/>
                </a:solidFill>
                <a:latin typeface="Montserrat Medium" pitchFamily="2" charset="77"/>
              </a:endParaRPr>
            </a:p>
          </p:txBody>
        </p:sp>
        <p:sp>
          <p:nvSpPr>
            <p:cNvPr id="12" name="Rectangle 16">
              <a:extLst>
                <a:ext uri="{FF2B5EF4-FFF2-40B4-BE49-F238E27FC236}">
                  <a16:creationId xmlns:a16="http://schemas.microsoft.com/office/drawing/2014/main" id="{F97A404F-C2B5-E640-AE23-6FB1E62A301F}"/>
                </a:ext>
              </a:extLst>
            </p:cNvPr>
            <p:cNvSpPr/>
            <p:nvPr/>
          </p:nvSpPr>
          <p:spPr>
            <a:xfrm>
              <a:off x="0" y="0"/>
              <a:ext cx="12192504" cy="1787525"/>
            </a:xfrm>
            <a:prstGeom prst="rect">
              <a:avLst/>
            </a:prstGeom>
            <a:solidFill>
              <a:srgbClr val="1D4F9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sp>
          <p:nvSpPr>
            <p:cNvPr id="13" name="Rectangle 17">
              <a:extLst>
                <a:ext uri="{FF2B5EF4-FFF2-40B4-BE49-F238E27FC236}">
                  <a16:creationId xmlns:a16="http://schemas.microsoft.com/office/drawing/2014/main" id="{022D3F8D-9EE6-0F45-9383-D9F7AE02E055}"/>
                </a:ext>
              </a:extLst>
            </p:cNvPr>
            <p:cNvSpPr/>
            <p:nvPr/>
          </p:nvSpPr>
          <p:spPr>
            <a:xfrm>
              <a:off x="0" y="1787525"/>
              <a:ext cx="12192504" cy="1787525"/>
            </a:xfrm>
            <a:prstGeom prst="rect">
              <a:avLst/>
            </a:prstGeom>
            <a:solidFill>
              <a:srgbClr val="C5E86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sp>
          <p:nvSpPr>
            <p:cNvPr id="14" name="Rectangle 18">
              <a:extLst>
                <a:ext uri="{FF2B5EF4-FFF2-40B4-BE49-F238E27FC236}">
                  <a16:creationId xmlns:a16="http://schemas.microsoft.com/office/drawing/2014/main" id="{DEA6AF0F-056A-0940-AF7A-E4114440006F}"/>
                </a:ext>
              </a:extLst>
            </p:cNvPr>
            <p:cNvSpPr/>
            <p:nvPr/>
          </p:nvSpPr>
          <p:spPr>
            <a:xfrm>
              <a:off x="0" y="3575050"/>
              <a:ext cx="6096252" cy="1787525"/>
            </a:xfrm>
            <a:prstGeom prst="rect">
              <a:avLst/>
            </a:prstGeom>
            <a:solidFill>
              <a:srgbClr val="4298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solidFill>
                  <a:srgbClr val="4298B5"/>
                </a:solidFill>
                <a:latin typeface="Montserrat Medium" pitchFamily="2" charset="77"/>
              </a:endParaRPr>
            </a:p>
          </p:txBody>
        </p:sp>
        <p:sp>
          <p:nvSpPr>
            <p:cNvPr id="15" name="TextBox 19">
              <a:extLst>
                <a:ext uri="{FF2B5EF4-FFF2-40B4-BE49-F238E27FC236}">
                  <a16:creationId xmlns:a16="http://schemas.microsoft.com/office/drawing/2014/main" id="{1A179B5C-B5AC-034E-9A8D-90AF6B8112D1}"/>
                </a:ext>
              </a:extLst>
            </p:cNvPr>
            <p:cNvSpPr txBox="1"/>
            <p:nvPr/>
          </p:nvSpPr>
          <p:spPr>
            <a:xfrm>
              <a:off x="46040" y="82550"/>
              <a:ext cx="1116058" cy="415925"/>
            </a:xfrm>
            <a:prstGeom prst="rect">
              <a:avLst/>
            </a:prstGeom>
            <a:noFill/>
          </p:spPr>
          <p:txBody>
            <a:bodyPr wrap="none">
              <a:spAutoFit/>
            </a:bodyPr>
            <a:lstStyle/>
            <a:p>
              <a:pPr eaLnBrk="1" fontAlgn="auto" hangingPunct="1">
                <a:spcBef>
                  <a:spcPts val="0"/>
                </a:spcBef>
                <a:spcAft>
                  <a:spcPts val="0"/>
                </a:spcAft>
                <a:defRPr/>
              </a:pPr>
              <a:r>
                <a:rPr lang="it-IT" sz="1050" b="1" dirty="0">
                  <a:solidFill>
                    <a:schemeClr val="bg1"/>
                  </a:solidFill>
                </a:rPr>
                <a:t>MAIN COLOR</a:t>
              </a:r>
            </a:p>
            <a:p>
              <a:pPr eaLnBrk="1" fontAlgn="auto" hangingPunct="1">
                <a:spcBef>
                  <a:spcPts val="0"/>
                </a:spcBef>
                <a:spcAft>
                  <a:spcPts val="0"/>
                </a:spcAft>
                <a:defRPr/>
              </a:pPr>
              <a:r>
                <a:rPr lang="it-IT" sz="1050" b="1" dirty="0">
                  <a:solidFill>
                    <a:schemeClr val="bg1"/>
                  </a:solidFill>
                </a:rPr>
                <a:t>Blue</a:t>
              </a:r>
            </a:p>
          </p:txBody>
        </p:sp>
        <p:sp>
          <p:nvSpPr>
            <p:cNvPr id="16" name="TextBox 20">
              <a:extLst>
                <a:ext uri="{FF2B5EF4-FFF2-40B4-BE49-F238E27FC236}">
                  <a16:creationId xmlns:a16="http://schemas.microsoft.com/office/drawing/2014/main" id="{814E8B59-E7B0-0A4F-80E9-0CC43849CD81}"/>
                </a:ext>
              </a:extLst>
            </p:cNvPr>
            <p:cNvSpPr txBox="1"/>
            <p:nvPr/>
          </p:nvSpPr>
          <p:spPr>
            <a:xfrm>
              <a:off x="46040" y="1890713"/>
              <a:ext cx="1395470" cy="415925"/>
            </a:xfrm>
            <a:prstGeom prst="rect">
              <a:avLst/>
            </a:prstGeom>
            <a:noFill/>
          </p:spPr>
          <p:txBody>
            <a:bodyPr wrap="none">
              <a:spAutoFit/>
            </a:bodyPr>
            <a:lstStyle/>
            <a:p>
              <a:pPr eaLnBrk="1" fontAlgn="auto" hangingPunct="1">
                <a:spcBef>
                  <a:spcPts val="0"/>
                </a:spcBef>
                <a:spcAft>
                  <a:spcPts val="0"/>
                </a:spcAft>
                <a:defRPr/>
              </a:pPr>
              <a:r>
                <a:rPr lang="it-IT" sz="1050" b="1" dirty="0">
                  <a:solidFill>
                    <a:schemeClr val="bg1"/>
                  </a:solidFill>
                </a:rPr>
                <a:t>PRIMARY COLOR</a:t>
              </a:r>
            </a:p>
            <a:p>
              <a:pPr eaLnBrk="1" fontAlgn="auto" hangingPunct="1">
                <a:spcBef>
                  <a:spcPts val="0"/>
                </a:spcBef>
                <a:spcAft>
                  <a:spcPts val="0"/>
                </a:spcAft>
                <a:defRPr/>
              </a:pPr>
              <a:r>
                <a:rPr lang="it-IT" sz="1050" b="1" dirty="0">
                  <a:solidFill>
                    <a:schemeClr val="bg1"/>
                  </a:solidFill>
                </a:rPr>
                <a:t>Light Green</a:t>
              </a:r>
            </a:p>
          </p:txBody>
        </p:sp>
        <p:sp>
          <p:nvSpPr>
            <p:cNvPr id="17" name="TextBox 21">
              <a:extLst>
                <a:ext uri="{FF2B5EF4-FFF2-40B4-BE49-F238E27FC236}">
                  <a16:creationId xmlns:a16="http://schemas.microsoft.com/office/drawing/2014/main" id="{CD31EB9F-F60C-0147-89E3-9912486D74BC}"/>
                </a:ext>
              </a:extLst>
            </p:cNvPr>
            <p:cNvSpPr txBox="1"/>
            <p:nvPr/>
          </p:nvSpPr>
          <p:spPr>
            <a:xfrm>
              <a:off x="46040" y="3729038"/>
              <a:ext cx="1633605" cy="415925"/>
            </a:xfrm>
            <a:prstGeom prst="rect">
              <a:avLst/>
            </a:prstGeom>
            <a:noFill/>
          </p:spPr>
          <p:txBody>
            <a:bodyPr wrap="none">
              <a:spAutoFit/>
            </a:bodyPr>
            <a:lstStyle/>
            <a:p>
              <a:pPr eaLnBrk="1" fontAlgn="auto" hangingPunct="1">
                <a:spcBef>
                  <a:spcPts val="0"/>
                </a:spcBef>
                <a:spcAft>
                  <a:spcPts val="0"/>
                </a:spcAft>
                <a:defRPr/>
              </a:pPr>
              <a:r>
                <a:rPr lang="it-IT" sz="1050" b="1" dirty="0">
                  <a:solidFill>
                    <a:schemeClr val="bg1"/>
                  </a:solidFill>
                </a:rPr>
                <a:t>SECONDARY COLOR</a:t>
              </a:r>
            </a:p>
            <a:p>
              <a:pPr eaLnBrk="1" fontAlgn="auto" hangingPunct="1">
                <a:spcBef>
                  <a:spcPts val="0"/>
                </a:spcBef>
                <a:spcAft>
                  <a:spcPts val="0"/>
                </a:spcAft>
                <a:defRPr/>
              </a:pPr>
              <a:r>
                <a:rPr lang="it-IT" sz="1050" b="1" dirty="0">
                  <a:solidFill>
                    <a:schemeClr val="bg1"/>
                  </a:solidFill>
                </a:rPr>
                <a:t>Azure</a:t>
              </a:r>
            </a:p>
          </p:txBody>
        </p:sp>
        <p:sp>
          <p:nvSpPr>
            <p:cNvPr id="18" name="Rectangle 22">
              <a:extLst>
                <a:ext uri="{FF2B5EF4-FFF2-40B4-BE49-F238E27FC236}">
                  <a16:creationId xmlns:a16="http://schemas.microsoft.com/office/drawing/2014/main" id="{F52C0C1A-1CFB-DA42-BC1E-2E807979069D}"/>
                </a:ext>
              </a:extLst>
            </p:cNvPr>
            <p:cNvSpPr/>
            <p:nvPr/>
          </p:nvSpPr>
          <p:spPr>
            <a:xfrm>
              <a:off x="6096252" y="3575050"/>
              <a:ext cx="6096252" cy="1787525"/>
            </a:xfrm>
            <a:prstGeom prst="rect">
              <a:avLst/>
            </a:prstGeom>
            <a:solidFill>
              <a:srgbClr val="BEC6C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dirty="0">
                <a:latin typeface="Montserrat Medium" pitchFamily="2" charset="77"/>
              </a:endParaRPr>
            </a:p>
          </p:txBody>
        </p:sp>
        <p:sp>
          <p:nvSpPr>
            <p:cNvPr id="19" name="TextBox 23">
              <a:extLst>
                <a:ext uri="{FF2B5EF4-FFF2-40B4-BE49-F238E27FC236}">
                  <a16:creationId xmlns:a16="http://schemas.microsoft.com/office/drawing/2014/main" id="{11CF3EB6-E470-C74F-9405-E36A2B52636D}"/>
                </a:ext>
              </a:extLst>
            </p:cNvPr>
            <p:cNvSpPr txBox="1"/>
            <p:nvPr/>
          </p:nvSpPr>
          <p:spPr>
            <a:xfrm>
              <a:off x="6256597" y="3790950"/>
              <a:ext cx="1633605" cy="415925"/>
            </a:xfrm>
            <a:prstGeom prst="rect">
              <a:avLst/>
            </a:prstGeom>
            <a:noFill/>
          </p:spPr>
          <p:txBody>
            <a:bodyPr wrap="none">
              <a:spAutoFit/>
            </a:bodyPr>
            <a:lstStyle/>
            <a:p>
              <a:pPr eaLnBrk="1" fontAlgn="auto" hangingPunct="1">
                <a:spcBef>
                  <a:spcPts val="0"/>
                </a:spcBef>
                <a:spcAft>
                  <a:spcPts val="0"/>
                </a:spcAft>
                <a:defRPr/>
              </a:pPr>
              <a:r>
                <a:rPr lang="it-IT" sz="1050" b="1" dirty="0">
                  <a:solidFill>
                    <a:schemeClr val="bg1"/>
                  </a:solidFill>
                </a:rPr>
                <a:t>SECONDARY COLOR</a:t>
              </a:r>
            </a:p>
            <a:p>
              <a:pPr eaLnBrk="1" fontAlgn="auto" hangingPunct="1">
                <a:spcBef>
                  <a:spcPts val="0"/>
                </a:spcBef>
                <a:spcAft>
                  <a:spcPts val="0"/>
                </a:spcAft>
                <a:defRPr/>
              </a:pPr>
              <a:r>
                <a:rPr lang="it-IT" sz="1050" b="1" dirty="0">
                  <a:solidFill>
                    <a:schemeClr val="bg1"/>
                  </a:solidFill>
                </a:rPr>
                <a:t>Grey</a:t>
              </a:r>
            </a:p>
          </p:txBody>
        </p:sp>
        <p:sp>
          <p:nvSpPr>
            <p:cNvPr id="20" name="TextBox 24">
              <a:extLst>
                <a:ext uri="{FF2B5EF4-FFF2-40B4-BE49-F238E27FC236}">
                  <a16:creationId xmlns:a16="http://schemas.microsoft.com/office/drawing/2014/main" id="{FF472993-BD0D-F04C-808D-DBD7F2497D15}"/>
                </a:ext>
              </a:extLst>
            </p:cNvPr>
            <p:cNvSpPr txBox="1">
              <a:spLocks noChangeArrowheads="1"/>
            </p:cNvSpPr>
            <p:nvPr/>
          </p:nvSpPr>
          <p:spPr bwMode="auto">
            <a:xfrm>
              <a:off x="0" y="5507038"/>
              <a:ext cx="1001754" cy="584200"/>
            </a:xfrm>
            <a:prstGeom prst="rect">
              <a:avLst/>
            </a:prstGeom>
            <a:noFill/>
            <a:ln>
              <a:noFill/>
            </a:ln>
          </p:spPr>
          <p:txBody>
            <a:bodyPr wrap="none">
              <a:spAutoFit/>
            </a:bodyPr>
            <a:lstStyle>
              <a:lvl1pPr>
                <a:defRPr>
                  <a:solidFill>
                    <a:schemeClr val="tx1"/>
                  </a:solidFill>
                  <a:latin typeface="Montserrat" panose="00000500000000000000" pitchFamily="2" charset="0"/>
                </a:defRPr>
              </a:lvl1pPr>
              <a:lvl2pPr marL="742950" indent="-285750">
                <a:defRPr>
                  <a:solidFill>
                    <a:schemeClr val="tx1"/>
                  </a:solidFill>
                  <a:latin typeface="Montserrat" panose="00000500000000000000" pitchFamily="2" charset="0"/>
                </a:defRPr>
              </a:lvl2pPr>
              <a:lvl3pPr marL="1143000" indent="-228600">
                <a:defRPr>
                  <a:solidFill>
                    <a:schemeClr val="tx1"/>
                  </a:solidFill>
                  <a:latin typeface="Montserrat" panose="00000500000000000000" pitchFamily="2" charset="0"/>
                </a:defRPr>
              </a:lvl3pPr>
              <a:lvl4pPr marL="1600200" indent="-228600">
                <a:defRPr>
                  <a:solidFill>
                    <a:schemeClr val="tx1"/>
                  </a:solidFill>
                  <a:latin typeface="Montserrat" panose="00000500000000000000" pitchFamily="2" charset="0"/>
                </a:defRPr>
              </a:lvl4pPr>
              <a:lvl5pPr marL="2057400" indent="-228600">
                <a:defRPr>
                  <a:solidFill>
                    <a:schemeClr val="tx1"/>
                  </a:solidFill>
                  <a:latin typeface="Montserrat" panose="00000500000000000000" pitchFamily="2" charset="0"/>
                </a:defRPr>
              </a:lvl5pPr>
              <a:lvl6pPr marL="2514600" indent="-228600" fontAlgn="base">
                <a:spcBef>
                  <a:spcPct val="0"/>
                </a:spcBef>
                <a:spcAft>
                  <a:spcPct val="0"/>
                </a:spcAft>
                <a:defRPr>
                  <a:solidFill>
                    <a:schemeClr val="tx1"/>
                  </a:solidFill>
                  <a:latin typeface="Montserrat" panose="00000500000000000000" pitchFamily="2" charset="0"/>
                </a:defRPr>
              </a:lvl6pPr>
              <a:lvl7pPr marL="2971800" indent="-228600" fontAlgn="base">
                <a:spcBef>
                  <a:spcPct val="0"/>
                </a:spcBef>
                <a:spcAft>
                  <a:spcPct val="0"/>
                </a:spcAft>
                <a:defRPr>
                  <a:solidFill>
                    <a:schemeClr val="tx1"/>
                  </a:solidFill>
                  <a:latin typeface="Montserrat" panose="00000500000000000000" pitchFamily="2" charset="0"/>
                </a:defRPr>
              </a:lvl7pPr>
              <a:lvl8pPr marL="3429000" indent="-228600" fontAlgn="base">
                <a:spcBef>
                  <a:spcPct val="0"/>
                </a:spcBef>
                <a:spcAft>
                  <a:spcPct val="0"/>
                </a:spcAft>
                <a:defRPr>
                  <a:solidFill>
                    <a:schemeClr val="tx1"/>
                  </a:solidFill>
                  <a:latin typeface="Montserrat" panose="00000500000000000000" pitchFamily="2" charset="0"/>
                </a:defRPr>
              </a:lvl8pPr>
              <a:lvl9pPr marL="3886200" indent="-228600" fontAlgn="base">
                <a:spcBef>
                  <a:spcPct val="0"/>
                </a:spcBef>
                <a:spcAft>
                  <a:spcPct val="0"/>
                </a:spcAft>
                <a:defRPr>
                  <a:solidFill>
                    <a:schemeClr val="tx1"/>
                  </a:solidFill>
                  <a:latin typeface="Montserrat" panose="00000500000000000000" pitchFamily="2" charset="0"/>
                </a:defRPr>
              </a:lvl9pPr>
            </a:lstStyle>
            <a:p>
              <a:pPr eaLnBrk="1" hangingPunct="1">
                <a:defRPr/>
              </a:pPr>
              <a:r>
                <a:rPr lang="it-IT" altLang="it-IT" sz="800" b="1" dirty="0">
                  <a:solidFill>
                    <a:schemeClr val="bg1"/>
                  </a:solidFill>
                </a:rPr>
                <a:t>HOSPITAL</a:t>
              </a:r>
            </a:p>
            <a:p>
              <a:pPr eaLnBrk="1" hangingPunct="1">
                <a:defRPr/>
              </a:pPr>
              <a:r>
                <a:rPr lang="it-IT" altLang="it-IT" sz="800" b="1" dirty="0">
                  <a:solidFill>
                    <a:schemeClr val="bg1"/>
                  </a:solidFill>
                </a:rPr>
                <a:t>&amp; CLINICAL</a:t>
              </a:r>
            </a:p>
            <a:p>
              <a:pPr eaLnBrk="1" hangingPunct="1">
                <a:defRPr/>
              </a:pPr>
              <a:r>
                <a:rPr lang="it-IT" altLang="it-IT" sz="800" b="1" dirty="0">
                  <a:solidFill>
                    <a:schemeClr val="bg1"/>
                  </a:solidFill>
                </a:rPr>
                <a:t>INFORMATION </a:t>
              </a:r>
            </a:p>
            <a:p>
              <a:pPr eaLnBrk="1" hangingPunct="1">
                <a:defRPr/>
              </a:pPr>
              <a:r>
                <a:rPr lang="it-IT" altLang="it-IT" sz="800" b="1" dirty="0">
                  <a:solidFill>
                    <a:schemeClr val="bg1"/>
                  </a:solidFill>
                </a:rPr>
                <a:t>SYSTEM</a:t>
              </a:r>
            </a:p>
          </p:txBody>
        </p:sp>
        <p:sp>
          <p:nvSpPr>
            <p:cNvPr id="21" name="TextBox 25">
              <a:extLst>
                <a:ext uri="{FF2B5EF4-FFF2-40B4-BE49-F238E27FC236}">
                  <a16:creationId xmlns:a16="http://schemas.microsoft.com/office/drawing/2014/main" id="{4721F8A9-358F-8146-8199-23D10C873D32}"/>
                </a:ext>
              </a:extLst>
            </p:cNvPr>
            <p:cNvSpPr txBox="1">
              <a:spLocks noChangeArrowheads="1"/>
            </p:cNvSpPr>
            <p:nvPr/>
          </p:nvSpPr>
          <p:spPr bwMode="auto">
            <a:xfrm>
              <a:off x="1362131" y="5507038"/>
              <a:ext cx="668366" cy="338137"/>
            </a:xfrm>
            <a:prstGeom prst="rect">
              <a:avLst/>
            </a:prstGeom>
            <a:noFill/>
            <a:ln>
              <a:noFill/>
            </a:ln>
          </p:spPr>
          <p:txBody>
            <a:bodyPr wrap="none">
              <a:spAutoFit/>
            </a:bodyPr>
            <a:lstStyle>
              <a:lvl1pPr>
                <a:defRPr>
                  <a:solidFill>
                    <a:schemeClr val="tx1"/>
                  </a:solidFill>
                  <a:latin typeface="Montserrat" panose="00000500000000000000" pitchFamily="2" charset="0"/>
                </a:defRPr>
              </a:lvl1pPr>
              <a:lvl2pPr marL="742950" indent="-285750">
                <a:defRPr>
                  <a:solidFill>
                    <a:schemeClr val="tx1"/>
                  </a:solidFill>
                  <a:latin typeface="Montserrat" panose="00000500000000000000" pitchFamily="2" charset="0"/>
                </a:defRPr>
              </a:lvl2pPr>
              <a:lvl3pPr marL="1143000" indent="-228600">
                <a:defRPr>
                  <a:solidFill>
                    <a:schemeClr val="tx1"/>
                  </a:solidFill>
                  <a:latin typeface="Montserrat" panose="00000500000000000000" pitchFamily="2" charset="0"/>
                </a:defRPr>
              </a:lvl3pPr>
              <a:lvl4pPr marL="1600200" indent="-228600">
                <a:defRPr>
                  <a:solidFill>
                    <a:schemeClr val="tx1"/>
                  </a:solidFill>
                  <a:latin typeface="Montserrat" panose="00000500000000000000" pitchFamily="2" charset="0"/>
                </a:defRPr>
              </a:lvl4pPr>
              <a:lvl5pPr marL="2057400" indent="-228600">
                <a:defRPr>
                  <a:solidFill>
                    <a:schemeClr val="tx1"/>
                  </a:solidFill>
                  <a:latin typeface="Montserrat" panose="00000500000000000000" pitchFamily="2" charset="0"/>
                </a:defRPr>
              </a:lvl5pPr>
              <a:lvl6pPr marL="2514600" indent="-228600" fontAlgn="base">
                <a:spcBef>
                  <a:spcPct val="0"/>
                </a:spcBef>
                <a:spcAft>
                  <a:spcPct val="0"/>
                </a:spcAft>
                <a:defRPr>
                  <a:solidFill>
                    <a:schemeClr val="tx1"/>
                  </a:solidFill>
                  <a:latin typeface="Montserrat" panose="00000500000000000000" pitchFamily="2" charset="0"/>
                </a:defRPr>
              </a:lvl6pPr>
              <a:lvl7pPr marL="2971800" indent="-228600" fontAlgn="base">
                <a:spcBef>
                  <a:spcPct val="0"/>
                </a:spcBef>
                <a:spcAft>
                  <a:spcPct val="0"/>
                </a:spcAft>
                <a:defRPr>
                  <a:solidFill>
                    <a:schemeClr val="tx1"/>
                  </a:solidFill>
                  <a:latin typeface="Montserrat" panose="00000500000000000000" pitchFamily="2" charset="0"/>
                </a:defRPr>
              </a:lvl7pPr>
              <a:lvl8pPr marL="3429000" indent="-228600" fontAlgn="base">
                <a:spcBef>
                  <a:spcPct val="0"/>
                </a:spcBef>
                <a:spcAft>
                  <a:spcPct val="0"/>
                </a:spcAft>
                <a:defRPr>
                  <a:solidFill>
                    <a:schemeClr val="tx1"/>
                  </a:solidFill>
                  <a:latin typeface="Montserrat" panose="00000500000000000000" pitchFamily="2" charset="0"/>
                </a:defRPr>
              </a:lvl8pPr>
              <a:lvl9pPr marL="3886200" indent="-228600" fontAlgn="base">
                <a:spcBef>
                  <a:spcPct val="0"/>
                </a:spcBef>
                <a:spcAft>
                  <a:spcPct val="0"/>
                </a:spcAft>
                <a:defRPr>
                  <a:solidFill>
                    <a:schemeClr val="tx1"/>
                  </a:solidFill>
                  <a:latin typeface="Montserrat" panose="00000500000000000000" pitchFamily="2" charset="0"/>
                </a:defRPr>
              </a:lvl9pPr>
            </a:lstStyle>
            <a:p>
              <a:pPr eaLnBrk="1" hangingPunct="1">
                <a:defRPr/>
              </a:pPr>
              <a:r>
                <a:rPr lang="it-IT" altLang="it-IT" sz="800" b="1" dirty="0">
                  <a:solidFill>
                    <a:schemeClr val="bg1"/>
                  </a:solidFill>
                </a:rPr>
                <a:t>DIGITAL</a:t>
              </a:r>
            </a:p>
            <a:p>
              <a:pPr eaLnBrk="1" hangingPunct="1">
                <a:defRPr/>
              </a:pPr>
              <a:r>
                <a:rPr lang="it-IT" altLang="it-IT" sz="800" b="1" dirty="0">
                  <a:solidFill>
                    <a:schemeClr val="bg1"/>
                  </a:solidFill>
                </a:rPr>
                <a:t>IMAGING</a:t>
              </a:r>
            </a:p>
          </p:txBody>
        </p:sp>
        <p:sp>
          <p:nvSpPr>
            <p:cNvPr id="22" name="TextBox 26">
              <a:extLst>
                <a:ext uri="{FF2B5EF4-FFF2-40B4-BE49-F238E27FC236}">
                  <a16:creationId xmlns:a16="http://schemas.microsoft.com/office/drawing/2014/main" id="{C4AE10AB-EBF7-994A-A299-3ED21C729D79}"/>
                </a:ext>
              </a:extLst>
            </p:cNvPr>
            <p:cNvSpPr txBox="1">
              <a:spLocks noChangeArrowheads="1"/>
            </p:cNvSpPr>
            <p:nvPr/>
          </p:nvSpPr>
          <p:spPr bwMode="auto">
            <a:xfrm>
              <a:off x="2727438" y="5507038"/>
              <a:ext cx="868399" cy="338137"/>
            </a:xfrm>
            <a:prstGeom prst="rect">
              <a:avLst/>
            </a:prstGeom>
            <a:noFill/>
            <a:ln>
              <a:noFill/>
            </a:ln>
          </p:spPr>
          <p:txBody>
            <a:bodyPr wrap="none">
              <a:spAutoFit/>
            </a:bodyPr>
            <a:lstStyle>
              <a:lvl1pPr>
                <a:defRPr>
                  <a:solidFill>
                    <a:schemeClr val="tx1"/>
                  </a:solidFill>
                  <a:latin typeface="Montserrat" panose="00000500000000000000" pitchFamily="2" charset="0"/>
                </a:defRPr>
              </a:lvl1pPr>
              <a:lvl2pPr marL="742950" indent="-285750">
                <a:defRPr>
                  <a:solidFill>
                    <a:schemeClr val="tx1"/>
                  </a:solidFill>
                  <a:latin typeface="Montserrat" panose="00000500000000000000" pitchFamily="2" charset="0"/>
                </a:defRPr>
              </a:lvl2pPr>
              <a:lvl3pPr marL="1143000" indent="-228600">
                <a:defRPr>
                  <a:solidFill>
                    <a:schemeClr val="tx1"/>
                  </a:solidFill>
                  <a:latin typeface="Montserrat" panose="00000500000000000000" pitchFamily="2" charset="0"/>
                </a:defRPr>
              </a:lvl3pPr>
              <a:lvl4pPr marL="1600200" indent="-228600">
                <a:defRPr>
                  <a:solidFill>
                    <a:schemeClr val="tx1"/>
                  </a:solidFill>
                  <a:latin typeface="Montserrat" panose="00000500000000000000" pitchFamily="2" charset="0"/>
                </a:defRPr>
              </a:lvl4pPr>
              <a:lvl5pPr marL="2057400" indent="-228600">
                <a:defRPr>
                  <a:solidFill>
                    <a:schemeClr val="tx1"/>
                  </a:solidFill>
                  <a:latin typeface="Montserrat" panose="00000500000000000000" pitchFamily="2" charset="0"/>
                </a:defRPr>
              </a:lvl5pPr>
              <a:lvl6pPr marL="2514600" indent="-228600" fontAlgn="base">
                <a:spcBef>
                  <a:spcPct val="0"/>
                </a:spcBef>
                <a:spcAft>
                  <a:spcPct val="0"/>
                </a:spcAft>
                <a:defRPr>
                  <a:solidFill>
                    <a:schemeClr val="tx1"/>
                  </a:solidFill>
                  <a:latin typeface="Montserrat" panose="00000500000000000000" pitchFamily="2" charset="0"/>
                </a:defRPr>
              </a:lvl6pPr>
              <a:lvl7pPr marL="2971800" indent="-228600" fontAlgn="base">
                <a:spcBef>
                  <a:spcPct val="0"/>
                </a:spcBef>
                <a:spcAft>
                  <a:spcPct val="0"/>
                </a:spcAft>
                <a:defRPr>
                  <a:solidFill>
                    <a:schemeClr val="tx1"/>
                  </a:solidFill>
                  <a:latin typeface="Montserrat" panose="00000500000000000000" pitchFamily="2" charset="0"/>
                </a:defRPr>
              </a:lvl7pPr>
              <a:lvl8pPr marL="3429000" indent="-228600" fontAlgn="base">
                <a:spcBef>
                  <a:spcPct val="0"/>
                </a:spcBef>
                <a:spcAft>
                  <a:spcPct val="0"/>
                </a:spcAft>
                <a:defRPr>
                  <a:solidFill>
                    <a:schemeClr val="tx1"/>
                  </a:solidFill>
                  <a:latin typeface="Montserrat" panose="00000500000000000000" pitchFamily="2" charset="0"/>
                </a:defRPr>
              </a:lvl8pPr>
              <a:lvl9pPr marL="3886200" indent="-228600" fontAlgn="base">
                <a:spcBef>
                  <a:spcPct val="0"/>
                </a:spcBef>
                <a:spcAft>
                  <a:spcPct val="0"/>
                </a:spcAft>
                <a:defRPr>
                  <a:solidFill>
                    <a:schemeClr val="tx1"/>
                  </a:solidFill>
                  <a:latin typeface="Montserrat" panose="00000500000000000000" pitchFamily="2" charset="0"/>
                </a:defRPr>
              </a:lvl9pPr>
            </a:lstStyle>
            <a:p>
              <a:pPr eaLnBrk="1" hangingPunct="1">
                <a:defRPr/>
              </a:pPr>
              <a:r>
                <a:rPr lang="it-IT" altLang="it-IT" sz="800" b="1" dirty="0">
                  <a:solidFill>
                    <a:schemeClr val="bg1"/>
                  </a:solidFill>
                </a:rPr>
                <a:t>IN VITRO</a:t>
              </a:r>
            </a:p>
            <a:p>
              <a:pPr eaLnBrk="1" hangingPunct="1">
                <a:defRPr/>
              </a:pPr>
              <a:r>
                <a:rPr lang="it-IT" altLang="it-IT" sz="800" b="1" dirty="0">
                  <a:solidFill>
                    <a:schemeClr val="bg1"/>
                  </a:solidFill>
                </a:rPr>
                <a:t>DIAGNOSTIC</a:t>
              </a:r>
            </a:p>
          </p:txBody>
        </p:sp>
        <p:sp>
          <p:nvSpPr>
            <p:cNvPr id="23" name="TextBox 27">
              <a:extLst>
                <a:ext uri="{FF2B5EF4-FFF2-40B4-BE49-F238E27FC236}">
                  <a16:creationId xmlns:a16="http://schemas.microsoft.com/office/drawing/2014/main" id="{BFFA2A25-DBBF-5349-9316-CDBFACD9BAC6}"/>
                </a:ext>
              </a:extLst>
            </p:cNvPr>
            <p:cNvSpPr txBox="1">
              <a:spLocks noChangeArrowheads="1"/>
            </p:cNvSpPr>
            <p:nvPr/>
          </p:nvSpPr>
          <p:spPr bwMode="auto">
            <a:xfrm>
              <a:off x="4084807" y="5507038"/>
              <a:ext cx="985878" cy="215900"/>
            </a:xfrm>
            <a:prstGeom prst="rect">
              <a:avLst/>
            </a:prstGeom>
            <a:noFill/>
            <a:ln>
              <a:noFill/>
            </a:ln>
          </p:spPr>
          <p:txBody>
            <a:bodyPr wrap="none">
              <a:spAutoFit/>
            </a:bodyPr>
            <a:lstStyle>
              <a:lvl1pPr>
                <a:defRPr>
                  <a:solidFill>
                    <a:schemeClr val="tx1"/>
                  </a:solidFill>
                  <a:latin typeface="Montserrat" panose="00000500000000000000" pitchFamily="2" charset="0"/>
                </a:defRPr>
              </a:lvl1pPr>
              <a:lvl2pPr marL="742950" indent="-285750">
                <a:defRPr>
                  <a:solidFill>
                    <a:schemeClr val="tx1"/>
                  </a:solidFill>
                  <a:latin typeface="Montserrat" panose="00000500000000000000" pitchFamily="2" charset="0"/>
                </a:defRPr>
              </a:lvl2pPr>
              <a:lvl3pPr marL="1143000" indent="-228600">
                <a:defRPr>
                  <a:solidFill>
                    <a:schemeClr val="tx1"/>
                  </a:solidFill>
                  <a:latin typeface="Montserrat" panose="00000500000000000000" pitchFamily="2" charset="0"/>
                </a:defRPr>
              </a:lvl3pPr>
              <a:lvl4pPr marL="1600200" indent="-228600">
                <a:defRPr>
                  <a:solidFill>
                    <a:schemeClr val="tx1"/>
                  </a:solidFill>
                  <a:latin typeface="Montserrat" panose="00000500000000000000" pitchFamily="2" charset="0"/>
                </a:defRPr>
              </a:lvl4pPr>
              <a:lvl5pPr marL="2057400" indent="-228600">
                <a:defRPr>
                  <a:solidFill>
                    <a:schemeClr val="tx1"/>
                  </a:solidFill>
                  <a:latin typeface="Montserrat" panose="00000500000000000000" pitchFamily="2" charset="0"/>
                </a:defRPr>
              </a:lvl5pPr>
              <a:lvl6pPr marL="2514600" indent="-228600" fontAlgn="base">
                <a:spcBef>
                  <a:spcPct val="0"/>
                </a:spcBef>
                <a:spcAft>
                  <a:spcPct val="0"/>
                </a:spcAft>
                <a:defRPr>
                  <a:solidFill>
                    <a:schemeClr val="tx1"/>
                  </a:solidFill>
                  <a:latin typeface="Montserrat" panose="00000500000000000000" pitchFamily="2" charset="0"/>
                </a:defRPr>
              </a:lvl6pPr>
              <a:lvl7pPr marL="2971800" indent="-228600" fontAlgn="base">
                <a:spcBef>
                  <a:spcPct val="0"/>
                </a:spcBef>
                <a:spcAft>
                  <a:spcPct val="0"/>
                </a:spcAft>
                <a:defRPr>
                  <a:solidFill>
                    <a:schemeClr val="tx1"/>
                  </a:solidFill>
                  <a:latin typeface="Montserrat" panose="00000500000000000000" pitchFamily="2" charset="0"/>
                </a:defRPr>
              </a:lvl7pPr>
              <a:lvl8pPr marL="3429000" indent="-228600" fontAlgn="base">
                <a:spcBef>
                  <a:spcPct val="0"/>
                </a:spcBef>
                <a:spcAft>
                  <a:spcPct val="0"/>
                </a:spcAft>
                <a:defRPr>
                  <a:solidFill>
                    <a:schemeClr val="tx1"/>
                  </a:solidFill>
                  <a:latin typeface="Montserrat" panose="00000500000000000000" pitchFamily="2" charset="0"/>
                </a:defRPr>
              </a:lvl8pPr>
              <a:lvl9pPr marL="3886200" indent="-228600" fontAlgn="base">
                <a:spcBef>
                  <a:spcPct val="0"/>
                </a:spcBef>
                <a:spcAft>
                  <a:spcPct val="0"/>
                </a:spcAft>
                <a:defRPr>
                  <a:solidFill>
                    <a:schemeClr val="tx1"/>
                  </a:solidFill>
                  <a:latin typeface="Montserrat" panose="00000500000000000000" pitchFamily="2" charset="0"/>
                </a:defRPr>
              </a:lvl9pPr>
            </a:lstStyle>
            <a:p>
              <a:pPr eaLnBrk="1" hangingPunct="1">
                <a:defRPr/>
              </a:pPr>
              <a:r>
                <a:rPr lang="it-IT" altLang="it-IT" sz="800" b="1" dirty="0">
                  <a:solidFill>
                    <a:schemeClr val="bg1"/>
                  </a:solidFill>
                </a:rPr>
                <a:t>LIFIESCIENCES</a:t>
              </a:r>
            </a:p>
          </p:txBody>
        </p:sp>
        <p:sp>
          <p:nvSpPr>
            <p:cNvPr id="24" name="TextBox 28">
              <a:extLst>
                <a:ext uri="{FF2B5EF4-FFF2-40B4-BE49-F238E27FC236}">
                  <a16:creationId xmlns:a16="http://schemas.microsoft.com/office/drawing/2014/main" id="{82F163F0-F1CD-584F-A72D-5E3F0E201C59}"/>
                </a:ext>
              </a:extLst>
            </p:cNvPr>
            <p:cNvSpPr txBox="1">
              <a:spLocks noChangeArrowheads="1"/>
            </p:cNvSpPr>
            <p:nvPr/>
          </p:nvSpPr>
          <p:spPr bwMode="auto">
            <a:xfrm>
              <a:off x="5450113" y="5507038"/>
              <a:ext cx="1235126" cy="461962"/>
            </a:xfrm>
            <a:prstGeom prst="rect">
              <a:avLst/>
            </a:prstGeom>
            <a:noFill/>
            <a:ln>
              <a:noFill/>
            </a:ln>
          </p:spPr>
          <p:txBody>
            <a:bodyPr wrap="none">
              <a:spAutoFit/>
            </a:bodyPr>
            <a:lstStyle>
              <a:lvl1pPr>
                <a:defRPr>
                  <a:solidFill>
                    <a:schemeClr val="tx1"/>
                  </a:solidFill>
                  <a:latin typeface="Montserrat" panose="00000500000000000000" pitchFamily="2" charset="0"/>
                </a:defRPr>
              </a:lvl1pPr>
              <a:lvl2pPr marL="742950" indent="-285750">
                <a:defRPr>
                  <a:solidFill>
                    <a:schemeClr val="tx1"/>
                  </a:solidFill>
                  <a:latin typeface="Montserrat" panose="00000500000000000000" pitchFamily="2" charset="0"/>
                </a:defRPr>
              </a:lvl2pPr>
              <a:lvl3pPr marL="1143000" indent="-228600">
                <a:defRPr>
                  <a:solidFill>
                    <a:schemeClr val="tx1"/>
                  </a:solidFill>
                  <a:latin typeface="Montserrat" panose="00000500000000000000" pitchFamily="2" charset="0"/>
                </a:defRPr>
              </a:lvl3pPr>
              <a:lvl4pPr marL="1600200" indent="-228600">
                <a:defRPr>
                  <a:solidFill>
                    <a:schemeClr val="tx1"/>
                  </a:solidFill>
                  <a:latin typeface="Montserrat" panose="00000500000000000000" pitchFamily="2" charset="0"/>
                </a:defRPr>
              </a:lvl4pPr>
              <a:lvl5pPr marL="2057400" indent="-228600">
                <a:defRPr>
                  <a:solidFill>
                    <a:schemeClr val="tx1"/>
                  </a:solidFill>
                  <a:latin typeface="Montserrat" panose="00000500000000000000" pitchFamily="2" charset="0"/>
                </a:defRPr>
              </a:lvl5pPr>
              <a:lvl6pPr marL="2514600" indent="-228600" fontAlgn="base">
                <a:spcBef>
                  <a:spcPct val="0"/>
                </a:spcBef>
                <a:spcAft>
                  <a:spcPct val="0"/>
                </a:spcAft>
                <a:defRPr>
                  <a:solidFill>
                    <a:schemeClr val="tx1"/>
                  </a:solidFill>
                  <a:latin typeface="Montserrat" panose="00000500000000000000" pitchFamily="2" charset="0"/>
                </a:defRPr>
              </a:lvl6pPr>
              <a:lvl7pPr marL="2971800" indent="-228600" fontAlgn="base">
                <a:spcBef>
                  <a:spcPct val="0"/>
                </a:spcBef>
                <a:spcAft>
                  <a:spcPct val="0"/>
                </a:spcAft>
                <a:defRPr>
                  <a:solidFill>
                    <a:schemeClr val="tx1"/>
                  </a:solidFill>
                  <a:latin typeface="Montserrat" panose="00000500000000000000" pitchFamily="2" charset="0"/>
                </a:defRPr>
              </a:lvl7pPr>
              <a:lvl8pPr marL="3429000" indent="-228600" fontAlgn="base">
                <a:spcBef>
                  <a:spcPct val="0"/>
                </a:spcBef>
                <a:spcAft>
                  <a:spcPct val="0"/>
                </a:spcAft>
                <a:defRPr>
                  <a:solidFill>
                    <a:schemeClr val="tx1"/>
                  </a:solidFill>
                  <a:latin typeface="Montserrat" panose="00000500000000000000" pitchFamily="2" charset="0"/>
                </a:defRPr>
              </a:lvl8pPr>
              <a:lvl9pPr marL="3886200" indent="-228600" fontAlgn="base">
                <a:spcBef>
                  <a:spcPct val="0"/>
                </a:spcBef>
                <a:spcAft>
                  <a:spcPct val="0"/>
                </a:spcAft>
                <a:defRPr>
                  <a:solidFill>
                    <a:schemeClr val="tx1"/>
                  </a:solidFill>
                  <a:latin typeface="Montserrat" panose="00000500000000000000" pitchFamily="2" charset="0"/>
                </a:defRPr>
              </a:lvl9pPr>
            </a:lstStyle>
            <a:p>
              <a:pPr eaLnBrk="1" hangingPunct="1">
                <a:defRPr/>
              </a:pPr>
              <a:r>
                <a:rPr lang="it-IT" altLang="it-IT" sz="800" b="1" dirty="0">
                  <a:solidFill>
                    <a:schemeClr val="bg1"/>
                  </a:solidFill>
                </a:rPr>
                <a:t>INTEROPERABILITY</a:t>
              </a:r>
            </a:p>
            <a:p>
              <a:pPr eaLnBrk="1" hangingPunct="1">
                <a:defRPr/>
              </a:pPr>
              <a:r>
                <a:rPr lang="it-IT" altLang="it-IT" sz="800" b="1" dirty="0">
                  <a:solidFill>
                    <a:schemeClr val="bg1"/>
                  </a:solidFill>
                </a:rPr>
                <a:t>OPERATION</a:t>
              </a:r>
            </a:p>
            <a:p>
              <a:pPr eaLnBrk="1" hangingPunct="1">
                <a:defRPr/>
              </a:pPr>
              <a:r>
                <a:rPr lang="it-IT" altLang="it-IT" sz="800" b="1" dirty="0">
                  <a:solidFill>
                    <a:schemeClr val="bg1"/>
                  </a:solidFill>
                </a:rPr>
                <a:t>PLATFORM</a:t>
              </a:r>
            </a:p>
          </p:txBody>
        </p:sp>
        <p:sp>
          <p:nvSpPr>
            <p:cNvPr id="25" name="TextBox 29">
              <a:extLst>
                <a:ext uri="{FF2B5EF4-FFF2-40B4-BE49-F238E27FC236}">
                  <a16:creationId xmlns:a16="http://schemas.microsoft.com/office/drawing/2014/main" id="{0F262AEB-FB20-A14F-9427-D58C691C4743}"/>
                </a:ext>
              </a:extLst>
            </p:cNvPr>
            <p:cNvSpPr txBox="1">
              <a:spLocks noChangeArrowheads="1"/>
            </p:cNvSpPr>
            <p:nvPr/>
          </p:nvSpPr>
          <p:spPr bwMode="auto">
            <a:xfrm>
              <a:off x="6790019" y="5507038"/>
              <a:ext cx="1333555" cy="338137"/>
            </a:xfrm>
            <a:prstGeom prst="rect">
              <a:avLst/>
            </a:prstGeom>
            <a:noFill/>
            <a:ln>
              <a:noFill/>
            </a:ln>
          </p:spPr>
          <p:txBody>
            <a:bodyPr wrap="none">
              <a:spAutoFit/>
            </a:bodyPr>
            <a:lstStyle>
              <a:lvl1pPr>
                <a:defRPr>
                  <a:solidFill>
                    <a:schemeClr val="tx1"/>
                  </a:solidFill>
                  <a:latin typeface="Montserrat" panose="00000500000000000000" pitchFamily="2" charset="0"/>
                </a:defRPr>
              </a:lvl1pPr>
              <a:lvl2pPr marL="742950" indent="-285750">
                <a:defRPr>
                  <a:solidFill>
                    <a:schemeClr val="tx1"/>
                  </a:solidFill>
                  <a:latin typeface="Montserrat" panose="00000500000000000000" pitchFamily="2" charset="0"/>
                </a:defRPr>
              </a:lvl2pPr>
              <a:lvl3pPr marL="1143000" indent="-228600">
                <a:defRPr>
                  <a:solidFill>
                    <a:schemeClr val="tx1"/>
                  </a:solidFill>
                  <a:latin typeface="Montserrat" panose="00000500000000000000" pitchFamily="2" charset="0"/>
                </a:defRPr>
              </a:lvl3pPr>
              <a:lvl4pPr marL="1600200" indent="-228600">
                <a:defRPr>
                  <a:solidFill>
                    <a:schemeClr val="tx1"/>
                  </a:solidFill>
                  <a:latin typeface="Montserrat" panose="00000500000000000000" pitchFamily="2" charset="0"/>
                </a:defRPr>
              </a:lvl4pPr>
              <a:lvl5pPr marL="2057400" indent="-228600">
                <a:defRPr>
                  <a:solidFill>
                    <a:schemeClr val="tx1"/>
                  </a:solidFill>
                  <a:latin typeface="Montserrat" panose="00000500000000000000" pitchFamily="2" charset="0"/>
                </a:defRPr>
              </a:lvl5pPr>
              <a:lvl6pPr marL="2514600" indent="-228600" fontAlgn="base">
                <a:spcBef>
                  <a:spcPct val="0"/>
                </a:spcBef>
                <a:spcAft>
                  <a:spcPct val="0"/>
                </a:spcAft>
                <a:defRPr>
                  <a:solidFill>
                    <a:schemeClr val="tx1"/>
                  </a:solidFill>
                  <a:latin typeface="Montserrat" panose="00000500000000000000" pitchFamily="2" charset="0"/>
                </a:defRPr>
              </a:lvl6pPr>
              <a:lvl7pPr marL="2971800" indent="-228600" fontAlgn="base">
                <a:spcBef>
                  <a:spcPct val="0"/>
                </a:spcBef>
                <a:spcAft>
                  <a:spcPct val="0"/>
                </a:spcAft>
                <a:defRPr>
                  <a:solidFill>
                    <a:schemeClr val="tx1"/>
                  </a:solidFill>
                  <a:latin typeface="Montserrat" panose="00000500000000000000" pitchFamily="2" charset="0"/>
                </a:defRPr>
              </a:lvl7pPr>
              <a:lvl8pPr marL="3429000" indent="-228600" fontAlgn="base">
                <a:spcBef>
                  <a:spcPct val="0"/>
                </a:spcBef>
                <a:spcAft>
                  <a:spcPct val="0"/>
                </a:spcAft>
                <a:defRPr>
                  <a:solidFill>
                    <a:schemeClr val="tx1"/>
                  </a:solidFill>
                  <a:latin typeface="Montserrat" panose="00000500000000000000" pitchFamily="2" charset="0"/>
                </a:defRPr>
              </a:lvl8pPr>
              <a:lvl9pPr marL="3886200" indent="-228600" fontAlgn="base">
                <a:spcBef>
                  <a:spcPct val="0"/>
                </a:spcBef>
                <a:spcAft>
                  <a:spcPct val="0"/>
                </a:spcAft>
                <a:defRPr>
                  <a:solidFill>
                    <a:schemeClr val="tx1"/>
                  </a:solidFill>
                  <a:latin typeface="Montserrat" panose="00000500000000000000" pitchFamily="2" charset="0"/>
                </a:defRPr>
              </a:lvl9pPr>
            </a:lstStyle>
            <a:p>
              <a:pPr eaLnBrk="1" hangingPunct="1">
                <a:defRPr/>
              </a:pPr>
              <a:r>
                <a:rPr lang="it-IT" altLang="it-IT" sz="800" b="1" dirty="0">
                  <a:solidFill>
                    <a:schemeClr val="bg1"/>
                  </a:solidFill>
                </a:rPr>
                <a:t>INTEGRATED &amp;</a:t>
              </a:r>
            </a:p>
            <a:p>
              <a:pPr eaLnBrk="1" hangingPunct="1">
                <a:defRPr/>
              </a:pPr>
              <a:r>
                <a:rPr lang="it-IT" altLang="it-IT" sz="800" b="1" dirty="0">
                  <a:solidFill>
                    <a:schemeClr val="bg1"/>
                  </a:solidFill>
                </a:rPr>
                <a:t>COORDINATED CARE</a:t>
              </a:r>
            </a:p>
          </p:txBody>
        </p:sp>
        <p:sp>
          <p:nvSpPr>
            <p:cNvPr id="26" name="TextBox 30">
              <a:extLst>
                <a:ext uri="{FF2B5EF4-FFF2-40B4-BE49-F238E27FC236}">
                  <a16:creationId xmlns:a16="http://schemas.microsoft.com/office/drawing/2014/main" id="{F5C644D1-6F7C-6849-AB32-65ADBA4C507C}"/>
                </a:ext>
              </a:extLst>
            </p:cNvPr>
            <p:cNvSpPr txBox="1">
              <a:spLocks noChangeArrowheads="1"/>
            </p:cNvSpPr>
            <p:nvPr/>
          </p:nvSpPr>
          <p:spPr bwMode="auto">
            <a:xfrm>
              <a:off x="8169613" y="5507038"/>
              <a:ext cx="968415" cy="584200"/>
            </a:xfrm>
            <a:prstGeom prst="rect">
              <a:avLst/>
            </a:prstGeom>
            <a:noFill/>
            <a:ln>
              <a:noFill/>
            </a:ln>
          </p:spPr>
          <p:txBody>
            <a:bodyPr wrap="none">
              <a:spAutoFit/>
            </a:bodyPr>
            <a:lstStyle>
              <a:lvl1pPr>
                <a:defRPr>
                  <a:solidFill>
                    <a:schemeClr val="tx1"/>
                  </a:solidFill>
                  <a:latin typeface="Montserrat" panose="00000500000000000000" pitchFamily="2" charset="0"/>
                </a:defRPr>
              </a:lvl1pPr>
              <a:lvl2pPr marL="742950" indent="-285750">
                <a:defRPr>
                  <a:solidFill>
                    <a:schemeClr val="tx1"/>
                  </a:solidFill>
                  <a:latin typeface="Montserrat" panose="00000500000000000000" pitchFamily="2" charset="0"/>
                </a:defRPr>
              </a:lvl2pPr>
              <a:lvl3pPr marL="1143000" indent="-228600">
                <a:defRPr>
                  <a:solidFill>
                    <a:schemeClr val="tx1"/>
                  </a:solidFill>
                  <a:latin typeface="Montserrat" panose="00000500000000000000" pitchFamily="2" charset="0"/>
                </a:defRPr>
              </a:lvl3pPr>
              <a:lvl4pPr marL="1600200" indent="-228600">
                <a:defRPr>
                  <a:solidFill>
                    <a:schemeClr val="tx1"/>
                  </a:solidFill>
                  <a:latin typeface="Montserrat" panose="00000500000000000000" pitchFamily="2" charset="0"/>
                </a:defRPr>
              </a:lvl4pPr>
              <a:lvl5pPr marL="2057400" indent="-228600">
                <a:defRPr>
                  <a:solidFill>
                    <a:schemeClr val="tx1"/>
                  </a:solidFill>
                  <a:latin typeface="Montserrat" panose="00000500000000000000" pitchFamily="2" charset="0"/>
                </a:defRPr>
              </a:lvl5pPr>
              <a:lvl6pPr marL="2514600" indent="-228600" fontAlgn="base">
                <a:spcBef>
                  <a:spcPct val="0"/>
                </a:spcBef>
                <a:spcAft>
                  <a:spcPct val="0"/>
                </a:spcAft>
                <a:defRPr>
                  <a:solidFill>
                    <a:schemeClr val="tx1"/>
                  </a:solidFill>
                  <a:latin typeface="Montserrat" panose="00000500000000000000" pitchFamily="2" charset="0"/>
                </a:defRPr>
              </a:lvl6pPr>
              <a:lvl7pPr marL="2971800" indent="-228600" fontAlgn="base">
                <a:spcBef>
                  <a:spcPct val="0"/>
                </a:spcBef>
                <a:spcAft>
                  <a:spcPct val="0"/>
                </a:spcAft>
                <a:defRPr>
                  <a:solidFill>
                    <a:schemeClr val="tx1"/>
                  </a:solidFill>
                  <a:latin typeface="Montserrat" panose="00000500000000000000" pitchFamily="2" charset="0"/>
                </a:defRPr>
              </a:lvl7pPr>
              <a:lvl8pPr marL="3429000" indent="-228600" fontAlgn="base">
                <a:spcBef>
                  <a:spcPct val="0"/>
                </a:spcBef>
                <a:spcAft>
                  <a:spcPct val="0"/>
                </a:spcAft>
                <a:defRPr>
                  <a:solidFill>
                    <a:schemeClr val="tx1"/>
                  </a:solidFill>
                  <a:latin typeface="Montserrat" panose="00000500000000000000" pitchFamily="2" charset="0"/>
                </a:defRPr>
              </a:lvl8pPr>
              <a:lvl9pPr marL="3886200" indent="-228600" fontAlgn="base">
                <a:spcBef>
                  <a:spcPct val="0"/>
                </a:spcBef>
                <a:spcAft>
                  <a:spcPct val="0"/>
                </a:spcAft>
                <a:defRPr>
                  <a:solidFill>
                    <a:schemeClr val="tx1"/>
                  </a:solidFill>
                  <a:latin typeface="Montserrat" panose="00000500000000000000" pitchFamily="2" charset="0"/>
                </a:defRPr>
              </a:lvl9pPr>
            </a:lstStyle>
            <a:p>
              <a:pPr eaLnBrk="1" hangingPunct="1">
                <a:defRPr/>
              </a:pPr>
              <a:r>
                <a:rPr lang="en-GB" altLang="it-IT" sz="800" b="1" dirty="0">
                  <a:solidFill>
                    <a:schemeClr val="bg1"/>
                  </a:solidFill>
                </a:rPr>
                <a:t>BUSINESS</a:t>
              </a:r>
            </a:p>
            <a:p>
              <a:pPr eaLnBrk="1" hangingPunct="1">
                <a:defRPr/>
              </a:pPr>
              <a:r>
                <a:rPr lang="en-GB" altLang="it-IT" sz="800" b="1" dirty="0">
                  <a:solidFill>
                    <a:schemeClr val="bg1"/>
                  </a:solidFill>
                </a:rPr>
                <a:t>INTELLIGENCE</a:t>
              </a:r>
            </a:p>
            <a:p>
              <a:pPr eaLnBrk="1" hangingPunct="1">
                <a:defRPr/>
              </a:pPr>
              <a:r>
                <a:rPr lang="en-GB" altLang="it-IT" sz="800" b="1" dirty="0">
                  <a:solidFill>
                    <a:schemeClr val="bg1"/>
                  </a:solidFill>
                </a:rPr>
                <a:t>ARTIFICIAL</a:t>
              </a:r>
            </a:p>
            <a:p>
              <a:pPr eaLnBrk="1" hangingPunct="1">
                <a:defRPr/>
              </a:pPr>
              <a:r>
                <a:rPr lang="en-GB" altLang="it-IT" sz="800" b="1" dirty="0">
                  <a:solidFill>
                    <a:schemeClr val="bg1"/>
                  </a:solidFill>
                </a:rPr>
                <a:t>INTELLIGENCE</a:t>
              </a:r>
            </a:p>
          </p:txBody>
        </p:sp>
        <p:sp>
          <p:nvSpPr>
            <p:cNvPr id="27" name="TextBox 31">
              <a:extLst>
                <a:ext uri="{FF2B5EF4-FFF2-40B4-BE49-F238E27FC236}">
                  <a16:creationId xmlns:a16="http://schemas.microsoft.com/office/drawing/2014/main" id="{E00DA240-56E1-5247-8450-64B15CA63572}"/>
                </a:ext>
              </a:extLst>
            </p:cNvPr>
            <p:cNvSpPr txBox="1">
              <a:spLocks noChangeArrowheads="1"/>
            </p:cNvSpPr>
            <p:nvPr/>
          </p:nvSpPr>
          <p:spPr bwMode="auto">
            <a:xfrm>
              <a:off x="9499993" y="5507038"/>
              <a:ext cx="865224" cy="461962"/>
            </a:xfrm>
            <a:prstGeom prst="rect">
              <a:avLst/>
            </a:prstGeom>
            <a:noFill/>
            <a:ln>
              <a:noFill/>
            </a:ln>
          </p:spPr>
          <p:txBody>
            <a:bodyPr wrap="none">
              <a:spAutoFit/>
            </a:bodyPr>
            <a:lstStyle>
              <a:lvl1pPr>
                <a:defRPr>
                  <a:solidFill>
                    <a:schemeClr val="tx1"/>
                  </a:solidFill>
                  <a:latin typeface="Montserrat" panose="00000500000000000000" pitchFamily="2" charset="0"/>
                </a:defRPr>
              </a:lvl1pPr>
              <a:lvl2pPr marL="742950" indent="-285750">
                <a:defRPr>
                  <a:solidFill>
                    <a:schemeClr val="tx1"/>
                  </a:solidFill>
                  <a:latin typeface="Montserrat" panose="00000500000000000000" pitchFamily="2" charset="0"/>
                </a:defRPr>
              </a:lvl2pPr>
              <a:lvl3pPr marL="1143000" indent="-228600">
                <a:defRPr>
                  <a:solidFill>
                    <a:schemeClr val="tx1"/>
                  </a:solidFill>
                  <a:latin typeface="Montserrat" panose="00000500000000000000" pitchFamily="2" charset="0"/>
                </a:defRPr>
              </a:lvl3pPr>
              <a:lvl4pPr marL="1600200" indent="-228600">
                <a:defRPr>
                  <a:solidFill>
                    <a:schemeClr val="tx1"/>
                  </a:solidFill>
                  <a:latin typeface="Montserrat" panose="00000500000000000000" pitchFamily="2" charset="0"/>
                </a:defRPr>
              </a:lvl4pPr>
              <a:lvl5pPr marL="2057400" indent="-228600">
                <a:defRPr>
                  <a:solidFill>
                    <a:schemeClr val="tx1"/>
                  </a:solidFill>
                  <a:latin typeface="Montserrat" panose="00000500000000000000" pitchFamily="2" charset="0"/>
                </a:defRPr>
              </a:lvl5pPr>
              <a:lvl6pPr marL="2514600" indent="-228600" fontAlgn="base">
                <a:spcBef>
                  <a:spcPct val="0"/>
                </a:spcBef>
                <a:spcAft>
                  <a:spcPct val="0"/>
                </a:spcAft>
                <a:defRPr>
                  <a:solidFill>
                    <a:schemeClr val="tx1"/>
                  </a:solidFill>
                  <a:latin typeface="Montserrat" panose="00000500000000000000" pitchFamily="2" charset="0"/>
                </a:defRPr>
              </a:lvl6pPr>
              <a:lvl7pPr marL="2971800" indent="-228600" fontAlgn="base">
                <a:spcBef>
                  <a:spcPct val="0"/>
                </a:spcBef>
                <a:spcAft>
                  <a:spcPct val="0"/>
                </a:spcAft>
                <a:defRPr>
                  <a:solidFill>
                    <a:schemeClr val="tx1"/>
                  </a:solidFill>
                  <a:latin typeface="Montserrat" panose="00000500000000000000" pitchFamily="2" charset="0"/>
                </a:defRPr>
              </a:lvl7pPr>
              <a:lvl8pPr marL="3429000" indent="-228600" fontAlgn="base">
                <a:spcBef>
                  <a:spcPct val="0"/>
                </a:spcBef>
                <a:spcAft>
                  <a:spcPct val="0"/>
                </a:spcAft>
                <a:defRPr>
                  <a:solidFill>
                    <a:schemeClr val="tx1"/>
                  </a:solidFill>
                  <a:latin typeface="Montserrat" panose="00000500000000000000" pitchFamily="2" charset="0"/>
                </a:defRPr>
              </a:lvl8pPr>
              <a:lvl9pPr marL="3886200" indent="-228600" fontAlgn="base">
                <a:spcBef>
                  <a:spcPct val="0"/>
                </a:spcBef>
                <a:spcAft>
                  <a:spcPct val="0"/>
                </a:spcAft>
                <a:defRPr>
                  <a:solidFill>
                    <a:schemeClr val="tx1"/>
                  </a:solidFill>
                  <a:latin typeface="Montserrat" panose="00000500000000000000" pitchFamily="2" charset="0"/>
                </a:defRPr>
              </a:lvl9pPr>
            </a:lstStyle>
            <a:p>
              <a:pPr eaLnBrk="1" hangingPunct="1">
                <a:defRPr/>
              </a:pPr>
              <a:r>
                <a:rPr lang="it-IT" altLang="it-IT" sz="800" b="1" dirty="0">
                  <a:solidFill>
                    <a:schemeClr val="bg1"/>
                  </a:solidFill>
                </a:rPr>
                <a:t>ENTERPRISE</a:t>
              </a:r>
            </a:p>
            <a:p>
              <a:pPr eaLnBrk="1" hangingPunct="1">
                <a:defRPr/>
              </a:pPr>
              <a:r>
                <a:rPr lang="it-IT" altLang="it-IT" sz="800" b="1" dirty="0">
                  <a:solidFill>
                    <a:schemeClr val="bg1"/>
                  </a:solidFill>
                </a:rPr>
                <a:t>RESOURCE</a:t>
              </a:r>
            </a:p>
            <a:p>
              <a:pPr eaLnBrk="1" hangingPunct="1">
                <a:defRPr/>
              </a:pPr>
              <a:r>
                <a:rPr lang="it-IT" altLang="it-IT" sz="800" b="1" dirty="0">
                  <a:solidFill>
                    <a:schemeClr val="bg1"/>
                  </a:solidFill>
                </a:rPr>
                <a:t>PLANNING</a:t>
              </a:r>
            </a:p>
          </p:txBody>
        </p:sp>
        <p:sp>
          <p:nvSpPr>
            <p:cNvPr id="28" name="TextBox 32">
              <a:extLst>
                <a:ext uri="{FF2B5EF4-FFF2-40B4-BE49-F238E27FC236}">
                  <a16:creationId xmlns:a16="http://schemas.microsoft.com/office/drawing/2014/main" id="{1D5E20A0-3E4E-2F49-8F80-64EE789D06A5}"/>
                </a:ext>
              </a:extLst>
            </p:cNvPr>
            <p:cNvSpPr txBox="1">
              <a:spLocks noChangeArrowheads="1"/>
            </p:cNvSpPr>
            <p:nvPr/>
          </p:nvSpPr>
          <p:spPr bwMode="auto">
            <a:xfrm>
              <a:off x="10844661" y="5507038"/>
              <a:ext cx="1063669" cy="461962"/>
            </a:xfrm>
            <a:prstGeom prst="rect">
              <a:avLst/>
            </a:prstGeom>
            <a:noFill/>
            <a:ln>
              <a:noFill/>
            </a:ln>
          </p:spPr>
          <p:txBody>
            <a:bodyPr wrap="none">
              <a:spAutoFit/>
            </a:bodyPr>
            <a:lstStyle>
              <a:lvl1pPr>
                <a:defRPr>
                  <a:solidFill>
                    <a:schemeClr val="tx1"/>
                  </a:solidFill>
                  <a:latin typeface="Montserrat" panose="00000500000000000000" pitchFamily="2" charset="0"/>
                </a:defRPr>
              </a:lvl1pPr>
              <a:lvl2pPr marL="742950" indent="-285750">
                <a:defRPr>
                  <a:solidFill>
                    <a:schemeClr val="tx1"/>
                  </a:solidFill>
                  <a:latin typeface="Montserrat" panose="00000500000000000000" pitchFamily="2" charset="0"/>
                </a:defRPr>
              </a:lvl2pPr>
              <a:lvl3pPr marL="1143000" indent="-228600">
                <a:defRPr>
                  <a:solidFill>
                    <a:schemeClr val="tx1"/>
                  </a:solidFill>
                  <a:latin typeface="Montserrat" panose="00000500000000000000" pitchFamily="2" charset="0"/>
                </a:defRPr>
              </a:lvl3pPr>
              <a:lvl4pPr marL="1600200" indent="-228600">
                <a:defRPr>
                  <a:solidFill>
                    <a:schemeClr val="tx1"/>
                  </a:solidFill>
                  <a:latin typeface="Montserrat" panose="00000500000000000000" pitchFamily="2" charset="0"/>
                </a:defRPr>
              </a:lvl4pPr>
              <a:lvl5pPr marL="2057400" indent="-228600">
                <a:defRPr>
                  <a:solidFill>
                    <a:schemeClr val="tx1"/>
                  </a:solidFill>
                  <a:latin typeface="Montserrat" panose="00000500000000000000" pitchFamily="2" charset="0"/>
                </a:defRPr>
              </a:lvl5pPr>
              <a:lvl6pPr marL="2514600" indent="-228600" fontAlgn="base">
                <a:spcBef>
                  <a:spcPct val="0"/>
                </a:spcBef>
                <a:spcAft>
                  <a:spcPct val="0"/>
                </a:spcAft>
                <a:defRPr>
                  <a:solidFill>
                    <a:schemeClr val="tx1"/>
                  </a:solidFill>
                  <a:latin typeface="Montserrat" panose="00000500000000000000" pitchFamily="2" charset="0"/>
                </a:defRPr>
              </a:lvl6pPr>
              <a:lvl7pPr marL="2971800" indent="-228600" fontAlgn="base">
                <a:spcBef>
                  <a:spcPct val="0"/>
                </a:spcBef>
                <a:spcAft>
                  <a:spcPct val="0"/>
                </a:spcAft>
                <a:defRPr>
                  <a:solidFill>
                    <a:schemeClr val="tx1"/>
                  </a:solidFill>
                  <a:latin typeface="Montserrat" panose="00000500000000000000" pitchFamily="2" charset="0"/>
                </a:defRPr>
              </a:lvl7pPr>
              <a:lvl8pPr marL="3429000" indent="-228600" fontAlgn="base">
                <a:spcBef>
                  <a:spcPct val="0"/>
                </a:spcBef>
                <a:spcAft>
                  <a:spcPct val="0"/>
                </a:spcAft>
                <a:defRPr>
                  <a:solidFill>
                    <a:schemeClr val="tx1"/>
                  </a:solidFill>
                  <a:latin typeface="Montserrat" panose="00000500000000000000" pitchFamily="2" charset="0"/>
                </a:defRPr>
              </a:lvl8pPr>
              <a:lvl9pPr marL="3886200" indent="-228600" fontAlgn="base">
                <a:spcBef>
                  <a:spcPct val="0"/>
                </a:spcBef>
                <a:spcAft>
                  <a:spcPct val="0"/>
                </a:spcAft>
                <a:defRPr>
                  <a:solidFill>
                    <a:schemeClr val="tx1"/>
                  </a:solidFill>
                  <a:latin typeface="Montserrat" panose="00000500000000000000" pitchFamily="2" charset="0"/>
                </a:defRPr>
              </a:lvl9pPr>
            </a:lstStyle>
            <a:p>
              <a:pPr eaLnBrk="1" hangingPunct="1">
                <a:defRPr/>
              </a:pPr>
              <a:r>
                <a:rPr lang="en-GB" altLang="it-IT" sz="800" b="1" dirty="0">
                  <a:solidFill>
                    <a:schemeClr val="bg1"/>
                  </a:solidFill>
                </a:rPr>
                <a:t>PRIMARY CARE</a:t>
              </a:r>
            </a:p>
            <a:p>
              <a:pPr eaLnBrk="1" hangingPunct="1">
                <a:defRPr/>
              </a:pPr>
              <a:r>
                <a:rPr lang="en-GB" altLang="it-IT" sz="800" b="1" dirty="0">
                  <a:solidFill>
                    <a:schemeClr val="bg1"/>
                  </a:solidFill>
                </a:rPr>
                <a:t>&amp; GENERAL</a:t>
              </a:r>
            </a:p>
            <a:p>
              <a:pPr eaLnBrk="1" hangingPunct="1">
                <a:defRPr/>
              </a:pPr>
              <a:r>
                <a:rPr lang="en-GB" altLang="it-IT" sz="800" b="1" dirty="0">
                  <a:solidFill>
                    <a:schemeClr val="bg1"/>
                  </a:solidFill>
                </a:rPr>
                <a:t>PRACTITIONERS</a:t>
              </a:r>
            </a:p>
          </p:txBody>
        </p:sp>
      </p:grpSp>
    </p:spTree>
    <p:extLst>
      <p:ext uri="{BB962C8B-B14F-4D97-AF65-F5344CB8AC3E}">
        <p14:creationId xmlns:p14="http://schemas.microsoft.com/office/powerpoint/2010/main" val="40050068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theme" Target="../theme/theme2.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20" r:id="rId1"/>
    <p:sldLayoutId id="2147483737" r:id="rId2"/>
    <p:sldLayoutId id="2147483738" r:id="rId3"/>
    <p:sldLayoutId id="2147483739" r:id="rId4"/>
  </p:sldLayoutIdLst>
  <p:hf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Montserrat" panose="00000500000000000000" pitchFamily="2" charset="0"/>
        </a:defRPr>
      </a:lvl2pPr>
      <a:lvl3pPr algn="l" rtl="0" eaLnBrk="1" fontAlgn="base" hangingPunct="1">
        <a:lnSpc>
          <a:spcPct val="90000"/>
        </a:lnSpc>
        <a:spcBef>
          <a:spcPct val="0"/>
        </a:spcBef>
        <a:spcAft>
          <a:spcPct val="0"/>
        </a:spcAft>
        <a:defRPr sz="4400">
          <a:solidFill>
            <a:schemeClr val="tx1"/>
          </a:solidFill>
          <a:latin typeface="Montserrat" panose="00000500000000000000" pitchFamily="2" charset="0"/>
        </a:defRPr>
      </a:lvl3pPr>
      <a:lvl4pPr algn="l" rtl="0" eaLnBrk="1" fontAlgn="base" hangingPunct="1">
        <a:lnSpc>
          <a:spcPct val="90000"/>
        </a:lnSpc>
        <a:spcBef>
          <a:spcPct val="0"/>
        </a:spcBef>
        <a:spcAft>
          <a:spcPct val="0"/>
        </a:spcAft>
        <a:defRPr sz="4400">
          <a:solidFill>
            <a:schemeClr val="tx1"/>
          </a:solidFill>
          <a:latin typeface="Montserrat" panose="00000500000000000000" pitchFamily="2" charset="0"/>
        </a:defRPr>
      </a:lvl4pPr>
      <a:lvl5pPr algn="l" rtl="0" eaLnBrk="1" fontAlgn="base" hangingPunct="1">
        <a:lnSpc>
          <a:spcPct val="90000"/>
        </a:lnSpc>
        <a:spcBef>
          <a:spcPct val="0"/>
        </a:spcBef>
        <a:spcAft>
          <a:spcPct val="0"/>
        </a:spcAft>
        <a:defRPr sz="4400">
          <a:solidFill>
            <a:schemeClr val="tx1"/>
          </a:solidFill>
          <a:latin typeface="Montserrat" panose="00000500000000000000" pitchFamily="2" charset="0"/>
        </a:defRPr>
      </a:lvl5pPr>
      <a:lvl6pPr marL="457200" algn="l" rtl="0" eaLnBrk="1" fontAlgn="base" hangingPunct="1">
        <a:lnSpc>
          <a:spcPct val="90000"/>
        </a:lnSpc>
        <a:spcBef>
          <a:spcPct val="0"/>
        </a:spcBef>
        <a:spcAft>
          <a:spcPct val="0"/>
        </a:spcAft>
        <a:defRPr sz="4400">
          <a:solidFill>
            <a:schemeClr val="tx1"/>
          </a:solidFill>
          <a:latin typeface="Montserrat" panose="00000500000000000000" pitchFamily="2" charset="0"/>
        </a:defRPr>
      </a:lvl6pPr>
      <a:lvl7pPr marL="914400" algn="l" rtl="0" eaLnBrk="1" fontAlgn="base" hangingPunct="1">
        <a:lnSpc>
          <a:spcPct val="90000"/>
        </a:lnSpc>
        <a:spcBef>
          <a:spcPct val="0"/>
        </a:spcBef>
        <a:spcAft>
          <a:spcPct val="0"/>
        </a:spcAft>
        <a:defRPr sz="4400">
          <a:solidFill>
            <a:schemeClr val="tx1"/>
          </a:solidFill>
          <a:latin typeface="Montserrat" panose="00000500000000000000" pitchFamily="2" charset="0"/>
        </a:defRPr>
      </a:lvl7pPr>
      <a:lvl8pPr marL="1371600" algn="l" rtl="0" eaLnBrk="1" fontAlgn="base" hangingPunct="1">
        <a:lnSpc>
          <a:spcPct val="90000"/>
        </a:lnSpc>
        <a:spcBef>
          <a:spcPct val="0"/>
        </a:spcBef>
        <a:spcAft>
          <a:spcPct val="0"/>
        </a:spcAft>
        <a:defRPr sz="4400">
          <a:solidFill>
            <a:schemeClr val="tx1"/>
          </a:solidFill>
          <a:latin typeface="Montserrat" panose="00000500000000000000" pitchFamily="2" charset="0"/>
        </a:defRPr>
      </a:lvl8pPr>
      <a:lvl9pPr marL="1828800" algn="l" rtl="0" eaLnBrk="1" fontAlgn="base" hangingPunct="1">
        <a:lnSpc>
          <a:spcPct val="90000"/>
        </a:lnSpc>
        <a:spcBef>
          <a:spcPct val="0"/>
        </a:spcBef>
        <a:spcAft>
          <a:spcPct val="0"/>
        </a:spcAft>
        <a:defRPr sz="4400">
          <a:solidFill>
            <a:schemeClr val="tx1"/>
          </a:solidFill>
          <a:latin typeface="Montserrat" panose="00000500000000000000" pitchFamily="2"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21" r:id="rId1"/>
    <p:sldLayoutId id="2147483722" r:id="rId2"/>
    <p:sldLayoutId id="2147483734" r:id="rId3"/>
    <p:sldLayoutId id="2147483735" r:id="rId4"/>
    <p:sldLayoutId id="2147483723" r:id="rId5"/>
    <p:sldLayoutId id="2147483724" r:id="rId6"/>
    <p:sldLayoutId id="2147483725" r:id="rId7"/>
    <p:sldLayoutId id="2147483726" r:id="rId8"/>
    <p:sldLayoutId id="2147483733" r:id="rId9"/>
    <p:sldLayoutId id="2147483727" r:id="rId10"/>
    <p:sldLayoutId id="2147483728" r:id="rId11"/>
    <p:sldLayoutId id="2147483729" r:id="rId12"/>
    <p:sldLayoutId id="2147483730" r:id="rId13"/>
    <p:sldLayoutId id="2147483731" r:id="rId14"/>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ontserrat" pitchFamily="2" charset="77"/>
          <a:ea typeface="+mj-ea"/>
          <a:cs typeface="+mj-cs"/>
        </a:defRPr>
      </a:lvl1pPr>
      <a:lvl2pPr algn="l" rtl="0" eaLnBrk="0" fontAlgn="base" hangingPunct="0">
        <a:lnSpc>
          <a:spcPct val="90000"/>
        </a:lnSpc>
        <a:spcBef>
          <a:spcPct val="0"/>
        </a:spcBef>
        <a:spcAft>
          <a:spcPct val="0"/>
        </a:spcAft>
        <a:defRPr sz="4400">
          <a:solidFill>
            <a:schemeClr val="tx1"/>
          </a:solidFill>
          <a:latin typeface="Montserrat" panose="00000500000000000000" pitchFamily="2" charset="0"/>
        </a:defRPr>
      </a:lvl2pPr>
      <a:lvl3pPr algn="l" rtl="0" eaLnBrk="0" fontAlgn="base" hangingPunct="0">
        <a:lnSpc>
          <a:spcPct val="90000"/>
        </a:lnSpc>
        <a:spcBef>
          <a:spcPct val="0"/>
        </a:spcBef>
        <a:spcAft>
          <a:spcPct val="0"/>
        </a:spcAft>
        <a:defRPr sz="4400">
          <a:solidFill>
            <a:schemeClr val="tx1"/>
          </a:solidFill>
          <a:latin typeface="Montserrat" panose="00000500000000000000" pitchFamily="2" charset="0"/>
        </a:defRPr>
      </a:lvl3pPr>
      <a:lvl4pPr algn="l" rtl="0" eaLnBrk="0" fontAlgn="base" hangingPunct="0">
        <a:lnSpc>
          <a:spcPct val="90000"/>
        </a:lnSpc>
        <a:spcBef>
          <a:spcPct val="0"/>
        </a:spcBef>
        <a:spcAft>
          <a:spcPct val="0"/>
        </a:spcAft>
        <a:defRPr sz="4400">
          <a:solidFill>
            <a:schemeClr val="tx1"/>
          </a:solidFill>
          <a:latin typeface="Montserrat" panose="00000500000000000000" pitchFamily="2" charset="0"/>
        </a:defRPr>
      </a:lvl4pPr>
      <a:lvl5pPr algn="l" rtl="0" eaLnBrk="0" fontAlgn="base" hangingPunct="0">
        <a:lnSpc>
          <a:spcPct val="90000"/>
        </a:lnSpc>
        <a:spcBef>
          <a:spcPct val="0"/>
        </a:spcBef>
        <a:spcAft>
          <a:spcPct val="0"/>
        </a:spcAft>
        <a:defRPr sz="4400">
          <a:solidFill>
            <a:schemeClr val="tx1"/>
          </a:solidFill>
          <a:latin typeface="Montserrat" panose="00000500000000000000" pitchFamily="2" charset="0"/>
        </a:defRPr>
      </a:lvl5pPr>
      <a:lvl6pPr marL="457200" algn="l" rtl="0" fontAlgn="base">
        <a:lnSpc>
          <a:spcPct val="90000"/>
        </a:lnSpc>
        <a:spcBef>
          <a:spcPct val="0"/>
        </a:spcBef>
        <a:spcAft>
          <a:spcPct val="0"/>
        </a:spcAft>
        <a:defRPr sz="4400">
          <a:solidFill>
            <a:schemeClr val="tx1"/>
          </a:solidFill>
          <a:latin typeface="Montserrat" panose="00000500000000000000" pitchFamily="2" charset="0"/>
        </a:defRPr>
      </a:lvl6pPr>
      <a:lvl7pPr marL="914400" algn="l" rtl="0" fontAlgn="base">
        <a:lnSpc>
          <a:spcPct val="90000"/>
        </a:lnSpc>
        <a:spcBef>
          <a:spcPct val="0"/>
        </a:spcBef>
        <a:spcAft>
          <a:spcPct val="0"/>
        </a:spcAft>
        <a:defRPr sz="4400">
          <a:solidFill>
            <a:schemeClr val="tx1"/>
          </a:solidFill>
          <a:latin typeface="Montserrat" panose="00000500000000000000" pitchFamily="2" charset="0"/>
        </a:defRPr>
      </a:lvl7pPr>
      <a:lvl8pPr marL="1371600" algn="l" rtl="0" fontAlgn="base">
        <a:lnSpc>
          <a:spcPct val="90000"/>
        </a:lnSpc>
        <a:spcBef>
          <a:spcPct val="0"/>
        </a:spcBef>
        <a:spcAft>
          <a:spcPct val="0"/>
        </a:spcAft>
        <a:defRPr sz="4400">
          <a:solidFill>
            <a:schemeClr val="tx1"/>
          </a:solidFill>
          <a:latin typeface="Montserrat" panose="00000500000000000000" pitchFamily="2" charset="0"/>
        </a:defRPr>
      </a:lvl8pPr>
      <a:lvl9pPr marL="1828800" algn="l" rtl="0" fontAlgn="base">
        <a:lnSpc>
          <a:spcPct val="90000"/>
        </a:lnSpc>
        <a:spcBef>
          <a:spcPct val="0"/>
        </a:spcBef>
        <a:spcAft>
          <a:spcPct val="0"/>
        </a:spcAft>
        <a:defRPr sz="4400">
          <a:solidFill>
            <a:schemeClr val="tx1"/>
          </a:solidFill>
          <a:latin typeface="Montserrat" panose="00000500000000000000" pitchFamily="2"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ontserrat" pitchFamily="2" charset="77"/>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ontserrat" pitchFamily="2" charset="77"/>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ontserrat" pitchFamily="2" charset="77"/>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ontserrat" pitchFamily="2" charset="77"/>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32" r:id="rId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jpg"/><Relationship Id="rId7" Type="http://schemas.openxmlformats.org/officeDocument/2006/relationships/image" Target="../media/image27.jpeg"/><Relationship Id="rId2" Type="http://schemas.openxmlformats.org/officeDocument/2006/relationships/image" Target="../media/image22.jpeg"/><Relationship Id="rId1" Type="http://schemas.openxmlformats.org/officeDocument/2006/relationships/slideLayout" Target="../slideLayouts/slideLayout4.xml"/><Relationship Id="rId6" Type="http://schemas.openxmlformats.org/officeDocument/2006/relationships/image" Target="../media/image26.jpeg"/><Relationship Id="rId5" Type="http://schemas.openxmlformats.org/officeDocument/2006/relationships/image" Target="../media/image25.jpg"/><Relationship Id="rId10" Type="http://schemas.openxmlformats.org/officeDocument/2006/relationships/image" Target="../media/image30.jpeg"/><Relationship Id="rId4" Type="http://schemas.openxmlformats.org/officeDocument/2006/relationships/image" Target="../media/image24.jpg"/><Relationship Id="rId9" Type="http://schemas.openxmlformats.org/officeDocument/2006/relationships/image" Target="../media/image2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customXml" Target="../ink/ink2.xml"/><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customXml" Target="../ink/ink6.xml"/><Relationship Id="rId13" Type="http://schemas.openxmlformats.org/officeDocument/2006/relationships/image" Target="../media/image36.png"/><Relationship Id="rId3" Type="http://schemas.openxmlformats.org/officeDocument/2006/relationships/customXml" Target="../ink/ink3.xml"/><Relationship Id="rId7" Type="http://schemas.openxmlformats.org/officeDocument/2006/relationships/image" Target="../media/image34.png"/><Relationship Id="rId12" Type="http://schemas.openxmlformats.org/officeDocument/2006/relationships/customXml" Target="../ink/ink9.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customXml" Target="../ink/ink5.xml"/><Relationship Id="rId11" Type="http://schemas.openxmlformats.org/officeDocument/2006/relationships/customXml" Target="../ink/ink8.xml"/><Relationship Id="rId5" Type="http://schemas.openxmlformats.org/officeDocument/2006/relationships/customXml" Target="../ink/ink4.xml"/><Relationship Id="rId15" Type="http://schemas.openxmlformats.org/officeDocument/2006/relationships/image" Target="../media/image37.png"/><Relationship Id="rId10" Type="http://schemas.openxmlformats.org/officeDocument/2006/relationships/image" Target="../media/image35.png"/><Relationship Id="rId4" Type="http://schemas.openxmlformats.org/officeDocument/2006/relationships/image" Target="../media/image33.png"/><Relationship Id="rId9" Type="http://schemas.openxmlformats.org/officeDocument/2006/relationships/customXml" Target="../ink/ink7.xml"/><Relationship Id="rId14" Type="http://schemas.openxmlformats.org/officeDocument/2006/relationships/customXml" Target="../ink/ink10.xml"/></Relationships>
</file>

<file path=ppt/slides/_rels/slide11.xml.rels><?xml version="1.0" encoding="UTF-8" standalone="yes"?>
<Relationships xmlns="http://schemas.openxmlformats.org/package/2006/relationships"><Relationship Id="rId8" Type="http://schemas.openxmlformats.org/officeDocument/2006/relationships/customXml" Target="../ink/ink14.xml"/><Relationship Id="rId3" Type="http://schemas.openxmlformats.org/officeDocument/2006/relationships/customXml" Target="../ink/ink11.xml"/><Relationship Id="rId7"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customXml" Target="../ink/ink13.xml"/><Relationship Id="rId5" Type="http://schemas.openxmlformats.org/officeDocument/2006/relationships/customXml" Target="../ink/ink12.xml"/><Relationship Id="rId4" Type="http://schemas.openxmlformats.org/officeDocument/2006/relationships/image" Target="../media/image33.png"/><Relationship Id="rId9" Type="http://schemas.openxmlformats.org/officeDocument/2006/relationships/customXml" Target="../ink/ink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dedalusspa.sharepoint.com/sites/integrated-management-system/SitePages/IMSandInterfacing-Trainings.aspx"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hyperlink" Target="https://dedalusspa.sharepoint.com/:w:/r/sites/helsinki/_layouts/15/Doc.aspx?sourcedoc=%7BC3D97D36-77D6-4D5F-A8BE-6BFB9BC8837D%7D&amp;file=BC-G-PO-001%20Business%20Continuity%20Policy.docx&amp;action=default&amp;mobileredirect=true" TargetMode="External"/><Relationship Id="rId4" Type="http://schemas.openxmlformats.org/officeDocument/2006/relationships/hyperlink" Target="https://dedalus.interfacing.com/documents/list?hierarchy=contextual&amp;totalRecords=12&amp;currentPage=1&amp;pageSize=25&amp;sortKey=name&amp;order=-1&amp;selectedNode=6365E23B-23D0-4C0B-9530-9B36DC370DCC&amp;showLatest=true&amp;environment=47DB1756-C7AB-4AAE-AAEA-39DE3EAC2A9D"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customXml" Target="../ink/ink17.xml"/><Relationship Id="rId2" Type="http://schemas.openxmlformats.org/officeDocument/2006/relationships/hyperlink" Target="https://dedalus.interfacing.com/documents/details/2598EF7C-EA51-4B25-94E4-C53A22E86AF2?nodeType=DOCUMENT&amp;environment=47DB1756-C7AB-4AAE-AAEA-39DE3EAC2A9D&amp;draft=false" TargetMode="External"/><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customXml" Target="../ink/ink16.xml"/><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jpg"/><Relationship Id="rId7" Type="http://schemas.openxmlformats.org/officeDocument/2006/relationships/image" Target="../media/image27.jpeg"/><Relationship Id="rId2" Type="http://schemas.openxmlformats.org/officeDocument/2006/relationships/image" Target="../media/image22.jpeg"/><Relationship Id="rId1" Type="http://schemas.openxmlformats.org/officeDocument/2006/relationships/slideLayout" Target="../slideLayouts/slideLayout4.xml"/><Relationship Id="rId6" Type="http://schemas.openxmlformats.org/officeDocument/2006/relationships/image" Target="../media/image26.jpeg"/><Relationship Id="rId5" Type="http://schemas.openxmlformats.org/officeDocument/2006/relationships/image" Target="../media/image25.jpg"/><Relationship Id="rId10" Type="http://schemas.openxmlformats.org/officeDocument/2006/relationships/image" Target="../media/image30.jpeg"/><Relationship Id="rId4" Type="http://schemas.openxmlformats.org/officeDocument/2006/relationships/image" Target="../media/image24.jpg"/><Relationship Id="rId9"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0F081D-BDE6-B1F3-BB6B-F30B8C5F02E2}"/>
              </a:ext>
            </a:extLst>
          </p:cNvPr>
          <p:cNvSpPr>
            <a:spLocks noGrp="1"/>
          </p:cNvSpPr>
          <p:nvPr>
            <p:ph type="ctrTitle"/>
          </p:nvPr>
        </p:nvSpPr>
        <p:spPr>
          <a:xfrm>
            <a:off x="1524000" y="2503661"/>
            <a:ext cx="9144000" cy="1112203"/>
          </a:xfrm>
        </p:spPr>
        <p:txBody>
          <a:bodyPr>
            <a:normAutofit/>
          </a:bodyPr>
          <a:lstStyle/>
          <a:p>
            <a:r>
              <a:rPr lang="en-IN" dirty="0"/>
              <a:t>AI-Assisted Development for Modern PAS Application Prototyping</a:t>
            </a:r>
            <a:endParaRPr lang="en-GB" noProof="0" dirty="0"/>
          </a:p>
        </p:txBody>
      </p:sp>
      <p:sp>
        <p:nvSpPr>
          <p:cNvPr id="3" name="Espace réservé du texte 2">
            <a:extLst>
              <a:ext uri="{FF2B5EF4-FFF2-40B4-BE49-F238E27FC236}">
                <a16:creationId xmlns:a16="http://schemas.microsoft.com/office/drawing/2014/main" id="{DB46DEC1-F039-2670-74C4-ADEBE391C820}"/>
              </a:ext>
            </a:extLst>
          </p:cNvPr>
          <p:cNvSpPr>
            <a:spLocks noGrp="1"/>
          </p:cNvSpPr>
          <p:nvPr>
            <p:ph type="body" sz="quarter" idx="13"/>
          </p:nvPr>
        </p:nvSpPr>
        <p:spPr>
          <a:xfrm>
            <a:off x="1533459" y="4137709"/>
            <a:ext cx="4132049" cy="503651"/>
          </a:xfrm>
        </p:spPr>
        <p:txBody>
          <a:bodyPr/>
          <a:lstStyle/>
          <a:p>
            <a:r>
              <a:rPr lang="en-GB" noProof="0" dirty="0"/>
              <a:t>Caroline Haslam ISO 22301 Program Lead</a:t>
            </a:r>
          </a:p>
          <a:p>
            <a:r>
              <a:rPr lang="en-GB" noProof="0" dirty="0"/>
              <a:t>Internal use only</a:t>
            </a:r>
          </a:p>
          <a:p>
            <a:r>
              <a:rPr lang="en-GB" noProof="0"/>
              <a:t>June </a:t>
            </a:r>
            <a:r>
              <a:rPr lang="en-GB" noProof="0" dirty="0"/>
              <a:t>2026</a:t>
            </a:r>
          </a:p>
        </p:txBody>
      </p:sp>
    </p:spTree>
    <p:extLst>
      <p:ext uri="{BB962C8B-B14F-4D97-AF65-F5344CB8AC3E}">
        <p14:creationId xmlns:p14="http://schemas.microsoft.com/office/powerpoint/2010/main" val="43270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717;p78">
            <a:extLst>
              <a:ext uri="{FF2B5EF4-FFF2-40B4-BE49-F238E27FC236}">
                <a16:creationId xmlns:a16="http://schemas.microsoft.com/office/drawing/2014/main" id="{05072C87-35B5-0D42-A610-C0EC0012D21D}"/>
              </a:ext>
            </a:extLst>
          </p:cNvPr>
          <p:cNvSpPr txBox="1">
            <a:spLocks/>
          </p:cNvSpPr>
          <p:nvPr/>
        </p:nvSpPr>
        <p:spPr>
          <a:xfrm>
            <a:off x="530874" y="2683443"/>
            <a:ext cx="10816216" cy="1004174"/>
          </a:xfrm>
          <a:prstGeom prst="rect">
            <a:avLst/>
          </a:prstGeom>
        </p:spPr>
        <p:txBody>
          <a:bodyPr spcFirstLastPara="1" wrap="square" lIns="91425" tIns="91425" rIns="91425" bIns="91425" anchor="ctr" anchorCtr="0">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ontserrat" pitchFamily="2" charset="77"/>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ontserrat" pitchFamily="2" charset="77"/>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ontserrat" pitchFamily="2" charset="77"/>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ontserrat" pitchFamily="2" charset="77"/>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GB" sz="1400" noProof="0" dirty="0">
              <a:solidFill>
                <a:schemeClr val="tx2"/>
              </a:solidFill>
              <a:cs typeface="Arial"/>
            </a:endParaRPr>
          </a:p>
          <a:p>
            <a:pPr marL="0" indent="0" algn="ctr">
              <a:buNone/>
            </a:pPr>
            <a:r>
              <a:rPr lang="en-GB" sz="1800" noProof="0" dirty="0">
                <a:solidFill>
                  <a:schemeClr val="tx2"/>
                </a:solidFill>
                <a:cs typeface="Arial"/>
              </a:rPr>
              <a:t>The purpose of this awareness is to provide you with an overview</a:t>
            </a:r>
          </a:p>
          <a:p>
            <a:pPr marL="0" indent="0" algn="ctr">
              <a:buNone/>
            </a:pPr>
            <a:r>
              <a:rPr lang="en-GB" sz="1800" noProof="0" dirty="0">
                <a:solidFill>
                  <a:schemeClr val="tx2"/>
                </a:solidFill>
                <a:cs typeface="Arial"/>
              </a:rPr>
              <a:t>of ISO22301 Business Continuity Program and the status of the Business Continuity</a:t>
            </a:r>
          </a:p>
          <a:p>
            <a:pPr marL="0" indent="0" algn="ctr">
              <a:buNone/>
            </a:pPr>
            <a:r>
              <a:rPr lang="en-GB" sz="1800" noProof="0" dirty="0">
                <a:solidFill>
                  <a:schemeClr val="tx2"/>
                </a:solidFill>
                <a:cs typeface="Arial"/>
              </a:rPr>
              <a:t> Management System in the India Region over the last year.</a:t>
            </a:r>
            <a:endParaRPr lang="en-GB" sz="1400" noProof="0" dirty="0">
              <a:solidFill>
                <a:schemeClr val="tx2"/>
              </a:solidFill>
              <a:cs typeface="Arial"/>
            </a:endParaRPr>
          </a:p>
        </p:txBody>
      </p:sp>
      <p:sp>
        <p:nvSpPr>
          <p:cNvPr id="6" name="Titre 1">
            <a:extLst>
              <a:ext uri="{FF2B5EF4-FFF2-40B4-BE49-F238E27FC236}">
                <a16:creationId xmlns:a16="http://schemas.microsoft.com/office/drawing/2014/main" id="{B4E0B267-7C9B-BAC6-DCAE-913CA8AF2CA6}"/>
              </a:ext>
            </a:extLst>
          </p:cNvPr>
          <p:cNvSpPr>
            <a:spLocks noGrp="1"/>
          </p:cNvSpPr>
          <p:nvPr>
            <p:ph type="title"/>
          </p:nvPr>
        </p:nvSpPr>
        <p:spPr>
          <a:xfrm>
            <a:off x="358814" y="503479"/>
            <a:ext cx="9329195" cy="461530"/>
          </a:xfrm>
          <a:prstGeom prst="rect">
            <a:avLst/>
          </a:prstGeom>
        </p:spPr>
        <p:txBody>
          <a:bodyPr/>
          <a:lstStyle/>
          <a:p>
            <a:r>
              <a:rPr lang="en-GB" sz="2800" noProof="0" dirty="0">
                <a:cs typeface="Arial"/>
                <a:sym typeface="Arial"/>
              </a:rPr>
              <a:t>Introduction</a:t>
            </a:r>
            <a:endParaRPr lang="en-GB" sz="2800" noProof="0" dirty="0"/>
          </a:p>
        </p:txBody>
      </p:sp>
    </p:spTree>
    <p:extLst>
      <p:ext uri="{BB962C8B-B14F-4D97-AF65-F5344CB8AC3E}">
        <p14:creationId xmlns:p14="http://schemas.microsoft.com/office/powerpoint/2010/main" val="1930839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25DFA-DEF6-6B47-B7DF-0D3BA09C2536}"/>
              </a:ext>
            </a:extLst>
          </p:cNvPr>
          <p:cNvSpPr>
            <a:spLocks noGrp="1"/>
          </p:cNvSpPr>
          <p:nvPr>
            <p:ph type="title"/>
          </p:nvPr>
        </p:nvSpPr>
        <p:spPr>
          <a:prstGeom prst="rect">
            <a:avLst/>
          </a:prstGeom>
        </p:spPr>
        <p:txBody>
          <a:bodyPr/>
          <a:lstStyle/>
          <a:p>
            <a:r>
              <a:rPr lang="en-GB" sz="2800" noProof="0" dirty="0"/>
              <a:t>Business Continuity</a:t>
            </a:r>
          </a:p>
        </p:txBody>
      </p:sp>
      <p:sp>
        <p:nvSpPr>
          <p:cNvPr id="3" name="Content Placeholder 1">
            <a:extLst>
              <a:ext uri="{FF2B5EF4-FFF2-40B4-BE49-F238E27FC236}">
                <a16:creationId xmlns:a16="http://schemas.microsoft.com/office/drawing/2014/main" id="{7248DCAA-5D33-A41B-FDE8-D43A3E7F9F21}"/>
              </a:ext>
            </a:extLst>
          </p:cNvPr>
          <p:cNvSpPr txBox="1">
            <a:spLocks/>
          </p:cNvSpPr>
          <p:nvPr/>
        </p:nvSpPr>
        <p:spPr>
          <a:xfrm>
            <a:off x="545092" y="852705"/>
            <a:ext cx="11051162" cy="3444666"/>
          </a:xfrm>
          <a:prstGeom prst="rect">
            <a:avLst/>
          </a:prstGeom>
        </p:spPr>
        <p:txBody>
          <a:bodyPr anchor="b">
            <a:normAutofit/>
          </a:bodyPr>
          <a:lstStyle>
            <a:lvl1pPr marL="0" indent="0" algn="l" rtl="0" eaLnBrk="1" fontAlgn="base" hangingPunct="1">
              <a:lnSpc>
                <a:spcPct val="90000"/>
              </a:lnSpc>
              <a:spcBef>
                <a:spcPts val="1000"/>
              </a:spcBef>
              <a:spcAft>
                <a:spcPct val="0"/>
              </a:spcAft>
              <a:buFont typeface="Arial" panose="020B0604020202020204" pitchFamily="34" charset="0"/>
              <a:buNone/>
              <a:defRPr sz="1800" b="1" kern="1200">
                <a:solidFill>
                  <a:schemeClr val="tx2"/>
                </a:solidFill>
                <a:latin typeface="Montserrat" pitchFamily="2" charset="77"/>
                <a:ea typeface="+mn-ea"/>
                <a:cs typeface="+mn-cs"/>
              </a:defRPr>
            </a:lvl1pPr>
            <a:lvl2pPr marL="342900" indent="0" algn="l" rtl="0" eaLnBrk="1" fontAlgn="base" hangingPunct="1">
              <a:lnSpc>
                <a:spcPct val="90000"/>
              </a:lnSpc>
              <a:spcBef>
                <a:spcPts val="500"/>
              </a:spcBef>
              <a:spcAft>
                <a:spcPct val="0"/>
              </a:spcAft>
              <a:buFont typeface="Arial" panose="020B0604020202020204" pitchFamily="34" charset="0"/>
              <a:buNone/>
              <a:defRPr sz="1500" b="1" kern="1200">
                <a:solidFill>
                  <a:schemeClr val="tx1"/>
                </a:solidFill>
                <a:latin typeface="+mn-lt"/>
                <a:ea typeface="+mn-ea"/>
                <a:cs typeface="+mn-cs"/>
              </a:defRPr>
            </a:lvl2pPr>
            <a:lvl3pPr marL="685800" indent="0" algn="l" rtl="0" eaLnBrk="1" fontAlgn="base" hangingPunct="1">
              <a:lnSpc>
                <a:spcPct val="90000"/>
              </a:lnSpc>
              <a:spcBef>
                <a:spcPts val="500"/>
              </a:spcBef>
              <a:spcAft>
                <a:spcPct val="0"/>
              </a:spcAft>
              <a:buFont typeface="Arial" panose="020B0604020202020204" pitchFamily="34" charset="0"/>
              <a:buNone/>
              <a:defRPr sz="1350" b="1" kern="1200">
                <a:solidFill>
                  <a:schemeClr val="tx1"/>
                </a:solidFill>
                <a:latin typeface="+mn-lt"/>
                <a:ea typeface="+mn-ea"/>
                <a:cs typeface="+mn-cs"/>
              </a:defRPr>
            </a:lvl3pPr>
            <a:lvl4pPr marL="1028700" indent="0" algn="l" rtl="0" eaLnBrk="1" fontAlgn="base" hangingPunct="1">
              <a:lnSpc>
                <a:spcPct val="90000"/>
              </a:lnSpc>
              <a:spcBef>
                <a:spcPts val="500"/>
              </a:spcBef>
              <a:spcAft>
                <a:spcPct val="0"/>
              </a:spcAft>
              <a:buFont typeface="Arial" panose="020B0604020202020204" pitchFamily="34" charset="0"/>
              <a:buNone/>
              <a:defRPr sz="1200" b="1" kern="1200">
                <a:solidFill>
                  <a:schemeClr val="tx1"/>
                </a:solidFill>
                <a:latin typeface="+mn-lt"/>
                <a:ea typeface="+mn-ea"/>
                <a:cs typeface="+mn-cs"/>
              </a:defRPr>
            </a:lvl4pPr>
            <a:lvl5pPr marL="1371600" indent="0" algn="l" rtl="0" eaLnBrk="1" fontAlgn="base" hangingPunct="1">
              <a:lnSpc>
                <a:spcPct val="90000"/>
              </a:lnSpc>
              <a:spcBef>
                <a:spcPts val="500"/>
              </a:spcBef>
              <a:spcAft>
                <a:spcPct val="0"/>
              </a:spcAft>
              <a:buFont typeface="Arial" panose="020B0604020202020204" pitchFamily="34" charset="0"/>
              <a:buNone/>
              <a:defRPr sz="1200" b="1" kern="1200">
                <a:solidFill>
                  <a:schemeClr val="tx1"/>
                </a:solidFill>
                <a:latin typeface="+mn-lt"/>
                <a:ea typeface="+mn-ea"/>
                <a:cs typeface="+mn-cs"/>
              </a:defRPr>
            </a:lvl5pPr>
            <a:lvl6pPr marL="17145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6pPr>
            <a:lvl7pPr marL="20574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7pPr>
            <a:lvl8pPr marL="24003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8pPr>
            <a:lvl9pPr marL="27432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9pPr>
          </a:lstStyle>
          <a:p>
            <a:pPr algn="ctr">
              <a:defRPr/>
            </a:pPr>
            <a:endParaRPr lang="en-GB" sz="1400" b="0" noProof="0" dirty="0">
              <a:cs typeface="Arial"/>
            </a:endParaRPr>
          </a:p>
          <a:p>
            <a:pPr algn="ctr">
              <a:defRPr/>
            </a:pPr>
            <a:endParaRPr lang="en-GB" sz="1400" b="0" noProof="0" dirty="0">
              <a:cs typeface="Arial"/>
            </a:endParaRPr>
          </a:p>
          <a:p>
            <a:pPr algn="ctr">
              <a:defRPr/>
            </a:pPr>
            <a:r>
              <a:rPr lang="en-GB" sz="1400" b="0" noProof="0" dirty="0">
                <a:cs typeface="Arial"/>
              </a:rPr>
              <a:t>ISO22301 is the international standard for Business Continuity.</a:t>
            </a:r>
          </a:p>
          <a:p>
            <a:pPr algn="ctr">
              <a:defRPr/>
            </a:pPr>
            <a:r>
              <a:rPr lang="en-GB" sz="1400" b="0" noProof="0" dirty="0">
                <a:cs typeface="Arial"/>
              </a:rPr>
              <a:t>Business Continuity enables us to respond and recover from incidents with the least disruption to our business.</a:t>
            </a:r>
          </a:p>
          <a:p>
            <a:pPr algn="ctr">
              <a:defRPr/>
            </a:pPr>
            <a:r>
              <a:rPr lang="en-GB" sz="1400" b="0" noProof="0" dirty="0">
                <a:cs typeface="Arial"/>
              </a:rPr>
              <a:t>There can be many types of incidents that happen; it is impossible to predict every type of scenario that could occur and </a:t>
            </a:r>
          </a:p>
          <a:p>
            <a:pPr algn="ctr">
              <a:defRPr/>
            </a:pPr>
            <a:r>
              <a:rPr lang="en-GB" sz="1400" b="0" noProof="0" dirty="0">
                <a:cs typeface="Arial"/>
              </a:rPr>
              <a:t>the subsequent actions to take. </a:t>
            </a:r>
          </a:p>
          <a:p>
            <a:pPr algn="ctr">
              <a:defRPr/>
            </a:pPr>
            <a:r>
              <a:rPr lang="en-GB" sz="1400" b="0" noProof="0" dirty="0">
                <a:cs typeface="Arial"/>
              </a:rPr>
              <a:t>However, by defining a structured set of basic guidelines, it provides a consistent baseline for responding to any type of </a:t>
            </a:r>
          </a:p>
          <a:p>
            <a:pPr algn="ctr">
              <a:defRPr/>
            </a:pPr>
            <a:r>
              <a:rPr lang="en-GB" sz="1400" b="0" noProof="0" dirty="0">
                <a:cs typeface="Arial"/>
              </a:rPr>
              <a:t>crisis.</a:t>
            </a:r>
          </a:p>
          <a:p>
            <a:pPr algn="ctr">
              <a:defRPr/>
            </a:pPr>
            <a:endParaRPr lang="en-GB" sz="1400" b="0" noProof="0" dirty="0">
              <a:cs typeface="Arial"/>
            </a:endParaRPr>
          </a:p>
          <a:p>
            <a:endParaRPr lang="en-GB" noProof="0" dirty="0"/>
          </a:p>
        </p:txBody>
      </p:sp>
      <p:sp>
        <p:nvSpPr>
          <p:cNvPr id="4" name="Explosion: 8 Points 3">
            <a:extLst>
              <a:ext uri="{FF2B5EF4-FFF2-40B4-BE49-F238E27FC236}">
                <a16:creationId xmlns:a16="http://schemas.microsoft.com/office/drawing/2014/main" id="{E38CA285-8F86-6B7D-A16C-7F3F3C2B8BBF}"/>
              </a:ext>
            </a:extLst>
          </p:cNvPr>
          <p:cNvSpPr/>
          <p:nvPr/>
        </p:nvSpPr>
        <p:spPr>
          <a:xfrm>
            <a:off x="331104" y="4915996"/>
            <a:ext cx="1616363" cy="1258703"/>
          </a:xfrm>
          <a:prstGeom prst="irregularSeal1">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tx1"/>
                </a:solidFill>
              </a:rPr>
              <a:t>Fire</a:t>
            </a:r>
          </a:p>
        </p:txBody>
      </p:sp>
      <p:sp>
        <p:nvSpPr>
          <p:cNvPr id="5" name="Explosion: 8 Points 4">
            <a:extLst>
              <a:ext uri="{FF2B5EF4-FFF2-40B4-BE49-F238E27FC236}">
                <a16:creationId xmlns:a16="http://schemas.microsoft.com/office/drawing/2014/main" id="{45405CF0-23EF-4022-083A-2DD21A067442}"/>
              </a:ext>
            </a:extLst>
          </p:cNvPr>
          <p:cNvSpPr/>
          <p:nvPr/>
        </p:nvSpPr>
        <p:spPr>
          <a:xfrm>
            <a:off x="3046830" y="5382508"/>
            <a:ext cx="1616363" cy="1258703"/>
          </a:xfrm>
          <a:prstGeom prst="irregularSeal1">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Terrorist </a:t>
            </a:r>
          </a:p>
          <a:p>
            <a:pPr algn="ctr"/>
            <a:r>
              <a:rPr lang="en-GB" sz="1000" noProof="0" dirty="0"/>
              <a:t>incident</a:t>
            </a:r>
          </a:p>
        </p:txBody>
      </p:sp>
      <p:sp>
        <p:nvSpPr>
          <p:cNvPr id="6" name="Explosion: 8 Points 5">
            <a:extLst>
              <a:ext uri="{FF2B5EF4-FFF2-40B4-BE49-F238E27FC236}">
                <a16:creationId xmlns:a16="http://schemas.microsoft.com/office/drawing/2014/main" id="{B1698569-0ECD-0B75-0B27-C3088548B622}"/>
              </a:ext>
            </a:extLst>
          </p:cNvPr>
          <p:cNvSpPr/>
          <p:nvPr/>
        </p:nvSpPr>
        <p:spPr>
          <a:xfrm>
            <a:off x="3001294" y="3870425"/>
            <a:ext cx="1616363" cy="1258703"/>
          </a:xfrm>
          <a:prstGeom prst="irregularSeal1">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tx1"/>
                </a:solidFill>
              </a:rPr>
              <a:t>Natural</a:t>
            </a:r>
          </a:p>
          <a:p>
            <a:pPr algn="ctr"/>
            <a:r>
              <a:rPr lang="en-GB" sz="1000" noProof="0" dirty="0">
                <a:solidFill>
                  <a:schemeClr val="tx1"/>
                </a:solidFill>
              </a:rPr>
              <a:t>disasters</a:t>
            </a:r>
          </a:p>
        </p:txBody>
      </p:sp>
      <p:sp>
        <p:nvSpPr>
          <p:cNvPr id="7" name="Explosion: 8 Points 6">
            <a:extLst>
              <a:ext uri="{FF2B5EF4-FFF2-40B4-BE49-F238E27FC236}">
                <a16:creationId xmlns:a16="http://schemas.microsoft.com/office/drawing/2014/main" id="{08BC3B85-0A7F-01EA-C859-95D21E6E7D99}"/>
              </a:ext>
            </a:extLst>
          </p:cNvPr>
          <p:cNvSpPr/>
          <p:nvPr/>
        </p:nvSpPr>
        <p:spPr>
          <a:xfrm>
            <a:off x="7457623" y="3896674"/>
            <a:ext cx="1616363" cy="1258703"/>
          </a:xfrm>
          <a:prstGeom prst="irregularSeal1">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Supplier</a:t>
            </a:r>
          </a:p>
          <a:p>
            <a:pPr algn="ctr"/>
            <a:r>
              <a:rPr lang="en-GB" sz="1000" noProof="0" dirty="0"/>
              <a:t>disruptions</a:t>
            </a:r>
          </a:p>
        </p:txBody>
      </p:sp>
      <p:sp>
        <p:nvSpPr>
          <p:cNvPr id="8" name="Explosion: 8 Points 7">
            <a:extLst>
              <a:ext uri="{FF2B5EF4-FFF2-40B4-BE49-F238E27FC236}">
                <a16:creationId xmlns:a16="http://schemas.microsoft.com/office/drawing/2014/main" id="{0BC7248B-9892-9B70-E386-A355F13CBD8E}"/>
              </a:ext>
            </a:extLst>
          </p:cNvPr>
          <p:cNvSpPr/>
          <p:nvPr/>
        </p:nvSpPr>
        <p:spPr>
          <a:xfrm>
            <a:off x="9979892" y="5382508"/>
            <a:ext cx="1616363" cy="1258703"/>
          </a:xfrm>
          <a:prstGeom prst="irregularSeal1">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Power</a:t>
            </a:r>
          </a:p>
          <a:p>
            <a:pPr algn="ctr"/>
            <a:r>
              <a:rPr lang="en-GB" sz="1000" noProof="0" dirty="0"/>
              <a:t>outages</a:t>
            </a:r>
          </a:p>
        </p:txBody>
      </p:sp>
      <p:sp>
        <p:nvSpPr>
          <p:cNvPr id="9" name="Explosion: 8 Points 8">
            <a:extLst>
              <a:ext uri="{FF2B5EF4-FFF2-40B4-BE49-F238E27FC236}">
                <a16:creationId xmlns:a16="http://schemas.microsoft.com/office/drawing/2014/main" id="{2A869D88-B5A5-00C7-082A-41204E1D7167}"/>
              </a:ext>
            </a:extLst>
          </p:cNvPr>
          <p:cNvSpPr/>
          <p:nvPr/>
        </p:nvSpPr>
        <p:spPr>
          <a:xfrm>
            <a:off x="740096" y="3496534"/>
            <a:ext cx="1616363" cy="1258703"/>
          </a:xfrm>
          <a:prstGeom prst="irregularSeal1">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Cyber</a:t>
            </a:r>
          </a:p>
          <a:p>
            <a:pPr algn="ctr"/>
            <a:r>
              <a:rPr lang="en-GB" sz="1000" noProof="0" dirty="0"/>
              <a:t>attacks</a:t>
            </a:r>
          </a:p>
        </p:txBody>
      </p:sp>
      <p:sp>
        <p:nvSpPr>
          <p:cNvPr id="10" name="Explosion: 8 Points 9">
            <a:extLst>
              <a:ext uri="{FF2B5EF4-FFF2-40B4-BE49-F238E27FC236}">
                <a16:creationId xmlns:a16="http://schemas.microsoft.com/office/drawing/2014/main" id="{B8CA5CCF-EFE2-C7A6-EF79-FDF2391F9F86}"/>
              </a:ext>
            </a:extLst>
          </p:cNvPr>
          <p:cNvSpPr/>
          <p:nvPr/>
        </p:nvSpPr>
        <p:spPr>
          <a:xfrm>
            <a:off x="5544864" y="4981144"/>
            <a:ext cx="1616363" cy="1258703"/>
          </a:xfrm>
          <a:prstGeom prst="irregularSeal1">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tx1"/>
                </a:solidFill>
              </a:rPr>
              <a:t>Service</a:t>
            </a:r>
          </a:p>
          <a:p>
            <a:pPr algn="ctr"/>
            <a:r>
              <a:rPr lang="en-GB" sz="1000" noProof="0" dirty="0">
                <a:solidFill>
                  <a:schemeClr val="tx1"/>
                </a:solidFill>
              </a:rPr>
              <a:t>disruption</a:t>
            </a:r>
          </a:p>
        </p:txBody>
      </p:sp>
      <p:sp>
        <p:nvSpPr>
          <p:cNvPr id="11" name="Explosion: 8 Points 10">
            <a:extLst>
              <a:ext uri="{FF2B5EF4-FFF2-40B4-BE49-F238E27FC236}">
                <a16:creationId xmlns:a16="http://schemas.microsoft.com/office/drawing/2014/main" id="{A539192A-0451-2B38-B206-DF8705D6338A}"/>
              </a:ext>
            </a:extLst>
          </p:cNvPr>
          <p:cNvSpPr/>
          <p:nvPr/>
        </p:nvSpPr>
        <p:spPr>
          <a:xfrm>
            <a:off x="9526939" y="3896674"/>
            <a:ext cx="1616363" cy="1258703"/>
          </a:xfrm>
          <a:prstGeom prst="irregularSeal1">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tx1"/>
                </a:solidFill>
              </a:rPr>
              <a:t>Malicious</a:t>
            </a:r>
          </a:p>
          <a:p>
            <a:pPr algn="ctr"/>
            <a:r>
              <a:rPr lang="en-GB" sz="1000" noProof="0" dirty="0">
                <a:solidFill>
                  <a:schemeClr val="tx1"/>
                </a:solidFill>
              </a:rPr>
              <a:t>intent</a:t>
            </a:r>
          </a:p>
        </p:txBody>
      </p:sp>
      <p:sp>
        <p:nvSpPr>
          <p:cNvPr id="12" name="Explosion: 8 Points 11">
            <a:extLst>
              <a:ext uri="{FF2B5EF4-FFF2-40B4-BE49-F238E27FC236}">
                <a16:creationId xmlns:a16="http://schemas.microsoft.com/office/drawing/2014/main" id="{0DDF8448-F74B-6759-7534-5B996515A085}"/>
              </a:ext>
            </a:extLst>
          </p:cNvPr>
          <p:cNvSpPr/>
          <p:nvPr/>
        </p:nvSpPr>
        <p:spPr>
          <a:xfrm>
            <a:off x="7782652" y="5545347"/>
            <a:ext cx="1616363" cy="1258703"/>
          </a:xfrm>
          <a:prstGeom prst="irregularSeal1">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tx1"/>
                </a:solidFill>
              </a:rPr>
              <a:t>Pandemic</a:t>
            </a:r>
          </a:p>
        </p:txBody>
      </p:sp>
      <p:sp>
        <p:nvSpPr>
          <p:cNvPr id="13" name="Explosion: 8 Points 12">
            <a:extLst>
              <a:ext uri="{FF2B5EF4-FFF2-40B4-BE49-F238E27FC236}">
                <a16:creationId xmlns:a16="http://schemas.microsoft.com/office/drawing/2014/main" id="{EF58993E-416B-9A72-54BB-AA89780726DF}"/>
              </a:ext>
            </a:extLst>
          </p:cNvPr>
          <p:cNvSpPr/>
          <p:nvPr/>
        </p:nvSpPr>
        <p:spPr>
          <a:xfrm>
            <a:off x="5262492" y="3678437"/>
            <a:ext cx="1616363" cy="1258703"/>
          </a:xfrm>
          <a:prstGeom prst="irregularSeal1">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noProof="0" dirty="0"/>
              <a:t>Civil</a:t>
            </a:r>
          </a:p>
          <a:p>
            <a:pPr algn="ctr"/>
            <a:r>
              <a:rPr lang="en-GB" sz="1100" noProof="0" dirty="0"/>
              <a:t>unrest</a:t>
            </a:r>
          </a:p>
        </p:txBody>
      </p:sp>
    </p:spTree>
    <p:extLst>
      <p:ext uri="{BB962C8B-B14F-4D97-AF65-F5344CB8AC3E}">
        <p14:creationId xmlns:p14="http://schemas.microsoft.com/office/powerpoint/2010/main" val="2914492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25DFA-DEF6-6B47-B7DF-0D3BA09C2536}"/>
              </a:ext>
            </a:extLst>
          </p:cNvPr>
          <p:cNvSpPr>
            <a:spLocks noGrp="1"/>
          </p:cNvSpPr>
          <p:nvPr>
            <p:ph type="title"/>
          </p:nvPr>
        </p:nvSpPr>
        <p:spPr>
          <a:prstGeom prst="rect">
            <a:avLst/>
          </a:prstGeom>
        </p:spPr>
        <p:txBody>
          <a:bodyPr/>
          <a:lstStyle/>
          <a:p>
            <a:r>
              <a:rPr lang="en-GB" sz="2800" noProof="0" dirty="0"/>
              <a:t>Business Continuity Management System</a:t>
            </a:r>
          </a:p>
        </p:txBody>
      </p:sp>
      <p:grpSp>
        <p:nvGrpSpPr>
          <p:cNvPr id="3" name="Group 2">
            <a:extLst>
              <a:ext uri="{FF2B5EF4-FFF2-40B4-BE49-F238E27FC236}">
                <a16:creationId xmlns:a16="http://schemas.microsoft.com/office/drawing/2014/main" id="{3CD63555-EA94-952F-76CE-19040EFE6BA0}"/>
              </a:ext>
            </a:extLst>
          </p:cNvPr>
          <p:cNvGrpSpPr/>
          <p:nvPr/>
        </p:nvGrpSpPr>
        <p:grpSpPr>
          <a:xfrm>
            <a:off x="1839908" y="1060692"/>
            <a:ext cx="9749858" cy="620201"/>
            <a:chOff x="4531" y="811355"/>
            <a:chExt cx="2453654" cy="1472192"/>
          </a:xfrm>
        </p:grpSpPr>
        <p:sp>
          <p:nvSpPr>
            <p:cNvPr id="5" name="Rectangle 4">
              <a:extLst>
                <a:ext uri="{FF2B5EF4-FFF2-40B4-BE49-F238E27FC236}">
                  <a16:creationId xmlns:a16="http://schemas.microsoft.com/office/drawing/2014/main" id="{4461F4E0-D09E-AEF1-05DC-2C3607608676}"/>
                </a:ext>
              </a:extLst>
            </p:cNvPr>
            <p:cNvSpPr/>
            <p:nvPr/>
          </p:nvSpPr>
          <p:spPr>
            <a:xfrm>
              <a:off x="4531" y="811355"/>
              <a:ext cx="2453654" cy="1472192"/>
            </a:xfrm>
            <a:prstGeom prst="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GB" noProof="0" dirty="0"/>
            </a:p>
          </p:txBody>
        </p:sp>
        <p:sp>
          <p:nvSpPr>
            <p:cNvPr id="6" name="TextBox 5">
              <a:extLst>
                <a:ext uri="{FF2B5EF4-FFF2-40B4-BE49-F238E27FC236}">
                  <a16:creationId xmlns:a16="http://schemas.microsoft.com/office/drawing/2014/main" id="{7D5FB6F4-AE55-0507-1A37-8CEFB1F3B900}"/>
                </a:ext>
              </a:extLst>
            </p:cNvPr>
            <p:cNvSpPr txBox="1"/>
            <p:nvPr/>
          </p:nvSpPr>
          <p:spPr>
            <a:xfrm>
              <a:off x="4531" y="811355"/>
              <a:ext cx="2453654" cy="14721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000" b="1" noProof="0" dirty="0">
                  <a:solidFill>
                    <a:schemeClr val="bg1"/>
                  </a:solidFill>
                  <a:latin typeface="Montserrat" pitchFamily="2" charset="77"/>
                  <a:cs typeface="Arial"/>
                </a:rPr>
                <a:t>Emergency Response Plan (ERP) - </a:t>
              </a:r>
              <a:r>
                <a:rPr lang="en-GB" sz="1000" noProof="0" dirty="0">
                  <a:solidFill>
                    <a:schemeClr val="bg1"/>
                  </a:solidFill>
                  <a:latin typeface="Montserrat" pitchFamily="2" charset="77"/>
                  <a:cs typeface="Arial"/>
                </a:rPr>
                <a:t>Building evacuation guidelines</a:t>
              </a:r>
            </a:p>
          </p:txBody>
        </p:sp>
      </p:grpSp>
      <p:sp>
        <p:nvSpPr>
          <p:cNvPr id="29" name="Rectangle 2">
            <a:extLst>
              <a:ext uri="{FF2B5EF4-FFF2-40B4-BE49-F238E27FC236}">
                <a16:creationId xmlns:a16="http://schemas.microsoft.com/office/drawing/2014/main" id="{5C0B0529-D8BF-3CCB-128F-4C6A322AD863}"/>
              </a:ext>
            </a:extLst>
          </p:cNvPr>
          <p:cNvSpPr>
            <a:spLocks noChangeArrowheads="1"/>
          </p:cNvSpPr>
          <p:nvPr/>
        </p:nvSpPr>
        <p:spPr bwMode="auto">
          <a:xfrm>
            <a:off x="486078" y="5154407"/>
            <a:ext cx="5226508" cy="237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noProof="0" dirty="0"/>
          </a:p>
        </p:txBody>
      </p:sp>
      <p:sp>
        <p:nvSpPr>
          <p:cNvPr id="4" name="Content Placeholder 4">
            <a:extLst>
              <a:ext uri="{FF2B5EF4-FFF2-40B4-BE49-F238E27FC236}">
                <a16:creationId xmlns:a16="http://schemas.microsoft.com/office/drawing/2014/main" id="{F662DC3E-E485-CEBD-6B42-97894FF0528F}"/>
              </a:ext>
            </a:extLst>
          </p:cNvPr>
          <p:cNvSpPr txBox="1">
            <a:spLocks/>
          </p:cNvSpPr>
          <p:nvPr/>
        </p:nvSpPr>
        <p:spPr>
          <a:xfrm>
            <a:off x="52906" y="3848003"/>
            <a:ext cx="1852297" cy="856473"/>
          </a:xfrm>
          <a:prstGeom prst="rect">
            <a:avLst/>
          </a:prstGeom>
        </p:spPr>
        <p:txBody>
          <a:bodyPr anchor="b">
            <a:noAutofit/>
          </a:bodyPr>
          <a:lstStyle>
            <a:lvl1pPr marL="0" indent="0" algn="l" rtl="0" eaLnBrk="1" fontAlgn="base" hangingPunct="1">
              <a:lnSpc>
                <a:spcPct val="90000"/>
              </a:lnSpc>
              <a:spcBef>
                <a:spcPts val="1000"/>
              </a:spcBef>
              <a:spcAft>
                <a:spcPct val="0"/>
              </a:spcAft>
              <a:buFont typeface="Arial" panose="020B0604020202020204" pitchFamily="34" charset="0"/>
              <a:buNone/>
              <a:defRPr sz="1800" b="1" kern="1200">
                <a:solidFill>
                  <a:schemeClr val="tx2"/>
                </a:solidFill>
                <a:latin typeface="Montserrat" pitchFamily="2" charset="77"/>
                <a:ea typeface="+mn-ea"/>
                <a:cs typeface="+mn-cs"/>
              </a:defRPr>
            </a:lvl1pPr>
            <a:lvl2pPr marL="342900" indent="0" algn="l" rtl="0" eaLnBrk="1" fontAlgn="base" hangingPunct="1">
              <a:lnSpc>
                <a:spcPct val="90000"/>
              </a:lnSpc>
              <a:spcBef>
                <a:spcPts val="500"/>
              </a:spcBef>
              <a:spcAft>
                <a:spcPct val="0"/>
              </a:spcAft>
              <a:buFont typeface="Arial" panose="020B0604020202020204" pitchFamily="34" charset="0"/>
              <a:buNone/>
              <a:defRPr sz="1500" b="1" kern="1200">
                <a:solidFill>
                  <a:schemeClr val="tx1"/>
                </a:solidFill>
                <a:latin typeface="+mn-lt"/>
                <a:ea typeface="+mn-ea"/>
                <a:cs typeface="+mn-cs"/>
              </a:defRPr>
            </a:lvl2pPr>
            <a:lvl3pPr marL="685800" indent="0" algn="l" rtl="0" eaLnBrk="1" fontAlgn="base" hangingPunct="1">
              <a:lnSpc>
                <a:spcPct val="90000"/>
              </a:lnSpc>
              <a:spcBef>
                <a:spcPts val="500"/>
              </a:spcBef>
              <a:spcAft>
                <a:spcPct val="0"/>
              </a:spcAft>
              <a:buFont typeface="Arial" panose="020B0604020202020204" pitchFamily="34" charset="0"/>
              <a:buNone/>
              <a:defRPr sz="1350" b="1" kern="1200">
                <a:solidFill>
                  <a:schemeClr val="tx1"/>
                </a:solidFill>
                <a:latin typeface="+mn-lt"/>
                <a:ea typeface="+mn-ea"/>
                <a:cs typeface="+mn-cs"/>
              </a:defRPr>
            </a:lvl3pPr>
            <a:lvl4pPr marL="1028700" indent="0" algn="l" rtl="0" eaLnBrk="1" fontAlgn="base" hangingPunct="1">
              <a:lnSpc>
                <a:spcPct val="90000"/>
              </a:lnSpc>
              <a:spcBef>
                <a:spcPts val="500"/>
              </a:spcBef>
              <a:spcAft>
                <a:spcPct val="0"/>
              </a:spcAft>
              <a:buFont typeface="Arial" panose="020B0604020202020204" pitchFamily="34" charset="0"/>
              <a:buNone/>
              <a:defRPr sz="1200" b="1" kern="1200">
                <a:solidFill>
                  <a:schemeClr val="tx1"/>
                </a:solidFill>
                <a:latin typeface="+mn-lt"/>
                <a:ea typeface="+mn-ea"/>
                <a:cs typeface="+mn-cs"/>
              </a:defRPr>
            </a:lvl4pPr>
            <a:lvl5pPr marL="1371600" indent="0" algn="l" rtl="0" eaLnBrk="1" fontAlgn="base" hangingPunct="1">
              <a:lnSpc>
                <a:spcPct val="90000"/>
              </a:lnSpc>
              <a:spcBef>
                <a:spcPts val="500"/>
              </a:spcBef>
              <a:spcAft>
                <a:spcPct val="0"/>
              </a:spcAft>
              <a:buFont typeface="Arial" panose="020B0604020202020204" pitchFamily="34" charset="0"/>
              <a:buNone/>
              <a:defRPr sz="1200" b="1" kern="1200">
                <a:solidFill>
                  <a:schemeClr val="tx1"/>
                </a:solidFill>
                <a:latin typeface="+mn-lt"/>
                <a:ea typeface="+mn-ea"/>
                <a:cs typeface="+mn-cs"/>
              </a:defRPr>
            </a:lvl5pPr>
            <a:lvl6pPr marL="17145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6pPr>
            <a:lvl7pPr marL="20574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7pPr>
            <a:lvl8pPr marL="24003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8pPr>
            <a:lvl9pPr marL="27432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9pPr>
          </a:lstStyle>
          <a:p>
            <a:pPr marL="0" lvl="1" algn="ctr"/>
            <a:endParaRPr lang="en-GB" sz="1400" b="0" noProof="0" dirty="0">
              <a:solidFill>
                <a:schemeClr val="tx2"/>
              </a:solidFill>
              <a:latin typeface="Montserrat" pitchFamily="2" charset="77"/>
            </a:endParaRPr>
          </a:p>
          <a:p>
            <a:pPr marL="285750" lvl="1" indent="-285750" algn="ctr">
              <a:buFont typeface="Arial" panose="020B0604020202020204" pitchFamily="34" charset="0"/>
              <a:buChar char="•"/>
            </a:pPr>
            <a:endParaRPr lang="en-GB" sz="1400" b="0" noProof="0" dirty="0">
              <a:solidFill>
                <a:schemeClr val="tx2"/>
              </a:solidFill>
              <a:highlight>
                <a:srgbClr val="FFFF00"/>
              </a:highlight>
              <a:latin typeface="Montserrat" pitchFamily="2" charset="77"/>
            </a:endParaRPr>
          </a:p>
          <a:p>
            <a:pPr marL="0" lvl="1" algn="ctr"/>
            <a:r>
              <a:rPr lang="en-GB" sz="1400" b="0" noProof="0" dirty="0">
                <a:solidFill>
                  <a:schemeClr val="tx2"/>
                </a:solidFill>
                <a:latin typeface="Montserrat" pitchFamily="2" charset="77"/>
              </a:rPr>
              <a:t>The Business </a:t>
            </a:r>
          </a:p>
          <a:p>
            <a:pPr marL="0" lvl="1" algn="ctr"/>
            <a:r>
              <a:rPr lang="en-GB" sz="1400" b="0" noProof="0" dirty="0">
                <a:solidFill>
                  <a:schemeClr val="tx2"/>
                </a:solidFill>
                <a:latin typeface="Montserrat" pitchFamily="2" charset="77"/>
              </a:rPr>
              <a:t>Continuity </a:t>
            </a:r>
          </a:p>
          <a:p>
            <a:pPr marL="0" lvl="1" algn="ctr"/>
            <a:r>
              <a:rPr lang="en-GB" sz="1400" b="0" noProof="0" dirty="0">
                <a:solidFill>
                  <a:schemeClr val="tx2"/>
                </a:solidFill>
                <a:latin typeface="Montserrat" pitchFamily="2" charset="77"/>
              </a:rPr>
              <a:t>Management </a:t>
            </a:r>
          </a:p>
          <a:p>
            <a:pPr marL="0" lvl="1" algn="ctr"/>
            <a:r>
              <a:rPr lang="en-GB" sz="1400" b="0" noProof="0" dirty="0">
                <a:solidFill>
                  <a:schemeClr val="tx2"/>
                </a:solidFill>
                <a:latin typeface="Montserrat" pitchFamily="2" charset="77"/>
              </a:rPr>
              <a:t>System (BCMS) </a:t>
            </a:r>
          </a:p>
          <a:p>
            <a:pPr marL="0" lvl="1" algn="ctr"/>
            <a:r>
              <a:rPr lang="en-GB" sz="1400" b="0" noProof="0" dirty="0">
                <a:solidFill>
                  <a:schemeClr val="tx2"/>
                </a:solidFill>
                <a:latin typeface="Montserrat" pitchFamily="2" charset="77"/>
              </a:rPr>
              <a:t>consists of:</a:t>
            </a:r>
          </a:p>
          <a:p>
            <a:pPr marL="285750" lvl="1" indent="-285750" algn="ctr">
              <a:buFont typeface="Arial" panose="020B0604020202020204" pitchFamily="34" charset="0"/>
              <a:buChar char="•"/>
            </a:pPr>
            <a:endParaRPr lang="en-GB" sz="1400" b="0" noProof="0" dirty="0">
              <a:solidFill>
                <a:schemeClr val="tx2"/>
              </a:solidFill>
              <a:latin typeface="Montserrat" pitchFamily="2" charset="77"/>
            </a:endParaRPr>
          </a:p>
        </p:txBody>
      </p:sp>
      <p:grpSp>
        <p:nvGrpSpPr>
          <p:cNvPr id="25" name="Group 24">
            <a:extLst>
              <a:ext uri="{FF2B5EF4-FFF2-40B4-BE49-F238E27FC236}">
                <a16:creationId xmlns:a16="http://schemas.microsoft.com/office/drawing/2014/main" id="{3F4F82D7-29BC-0727-EBD7-85EB949D05D3}"/>
              </a:ext>
            </a:extLst>
          </p:cNvPr>
          <p:cNvGrpSpPr/>
          <p:nvPr/>
        </p:nvGrpSpPr>
        <p:grpSpPr>
          <a:xfrm>
            <a:off x="1839908" y="1688073"/>
            <a:ext cx="9749858" cy="616765"/>
            <a:chOff x="4531" y="811355"/>
            <a:chExt cx="2453654" cy="1472192"/>
          </a:xfrm>
        </p:grpSpPr>
        <p:sp>
          <p:nvSpPr>
            <p:cNvPr id="26" name="Rectangle 25">
              <a:extLst>
                <a:ext uri="{FF2B5EF4-FFF2-40B4-BE49-F238E27FC236}">
                  <a16:creationId xmlns:a16="http://schemas.microsoft.com/office/drawing/2014/main" id="{2E632AA9-26C8-58EA-0D77-71A5D66F2746}"/>
                </a:ext>
              </a:extLst>
            </p:cNvPr>
            <p:cNvSpPr/>
            <p:nvPr/>
          </p:nvSpPr>
          <p:spPr>
            <a:xfrm>
              <a:off x="4531" y="811355"/>
              <a:ext cx="2453654" cy="1472192"/>
            </a:xfrm>
            <a:prstGeom prst="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GB" noProof="0" dirty="0"/>
            </a:p>
          </p:txBody>
        </p:sp>
        <p:sp>
          <p:nvSpPr>
            <p:cNvPr id="27" name="TextBox 26">
              <a:extLst>
                <a:ext uri="{FF2B5EF4-FFF2-40B4-BE49-F238E27FC236}">
                  <a16:creationId xmlns:a16="http://schemas.microsoft.com/office/drawing/2014/main" id="{886ACBA1-5AC5-45D8-618D-222D4DF479DB}"/>
                </a:ext>
              </a:extLst>
            </p:cNvPr>
            <p:cNvSpPr txBox="1"/>
            <p:nvPr/>
          </p:nvSpPr>
          <p:spPr>
            <a:xfrm>
              <a:off x="4531" y="811355"/>
              <a:ext cx="2453654" cy="14721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000" b="1" noProof="0" dirty="0">
                  <a:solidFill>
                    <a:schemeClr val="bg1"/>
                  </a:solidFill>
                  <a:latin typeface="Montserrat" pitchFamily="2" charset="77"/>
                  <a:cs typeface="Arial"/>
                </a:rPr>
                <a:t>Crisis Response Team (CRT) – </a:t>
              </a:r>
              <a:r>
                <a:rPr lang="en-GB" sz="1000" noProof="0" dirty="0">
                  <a:solidFill>
                    <a:schemeClr val="bg1"/>
                  </a:solidFill>
                  <a:latin typeface="Montserrat" pitchFamily="2" charset="77"/>
                  <a:cs typeface="Arial"/>
                </a:rPr>
                <a:t>consists of Crisis Leader, Crisis Coordinator, Managers and Subject Matter Experts that manage an incident</a:t>
              </a:r>
            </a:p>
          </p:txBody>
        </p:sp>
      </p:grpSp>
      <p:grpSp>
        <p:nvGrpSpPr>
          <p:cNvPr id="28" name="Group 27">
            <a:extLst>
              <a:ext uri="{FF2B5EF4-FFF2-40B4-BE49-F238E27FC236}">
                <a16:creationId xmlns:a16="http://schemas.microsoft.com/office/drawing/2014/main" id="{2E4F1747-BC86-A865-81B6-E72B16570CF9}"/>
              </a:ext>
            </a:extLst>
          </p:cNvPr>
          <p:cNvGrpSpPr/>
          <p:nvPr/>
        </p:nvGrpSpPr>
        <p:grpSpPr>
          <a:xfrm>
            <a:off x="1839908" y="2312018"/>
            <a:ext cx="9749858" cy="607802"/>
            <a:chOff x="4531" y="811355"/>
            <a:chExt cx="2453654" cy="1472192"/>
          </a:xfrm>
        </p:grpSpPr>
        <p:sp>
          <p:nvSpPr>
            <p:cNvPr id="31" name="Rectangle 30">
              <a:extLst>
                <a:ext uri="{FF2B5EF4-FFF2-40B4-BE49-F238E27FC236}">
                  <a16:creationId xmlns:a16="http://schemas.microsoft.com/office/drawing/2014/main" id="{08F749ED-B3F8-E88B-A351-1E6209ABEE38}"/>
                </a:ext>
              </a:extLst>
            </p:cNvPr>
            <p:cNvSpPr/>
            <p:nvPr/>
          </p:nvSpPr>
          <p:spPr>
            <a:xfrm>
              <a:off x="4531" y="811355"/>
              <a:ext cx="2453654" cy="1472192"/>
            </a:xfrm>
            <a:prstGeom prst="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GB" noProof="0" dirty="0"/>
            </a:p>
          </p:txBody>
        </p:sp>
        <p:sp>
          <p:nvSpPr>
            <p:cNvPr id="33" name="TextBox 32">
              <a:extLst>
                <a:ext uri="{FF2B5EF4-FFF2-40B4-BE49-F238E27FC236}">
                  <a16:creationId xmlns:a16="http://schemas.microsoft.com/office/drawing/2014/main" id="{C63A3717-BE58-1278-4394-851A3EEA0A76}"/>
                </a:ext>
              </a:extLst>
            </p:cNvPr>
            <p:cNvSpPr txBox="1"/>
            <p:nvPr/>
          </p:nvSpPr>
          <p:spPr>
            <a:xfrm>
              <a:off x="4531" y="811355"/>
              <a:ext cx="2453654" cy="14721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000" b="1" noProof="0" dirty="0">
                  <a:solidFill>
                    <a:schemeClr val="bg1"/>
                  </a:solidFill>
                  <a:latin typeface="Montserrat" pitchFamily="2" charset="77"/>
                  <a:cs typeface="Arial"/>
                </a:rPr>
                <a:t>Crisis Management Plan (CMP) – </a:t>
              </a:r>
              <a:r>
                <a:rPr lang="en-GB" sz="1000" noProof="0" dirty="0">
                  <a:solidFill>
                    <a:schemeClr val="bg1"/>
                  </a:solidFill>
                  <a:latin typeface="Montserrat" pitchFamily="2" charset="77"/>
                  <a:cs typeface="Arial"/>
                </a:rPr>
                <a:t>activation guidelines and process steps for the Crisis Response Team</a:t>
              </a:r>
            </a:p>
          </p:txBody>
        </p:sp>
      </p:grpSp>
      <p:grpSp>
        <p:nvGrpSpPr>
          <p:cNvPr id="35" name="Group 34">
            <a:extLst>
              <a:ext uri="{FF2B5EF4-FFF2-40B4-BE49-F238E27FC236}">
                <a16:creationId xmlns:a16="http://schemas.microsoft.com/office/drawing/2014/main" id="{DBE6DB99-63AD-0099-C30C-D5FB7DFD2987}"/>
              </a:ext>
            </a:extLst>
          </p:cNvPr>
          <p:cNvGrpSpPr/>
          <p:nvPr/>
        </p:nvGrpSpPr>
        <p:grpSpPr>
          <a:xfrm>
            <a:off x="1839908" y="2927000"/>
            <a:ext cx="9749858" cy="607802"/>
            <a:chOff x="4531" y="811355"/>
            <a:chExt cx="2453654" cy="1472192"/>
          </a:xfrm>
        </p:grpSpPr>
        <p:sp>
          <p:nvSpPr>
            <p:cNvPr id="37" name="Rectangle 36">
              <a:extLst>
                <a:ext uri="{FF2B5EF4-FFF2-40B4-BE49-F238E27FC236}">
                  <a16:creationId xmlns:a16="http://schemas.microsoft.com/office/drawing/2014/main" id="{4EE73295-CAE2-51AE-4F08-E4DC0F20513B}"/>
                </a:ext>
              </a:extLst>
            </p:cNvPr>
            <p:cNvSpPr/>
            <p:nvPr/>
          </p:nvSpPr>
          <p:spPr>
            <a:xfrm>
              <a:off x="4531" y="811355"/>
              <a:ext cx="2453654" cy="1472192"/>
            </a:xfrm>
            <a:prstGeom prst="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GB" noProof="0" dirty="0"/>
            </a:p>
          </p:txBody>
        </p:sp>
        <p:sp>
          <p:nvSpPr>
            <p:cNvPr id="39" name="TextBox 38">
              <a:extLst>
                <a:ext uri="{FF2B5EF4-FFF2-40B4-BE49-F238E27FC236}">
                  <a16:creationId xmlns:a16="http://schemas.microsoft.com/office/drawing/2014/main" id="{F3590600-1A9E-D952-BD90-040B0E0BD223}"/>
                </a:ext>
              </a:extLst>
            </p:cNvPr>
            <p:cNvSpPr txBox="1"/>
            <p:nvPr/>
          </p:nvSpPr>
          <p:spPr>
            <a:xfrm>
              <a:off x="4531" y="811355"/>
              <a:ext cx="2453654" cy="14721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000" b="1" noProof="0" dirty="0">
                  <a:solidFill>
                    <a:schemeClr val="bg1"/>
                  </a:solidFill>
                  <a:latin typeface="Montserrat" pitchFamily="2" charset="77"/>
                  <a:cs typeface="Arial"/>
                </a:rPr>
                <a:t>Business Continuity Plan (BCP) – </a:t>
              </a:r>
              <a:r>
                <a:rPr lang="en-GB" sz="1000" noProof="0" dirty="0">
                  <a:solidFill>
                    <a:schemeClr val="bg1"/>
                  </a:solidFill>
                  <a:latin typeface="Montserrat" pitchFamily="2" charset="77"/>
                  <a:cs typeface="Arial"/>
                </a:rPr>
                <a:t>plan to guide us to respond, recover and restore from an incident</a:t>
              </a:r>
            </a:p>
          </p:txBody>
        </p:sp>
      </p:grpSp>
      <p:grpSp>
        <p:nvGrpSpPr>
          <p:cNvPr id="41" name="Group 40">
            <a:extLst>
              <a:ext uri="{FF2B5EF4-FFF2-40B4-BE49-F238E27FC236}">
                <a16:creationId xmlns:a16="http://schemas.microsoft.com/office/drawing/2014/main" id="{FF8F26EE-F4A9-1FD6-5442-238BA1C2FFA7}"/>
              </a:ext>
            </a:extLst>
          </p:cNvPr>
          <p:cNvGrpSpPr/>
          <p:nvPr/>
        </p:nvGrpSpPr>
        <p:grpSpPr>
          <a:xfrm>
            <a:off x="1839908" y="3534802"/>
            <a:ext cx="9749858" cy="607802"/>
            <a:chOff x="4531" y="811355"/>
            <a:chExt cx="2453654" cy="1472192"/>
          </a:xfrm>
        </p:grpSpPr>
        <p:sp>
          <p:nvSpPr>
            <p:cNvPr id="43" name="Rectangle 42">
              <a:extLst>
                <a:ext uri="{FF2B5EF4-FFF2-40B4-BE49-F238E27FC236}">
                  <a16:creationId xmlns:a16="http://schemas.microsoft.com/office/drawing/2014/main" id="{3669770B-6012-0C2D-CC41-93E38AC85E20}"/>
                </a:ext>
              </a:extLst>
            </p:cNvPr>
            <p:cNvSpPr/>
            <p:nvPr/>
          </p:nvSpPr>
          <p:spPr>
            <a:xfrm>
              <a:off x="4531" y="811355"/>
              <a:ext cx="2453654" cy="1472192"/>
            </a:xfrm>
            <a:prstGeom prst="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GB" noProof="0" dirty="0"/>
            </a:p>
          </p:txBody>
        </p:sp>
        <p:sp>
          <p:nvSpPr>
            <p:cNvPr id="44" name="TextBox 43">
              <a:extLst>
                <a:ext uri="{FF2B5EF4-FFF2-40B4-BE49-F238E27FC236}">
                  <a16:creationId xmlns:a16="http://schemas.microsoft.com/office/drawing/2014/main" id="{DBA782C0-F39B-18C2-9605-992AF13E2600}"/>
                </a:ext>
              </a:extLst>
            </p:cNvPr>
            <p:cNvSpPr txBox="1"/>
            <p:nvPr/>
          </p:nvSpPr>
          <p:spPr>
            <a:xfrm>
              <a:off x="4531" y="811355"/>
              <a:ext cx="2453654" cy="14721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000" b="1" noProof="0" dirty="0">
                  <a:solidFill>
                    <a:schemeClr val="bg1"/>
                  </a:solidFill>
                  <a:latin typeface="Montserrat" pitchFamily="2" charset="77"/>
                  <a:cs typeface="Arial"/>
                </a:rPr>
                <a:t>Business Impact Analysis (BIA) – </a:t>
              </a:r>
              <a:r>
                <a:rPr lang="en-GB" sz="1000" noProof="0" dirty="0">
                  <a:solidFill>
                    <a:schemeClr val="bg1"/>
                  </a:solidFill>
                  <a:latin typeface="Montserrat" pitchFamily="2" charset="77"/>
                  <a:cs typeface="Arial"/>
                </a:rPr>
                <a:t>document that analysis the impact over a period of time disruptions to our teams </a:t>
              </a:r>
            </a:p>
          </p:txBody>
        </p:sp>
      </p:grpSp>
      <p:grpSp>
        <p:nvGrpSpPr>
          <p:cNvPr id="45" name="Group 44">
            <a:extLst>
              <a:ext uri="{FF2B5EF4-FFF2-40B4-BE49-F238E27FC236}">
                <a16:creationId xmlns:a16="http://schemas.microsoft.com/office/drawing/2014/main" id="{B584C48C-B5B1-88F0-8E82-43675930AB0C}"/>
              </a:ext>
            </a:extLst>
          </p:cNvPr>
          <p:cNvGrpSpPr/>
          <p:nvPr/>
        </p:nvGrpSpPr>
        <p:grpSpPr>
          <a:xfrm>
            <a:off x="1839908" y="4141949"/>
            <a:ext cx="9749858" cy="607802"/>
            <a:chOff x="4531" y="811355"/>
            <a:chExt cx="2453654" cy="1472192"/>
          </a:xfrm>
        </p:grpSpPr>
        <p:sp>
          <p:nvSpPr>
            <p:cNvPr id="46" name="Rectangle 45">
              <a:extLst>
                <a:ext uri="{FF2B5EF4-FFF2-40B4-BE49-F238E27FC236}">
                  <a16:creationId xmlns:a16="http://schemas.microsoft.com/office/drawing/2014/main" id="{5858BF14-FAAD-CD65-79D3-61F2AA242C14}"/>
                </a:ext>
              </a:extLst>
            </p:cNvPr>
            <p:cNvSpPr/>
            <p:nvPr/>
          </p:nvSpPr>
          <p:spPr>
            <a:xfrm>
              <a:off x="4531" y="811355"/>
              <a:ext cx="2453654" cy="1472192"/>
            </a:xfrm>
            <a:prstGeom prst="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GB" noProof="0" dirty="0"/>
            </a:p>
          </p:txBody>
        </p:sp>
        <p:sp>
          <p:nvSpPr>
            <p:cNvPr id="47" name="TextBox 46">
              <a:extLst>
                <a:ext uri="{FF2B5EF4-FFF2-40B4-BE49-F238E27FC236}">
                  <a16:creationId xmlns:a16="http://schemas.microsoft.com/office/drawing/2014/main" id="{48900A38-0B07-393D-CF19-DE17DE2C1712}"/>
                </a:ext>
              </a:extLst>
            </p:cNvPr>
            <p:cNvSpPr txBox="1"/>
            <p:nvPr/>
          </p:nvSpPr>
          <p:spPr>
            <a:xfrm>
              <a:off x="4531" y="811355"/>
              <a:ext cx="2453654" cy="14721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000" b="1" noProof="0" dirty="0">
                  <a:solidFill>
                    <a:schemeClr val="bg1"/>
                  </a:solidFill>
                  <a:latin typeface="Montserrat" pitchFamily="2" charset="77"/>
                  <a:cs typeface="Arial"/>
                </a:rPr>
                <a:t>Tabletop Exercise – </a:t>
              </a:r>
              <a:r>
                <a:rPr lang="en-GB" sz="1000" noProof="0" dirty="0">
                  <a:solidFill>
                    <a:schemeClr val="bg1"/>
                  </a:solidFill>
                  <a:latin typeface="Montserrat" pitchFamily="2" charset="77"/>
                  <a:cs typeface="Arial"/>
                </a:rPr>
                <a:t>chance for our CRT to come together and test our plans, procedures and identify any continual improvement opportunity</a:t>
              </a:r>
            </a:p>
          </p:txBody>
        </p:sp>
      </p:grpSp>
      <p:grpSp>
        <p:nvGrpSpPr>
          <p:cNvPr id="48" name="Group 47">
            <a:extLst>
              <a:ext uri="{FF2B5EF4-FFF2-40B4-BE49-F238E27FC236}">
                <a16:creationId xmlns:a16="http://schemas.microsoft.com/office/drawing/2014/main" id="{62DB6C80-A5D7-AA82-1852-CE2FEC095B91}"/>
              </a:ext>
            </a:extLst>
          </p:cNvPr>
          <p:cNvGrpSpPr/>
          <p:nvPr/>
        </p:nvGrpSpPr>
        <p:grpSpPr>
          <a:xfrm>
            <a:off x="1839908" y="5364207"/>
            <a:ext cx="9749858" cy="607802"/>
            <a:chOff x="4531" y="811355"/>
            <a:chExt cx="2453654" cy="1472192"/>
          </a:xfrm>
        </p:grpSpPr>
        <p:sp>
          <p:nvSpPr>
            <p:cNvPr id="49" name="Rectangle 48">
              <a:extLst>
                <a:ext uri="{FF2B5EF4-FFF2-40B4-BE49-F238E27FC236}">
                  <a16:creationId xmlns:a16="http://schemas.microsoft.com/office/drawing/2014/main" id="{AB6AFA49-D370-538A-2C94-4AB50B97031D}"/>
                </a:ext>
              </a:extLst>
            </p:cNvPr>
            <p:cNvSpPr/>
            <p:nvPr/>
          </p:nvSpPr>
          <p:spPr>
            <a:xfrm>
              <a:off x="4531" y="811355"/>
              <a:ext cx="2453654" cy="1472192"/>
            </a:xfrm>
            <a:prstGeom prst="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GB" noProof="0" dirty="0"/>
            </a:p>
          </p:txBody>
        </p:sp>
        <p:sp>
          <p:nvSpPr>
            <p:cNvPr id="50" name="TextBox 49">
              <a:extLst>
                <a:ext uri="{FF2B5EF4-FFF2-40B4-BE49-F238E27FC236}">
                  <a16:creationId xmlns:a16="http://schemas.microsoft.com/office/drawing/2014/main" id="{67BF0F6E-D3B5-6AC7-CD9C-E05C36A99F54}"/>
                </a:ext>
              </a:extLst>
            </p:cNvPr>
            <p:cNvSpPr txBox="1"/>
            <p:nvPr/>
          </p:nvSpPr>
          <p:spPr>
            <a:xfrm>
              <a:off x="4531" y="811355"/>
              <a:ext cx="2453654" cy="14721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000" b="1" noProof="0" dirty="0">
                  <a:solidFill>
                    <a:schemeClr val="bg1"/>
                  </a:solidFill>
                  <a:latin typeface="Montserrat" pitchFamily="2" charset="77"/>
                  <a:cs typeface="Arial"/>
                </a:rPr>
                <a:t>Business Continuity Policy – </a:t>
              </a:r>
              <a:r>
                <a:rPr lang="en-GB" sz="1000" noProof="0" dirty="0">
                  <a:solidFill>
                    <a:schemeClr val="bg1"/>
                  </a:solidFill>
                  <a:latin typeface="Montserrat" pitchFamily="2" charset="77"/>
                  <a:cs typeface="Arial"/>
                </a:rPr>
                <a:t>guideline of the BCMS </a:t>
              </a:r>
            </a:p>
          </p:txBody>
        </p:sp>
      </p:grpSp>
      <p:grpSp>
        <p:nvGrpSpPr>
          <p:cNvPr id="7" name="Group 6">
            <a:extLst>
              <a:ext uri="{FF2B5EF4-FFF2-40B4-BE49-F238E27FC236}">
                <a16:creationId xmlns:a16="http://schemas.microsoft.com/office/drawing/2014/main" id="{69F22FDA-495B-2277-81C4-052FA100EAFF}"/>
              </a:ext>
            </a:extLst>
          </p:cNvPr>
          <p:cNvGrpSpPr/>
          <p:nvPr/>
        </p:nvGrpSpPr>
        <p:grpSpPr>
          <a:xfrm>
            <a:off x="1839908" y="4749096"/>
            <a:ext cx="9749858" cy="607802"/>
            <a:chOff x="4531" y="811355"/>
            <a:chExt cx="2453654" cy="1472192"/>
          </a:xfrm>
        </p:grpSpPr>
        <p:sp>
          <p:nvSpPr>
            <p:cNvPr id="8" name="Rectangle 7">
              <a:extLst>
                <a:ext uri="{FF2B5EF4-FFF2-40B4-BE49-F238E27FC236}">
                  <a16:creationId xmlns:a16="http://schemas.microsoft.com/office/drawing/2014/main" id="{A6343EAF-F437-171A-BBCE-1F8D984FDB43}"/>
                </a:ext>
              </a:extLst>
            </p:cNvPr>
            <p:cNvSpPr/>
            <p:nvPr/>
          </p:nvSpPr>
          <p:spPr>
            <a:xfrm>
              <a:off x="4531" y="811355"/>
              <a:ext cx="2453654" cy="1472192"/>
            </a:xfrm>
            <a:prstGeom prst="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GB" noProof="0" dirty="0"/>
            </a:p>
          </p:txBody>
        </p:sp>
        <p:sp>
          <p:nvSpPr>
            <p:cNvPr id="9" name="TextBox 8">
              <a:extLst>
                <a:ext uri="{FF2B5EF4-FFF2-40B4-BE49-F238E27FC236}">
                  <a16:creationId xmlns:a16="http://schemas.microsoft.com/office/drawing/2014/main" id="{D1A28DF8-05E8-AE3B-D357-42E23A1FEA13}"/>
                </a:ext>
              </a:extLst>
            </p:cNvPr>
            <p:cNvSpPr txBox="1"/>
            <p:nvPr/>
          </p:nvSpPr>
          <p:spPr>
            <a:xfrm>
              <a:off x="4531" y="811355"/>
              <a:ext cx="2453654" cy="14721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000" b="1" noProof="0" dirty="0">
                  <a:solidFill>
                    <a:schemeClr val="bg1"/>
                  </a:solidFill>
                  <a:latin typeface="Montserrat" pitchFamily="2" charset="77"/>
                  <a:cs typeface="Arial"/>
                </a:rPr>
                <a:t>Risk Assessment – </a:t>
              </a:r>
              <a:r>
                <a:rPr lang="en-GB" sz="1000" noProof="0" dirty="0">
                  <a:solidFill>
                    <a:schemeClr val="bg1"/>
                  </a:solidFill>
                  <a:latin typeface="Montserrat" pitchFamily="2" charset="77"/>
                  <a:cs typeface="Arial"/>
                </a:rPr>
                <a:t>risks that affect our buildings, people and services </a:t>
              </a:r>
            </a:p>
          </p:txBody>
        </p:sp>
      </p:grpSp>
      <p:grpSp>
        <p:nvGrpSpPr>
          <p:cNvPr id="10" name="Group 9">
            <a:extLst>
              <a:ext uri="{FF2B5EF4-FFF2-40B4-BE49-F238E27FC236}">
                <a16:creationId xmlns:a16="http://schemas.microsoft.com/office/drawing/2014/main" id="{8099A449-03BD-CFDB-E7B6-0A1BC051899A}"/>
              </a:ext>
            </a:extLst>
          </p:cNvPr>
          <p:cNvGrpSpPr/>
          <p:nvPr/>
        </p:nvGrpSpPr>
        <p:grpSpPr>
          <a:xfrm>
            <a:off x="1839908" y="5972009"/>
            <a:ext cx="9749858" cy="607802"/>
            <a:chOff x="4531" y="811355"/>
            <a:chExt cx="2453654" cy="1472192"/>
          </a:xfrm>
        </p:grpSpPr>
        <p:sp>
          <p:nvSpPr>
            <p:cNvPr id="11" name="Rectangle 10">
              <a:extLst>
                <a:ext uri="{FF2B5EF4-FFF2-40B4-BE49-F238E27FC236}">
                  <a16:creationId xmlns:a16="http://schemas.microsoft.com/office/drawing/2014/main" id="{FC9171DB-F39B-FE9D-EAC6-D09A523FD8F1}"/>
                </a:ext>
              </a:extLst>
            </p:cNvPr>
            <p:cNvSpPr/>
            <p:nvPr/>
          </p:nvSpPr>
          <p:spPr>
            <a:xfrm>
              <a:off x="4531" y="811355"/>
              <a:ext cx="2453654" cy="1472192"/>
            </a:xfrm>
            <a:prstGeom prst="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GB" noProof="0" dirty="0"/>
            </a:p>
          </p:txBody>
        </p:sp>
        <p:sp>
          <p:nvSpPr>
            <p:cNvPr id="12" name="TextBox 11">
              <a:extLst>
                <a:ext uri="{FF2B5EF4-FFF2-40B4-BE49-F238E27FC236}">
                  <a16:creationId xmlns:a16="http://schemas.microsoft.com/office/drawing/2014/main" id="{8677FE19-D40A-8C22-52C0-05553278C3CE}"/>
                </a:ext>
              </a:extLst>
            </p:cNvPr>
            <p:cNvSpPr txBox="1"/>
            <p:nvPr/>
          </p:nvSpPr>
          <p:spPr>
            <a:xfrm>
              <a:off x="4531" y="811355"/>
              <a:ext cx="2453654" cy="14721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000" b="1" noProof="0" dirty="0">
                  <a:solidFill>
                    <a:schemeClr val="bg1"/>
                  </a:solidFill>
                  <a:latin typeface="Montserrat" pitchFamily="2" charset="77"/>
                  <a:cs typeface="Arial"/>
                </a:rPr>
                <a:t>Improvement Log – </a:t>
              </a:r>
              <a:r>
                <a:rPr lang="en-GB" sz="1000" noProof="0" dirty="0">
                  <a:solidFill>
                    <a:schemeClr val="bg1"/>
                  </a:solidFill>
                  <a:latin typeface="Montserrat" pitchFamily="2" charset="77"/>
                  <a:cs typeface="Arial"/>
                </a:rPr>
                <a:t>tracking of continual improvement in the BCMS from incidents, testing, audits, meetings etc.,</a:t>
              </a:r>
            </a:p>
          </p:txBody>
        </p:sp>
      </p:grpSp>
    </p:spTree>
    <p:extLst>
      <p:ext uri="{BB962C8B-B14F-4D97-AF65-F5344CB8AC3E}">
        <p14:creationId xmlns:p14="http://schemas.microsoft.com/office/powerpoint/2010/main" val="2328789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25DFA-DEF6-6B47-B7DF-0D3BA09C2536}"/>
              </a:ext>
            </a:extLst>
          </p:cNvPr>
          <p:cNvSpPr>
            <a:spLocks noGrp="1"/>
          </p:cNvSpPr>
          <p:nvPr>
            <p:ph type="title"/>
          </p:nvPr>
        </p:nvSpPr>
        <p:spPr>
          <a:prstGeom prst="rect">
            <a:avLst/>
          </a:prstGeom>
        </p:spPr>
        <p:txBody>
          <a:bodyPr/>
          <a:lstStyle/>
          <a:p>
            <a:r>
              <a:rPr lang="en-GB" sz="2800" noProof="0" dirty="0"/>
              <a:t>Process Steps</a:t>
            </a:r>
          </a:p>
        </p:txBody>
      </p:sp>
      <p:grpSp>
        <p:nvGrpSpPr>
          <p:cNvPr id="3" name="Group 2">
            <a:extLst>
              <a:ext uri="{FF2B5EF4-FFF2-40B4-BE49-F238E27FC236}">
                <a16:creationId xmlns:a16="http://schemas.microsoft.com/office/drawing/2014/main" id="{3CD63555-EA94-952F-76CE-19040EFE6BA0}"/>
              </a:ext>
            </a:extLst>
          </p:cNvPr>
          <p:cNvGrpSpPr/>
          <p:nvPr/>
        </p:nvGrpSpPr>
        <p:grpSpPr>
          <a:xfrm>
            <a:off x="613342" y="2426571"/>
            <a:ext cx="2392761" cy="1626092"/>
            <a:chOff x="4531" y="811355"/>
            <a:chExt cx="2453654" cy="1472192"/>
          </a:xfrm>
        </p:grpSpPr>
        <p:sp>
          <p:nvSpPr>
            <p:cNvPr id="5" name="Rectangle 4">
              <a:extLst>
                <a:ext uri="{FF2B5EF4-FFF2-40B4-BE49-F238E27FC236}">
                  <a16:creationId xmlns:a16="http://schemas.microsoft.com/office/drawing/2014/main" id="{4461F4E0-D09E-AEF1-05DC-2C3607608676}"/>
                </a:ext>
              </a:extLst>
            </p:cNvPr>
            <p:cNvSpPr/>
            <p:nvPr/>
          </p:nvSpPr>
          <p:spPr>
            <a:xfrm>
              <a:off x="4531" y="811355"/>
              <a:ext cx="2453654" cy="1472192"/>
            </a:xfrm>
            <a:prstGeom prst="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GB" noProof="0" dirty="0"/>
            </a:p>
          </p:txBody>
        </p:sp>
        <p:sp>
          <p:nvSpPr>
            <p:cNvPr id="6" name="TextBox 5">
              <a:extLst>
                <a:ext uri="{FF2B5EF4-FFF2-40B4-BE49-F238E27FC236}">
                  <a16:creationId xmlns:a16="http://schemas.microsoft.com/office/drawing/2014/main" id="{7D5FB6F4-AE55-0507-1A37-8CEFB1F3B900}"/>
                </a:ext>
              </a:extLst>
            </p:cNvPr>
            <p:cNvSpPr txBox="1"/>
            <p:nvPr/>
          </p:nvSpPr>
          <p:spPr>
            <a:xfrm>
              <a:off x="4531" y="811355"/>
              <a:ext cx="2453654" cy="14721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000" b="1" noProof="0" dirty="0">
                  <a:solidFill>
                    <a:schemeClr val="bg1"/>
                  </a:solidFill>
                  <a:latin typeface="Montserrat" pitchFamily="2" charset="77"/>
                  <a:cs typeface="Arial"/>
                </a:rPr>
                <a:t>Activate</a:t>
              </a:r>
            </a:p>
            <a:p>
              <a:pPr marL="0" lvl="0" indent="0" algn="ctr" defTabSz="622300">
                <a:lnSpc>
                  <a:spcPct val="90000"/>
                </a:lnSpc>
                <a:spcBef>
                  <a:spcPct val="0"/>
                </a:spcBef>
                <a:spcAft>
                  <a:spcPct val="35000"/>
                </a:spcAft>
                <a:buNone/>
              </a:pPr>
              <a:endParaRPr lang="en-GB" sz="1000" b="1" noProof="0" dirty="0">
                <a:solidFill>
                  <a:schemeClr val="bg1"/>
                </a:solidFill>
                <a:latin typeface="Montserrat" pitchFamily="2" charset="77"/>
                <a:cs typeface="Arial"/>
              </a:endParaRPr>
            </a:p>
            <a:p>
              <a:pPr marL="0" lvl="0" indent="0" algn="ctr" defTabSz="622300">
                <a:lnSpc>
                  <a:spcPct val="90000"/>
                </a:lnSpc>
                <a:spcBef>
                  <a:spcPct val="0"/>
                </a:spcBef>
                <a:spcAft>
                  <a:spcPct val="35000"/>
                </a:spcAft>
                <a:buNone/>
              </a:pPr>
              <a:r>
                <a:rPr lang="en-GB" sz="1000" noProof="0" dirty="0">
                  <a:solidFill>
                    <a:schemeClr val="bg1"/>
                  </a:solidFill>
                  <a:latin typeface="Montserrat" pitchFamily="2" charset="77"/>
                  <a:cs typeface="Arial"/>
                </a:rPr>
                <a:t>On the instruction of the Crisis Leader or alternative, the Crisis Coordinator notifies CRT members by phone, email or Teams to join a Teams call</a:t>
              </a:r>
            </a:p>
          </p:txBody>
        </p:sp>
      </p:grpSp>
      <p:grpSp>
        <p:nvGrpSpPr>
          <p:cNvPr id="7" name="Group 6">
            <a:extLst>
              <a:ext uri="{FF2B5EF4-FFF2-40B4-BE49-F238E27FC236}">
                <a16:creationId xmlns:a16="http://schemas.microsoft.com/office/drawing/2014/main" id="{766309E2-F964-923A-E460-DD8A7C9B11A7}"/>
              </a:ext>
            </a:extLst>
          </p:cNvPr>
          <p:cNvGrpSpPr/>
          <p:nvPr/>
        </p:nvGrpSpPr>
        <p:grpSpPr>
          <a:xfrm>
            <a:off x="3454195" y="2426571"/>
            <a:ext cx="2392761" cy="1626092"/>
            <a:chOff x="4531" y="811355"/>
            <a:chExt cx="2453654" cy="1472192"/>
          </a:xfrm>
        </p:grpSpPr>
        <p:sp>
          <p:nvSpPr>
            <p:cNvPr id="8" name="Rectangle 7">
              <a:extLst>
                <a:ext uri="{FF2B5EF4-FFF2-40B4-BE49-F238E27FC236}">
                  <a16:creationId xmlns:a16="http://schemas.microsoft.com/office/drawing/2014/main" id="{66287439-B300-DA38-5149-65A96A969003}"/>
                </a:ext>
              </a:extLst>
            </p:cNvPr>
            <p:cNvSpPr/>
            <p:nvPr/>
          </p:nvSpPr>
          <p:spPr>
            <a:xfrm>
              <a:off x="4531" y="811355"/>
              <a:ext cx="2453654" cy="1472192"/>
            </a:xfrm>
            <a:prstGeom prst="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GB" noProof="0" dirty="0"/>
            </a:p>
          </p:txBody>
        </p:sp>
        <p:sp>
          <p:nvSpPr>
            <p:cNvPr id="9" name="TextBox 8">
              <a:extLst>
                <a:ext uri="{FF2B5EF4-FFF2-40B4-BE49-F238E27FC236}">
                  <a16:creationId xmlns:a16="http://schemas.microsoft.com/office/drawing/2014/main" id="{E0EE7F89-7107-910B-A93D-50D3B3E6459A}"/>
                </a:ext>
              </a:extLst>
            </p:cNvPr>
            <p:cNvSpPr txBox="1"/>
            <p:nvPr/>
          </p:nvSpPr>
          <p:spPr>
            <a:xfrm>
              <a:off x="4531" y="811355"/>
              <a:ext cx="2453654" cy="14721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000" b="1" noProof="0" dirty="0">
                  <a:solidFill>
                    <a:schemeClr val="bg1"/>
                  </a:solidFill>
                  <a:latin typeface="Montserrat" pitchFamily="2" charset="77"/>
                  <a:cs typeface="Arial"/>
                </a:rPr>
                <a:t>Step 1</a:t>
              </a:r>
            </a:p>
            <a:p>
              <a:pPr marL="0" lvl="0" indent="0" algn="ctr" defTabSz="622300">
                <a:lnSpc>
                  <a:spcPct val="90000"/>
                </a:lnSpc>
                <a:spcBef>
                  <a:spcPct val="0"/>
                </a:spcBef>
                <a:spcAft>
                  <a:spcPct val="35000"/>
                </a:spcAft>
                <a:buNone/>
              </a:pPr>
              <a:endParaRPr lang="en-GB" sz="1000" b="1" noProof="0" dirty="0">
                <a:solidFill>
                  <a:schemeClr val="bg1"/>
                </a:solidFill>
                <a:latin typeface="Montserrat" pitchFamily="2" charset="77"/>
                <a:cs typeface="Arial"/>
              </a:endParaRPr>
            </a:p>
            <a:p>
              <a:pPr marL="0" lvl="0" indent="0" algn="ctr" defTabSz="622300">
                <a:lnSpc>
                  <a:spcPct val="90000"/>
                </a:lnSpc>
                <a:spcBef>
                  <a:spcPct val="0"/>
                </a:spcBef>
                <a:spcAft>
                  <a:spcPct val="35000"/>
                </a:spcAft>
                <a:buNone/>
              </a:pPr>
              <a:r>
                <a:rPr lang="en-GB" sz="1000" noProof="0" dirty="0">
                  <a:solidFill>
                    <a:schemeClr val="bg1"/>
                  </a:solidFill>
                  <a:latin typeface="Montserrat" pitchFamily="2" charset="77"/>
                  <a:cs typeface="Arial"/>
                </a:rPr>
                <a:t>Using the event report template (located in BCP), Crisis Leader to assess the situation, impact to employees, infrastructure and operations</a:t>
              </a:r>
            </a:p>
          </p:txBody>
        </p:sp>
      </p:grpSp>
      <p:grpSp>
        <p:nvGrpSpPr>
          <p:cNvPr id="10" name="Group 9">
            <a:extLst>
              <a:ext uri="{FF2B5EF4-FFF2-40B4-BE49-F238E27FC236}">
                <a16:creationId xmlns:a16="http://schemas.microsoft.com/office/drawing/2014/main" id="{CAF884F1-D882-2B03-A2FD-DED140955B71}"/>
              </a:ext>
            </a:extLst>
          </p:cNvPr>
          <p:cNvGrpSpPr/>
          <p:nvPr/>
        </p:nvGrpSpPr>
        <p:grpSpPr>
          <a:xfrm>
            <a:off x="6295048" y="2426571"/>
            <a:ext cx="2392761" cy="1626092"/>
            <a:chOff x="4531" y="811355"/>
            <a:chExt cx="2453654" cy="1472192"/>
          </a:xfrm>
        </p:grpSpPr>
        <p:sp>
          <p:nvSpPr>
            <p:cNvPr id="11" name="Rectangle 10">
              <a:extLst>
                <a:ext uri="{FF2B5EF4-FFF2-40B4-BE49-F238E27FC236}">
                  <a16:creationId xmlns:a16="http://schemas.microsoft.com/office/drawing/2014/main" id="{C17C2653-4F4F-2033-1B77-01DD8F6DC0AA}"/>
                </a:ext>
              </a:extLst>
            </p:cNvPr>
            <p:cNvSpPr/>
            <p:nvPr/>
          </p:nvSpPr>
          <p:spPr>
            <a:xfrm>
              <a:off x="4531" y="811355"/>
              <a:ext cx="2453654" cy="1472192"/>
            </a:xfrm>
            <a:prstGeom prst="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GB" noProof="0" dirty="0"/>
            </a:p>
          </p:txBody>
        </p:sp>
        <p:sp>
          <p:nvSpPr>
            <p:cNvPr id="12" name="TextBox 11">
              <a:extLst>
                <a:ext uri="{FF2B5EF4-FFF2-40B4-BE49-F238E27FC236}">
                  <a16:creationId xmlns:a16="http://schemas.microsoft.com/office/drawing/2014/main" id="{A1FDE0C1-414F-C32E-FE2A-EBF6641555B1}"/>
                </a:ext>
              </a:extLst>
            </p:cNvPr>
            <p:cNvSpPr txBox="1"/>
            <p:nvPr/>
          </p:nvSpPr>
          <p:spPr>
            <a:xfrm>
              <a:off x="4531" y="811355"/>
              <a:ext cx="2453654" cy="14721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000" b="1" noProof="0" dirty="0">
                  <a:solidFill>
                    <a:schemeClr val="bg1"/>
                  </a:solidFill>
                  <a:latin typeface="Montserrat" pitchFamily="2" charset="77"/>
                  <a:cs typeface="Arial"/>
                </a:rPr>
                <a:t>Step 2</a:t>
              </a:r>
            </a:p>
            <a:p>
              <a:pPr marL="0" lvl="0" indent="0" algn="ctr" defTabSz="622300">
                <a:lnSpc>
                  <a:spcPct val="90000"/>
                </a:lnSpc>
                <a:spcBef>
                  <a:spcPct val="0"/>
                </a:spcBef>
                <a:spcAft>
                  <a:spcPct val="35000"/>
                </a:spcAft>
                <a:buNone/>
              </a:pPr>
              <a:endParaRPr lang="en-GB" sz="1000" b="1" noProof="0" dirty="0">
                <a:solidFill>
                  <a:schemeClr val="bg1"/>
                </a:solidFill>
                <a:latin typeface="Montserrat" pitchFamily="2" charset="77"/>
                <a:cs typeface="Arial"/>
              </a:endParaRPr>
            </a:p>
            <a:p>
              <a:pPr marL="0" lvl="0" indent="0" algn="ctr" defTabSz="622300">
                <a:lnSpc>
                  <a:spcPct val="90000"/>
                </a:lnSpc>
                <a:spcBef>
                  <a:spcPct val="0"/>
                </a:spcBef>
                <a:spcAft>
                  <a:spcPct val="35000"/>
                </a:spcAft>
                <a:buNone/>
              </a:pPr>
              <a:r>
                <a:rPr lang="en-GB" sz="1000" noProof="0" dirty="0">
                  <a:solidFill>
                    <a:schemeClr val="bg1"/>
                  </a:solidFill>
                  <a:latin typeface="Montserrat" pitchFamily="2" charset="77"/>
                  <a:cs typeface="Arial"/>
                </a:rPr>
                <a:t>Determine and initiate actions</a:t>
              </a:r>
            </a:p>
          </p:txBody>
        </p:sp>
      </p:grpSp>
      <p:grpSp>
        <p:nvGrpSpPr>
          <p:cNvPr id="13" name="Group 12">
            <a:extLst>
              <a:ext uri="{FF2B5EF4-FFF2-40B4-BE49-F238E27FC236}">
                <a16:creationId xmlns:a16="http://schemas.microsoft.com/office/drawing/2014/main" id="{CA526B63-0600-5C62-01A7-0A0522919EB4}"/>
              </a:ext>
            </a:extLst>
          </p:cNvPr>
          <p:cNvGrpSpPr/>
          <p:nvPr/>
        </p:nvGrpSpPr>
        <p:grpSpPr>
          <a:xfrm>
            <a:off x="9135901" y="2426571"/>
            <a:ext cx="2392761" cy="1626092"/>
            <a:chOff x="4531" y="811355"/>
            <a:chExt cx="2453654" cy="1472192"/>
          </a:xfrm>
        </p:grpSpPr>
        <p:sp>
          <p:nvSpPr>
            <p:cNvPr id="14" name="Rectangle 13">
              <a:extLst>
                <a:ext uri="{FF2B5EF4-FFF2-40B4-BE49-F238E27FC236}">
                  <a16:creationId xmlns:a16="http://schemas.microsoft.com/office/drawing/2014/main" id="{7948D3BB-E8E3-F345-8581-3F4FCDC06AB8}"/>
                </a:ext>
              </a:extLst>
            </p:cNvPr>
            <p:cNvSpPr/>
            <p:nvPr/>
          </p:nvSpPr>
          <p:spPr>
            <a:xfrm>
              <a:off x="4531" y="811355"/>
              <a:ext cx="2453654" cy="1472192"/>
            </a:xfrm>
            <a:prstGeom prst="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GB" noProof="0" dirty="0"/>
            </a:p>
          </p:txBody>
        </p:sp>
        <p:sp>
          <p:nvSpPr>
            <p:cNvPr id="15" name="TextBox 14">
              <a:extLst>
                <a:ext uri="{FF2B5EF4-FFF2-40B4-BE49-F238E27FC236}">
                  <a16:creationId xmlns:a16="http://schemas.microsoft.com/office/drawing/2014/main" id="{F67ACD1C-3109-E764-C9B7-672A03209F04}"/>
                </a:ext>
              </a:extLst>
            </p:cNvPr>
            <p:cNvSpPr txBox="1"/>
            <p:nvPr/>
          </p:nvSpPr>
          <p:spPr>
            <a:xfrm>
              <a:off x="4531" y="811355"/>
              <a:ext cx="2453654" cy="14721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000" b="1" noProof="0" dirty="0">
                  <a:solidFill>
                    <a:schemeClr val="bg1"/>
                  </a:solidFill>
                  <a:latin typeface="Montserrat" pitchFamily="2" charset="77"/>
                  <a:cs typeface="Arial"/>
                </a:rPr>
                <a:t>Step 3</a:t>
              </a:r>
            </a:p>
            <a:p>
              <a:pPr marL="0" lvl="0" indent="0" algn="ctr" defTabSz="622300">
                <a:lnSpc>
                  <a:spcPct val="90000"/>
                </a:lnSpc>
                <a:spcBef>
                  <a:spcPct val="0"/>
                </a:spcBef>
                <a:spcAft>
                  <a:spcPct val="35000"/>
                </a:spcAft>
                <a:buNone/>
              </a:pPr>
              <a:endParaRPr lang="en-GB" sz="1000" b="1" noProof="0" dirty="0">
                <a:solidFill>
                  <a:schemeClr val="bg1"/>
                </a:solidFill>
                <a:latin typeface="Montserrat" pitchFamily="2" charset="77"/>
                <a:cs typeface="Arial"/>
              </a:endParaRPr>
            </a:p>
            <a:p>
              <a:pPr marL="0" lvl="0" indent="0" algn="ctr" defTabSz="622300">
                <a:lnSpc>
                  <a:spcPct val="90000"/>
                </a:lnSpc>
                <a:spcBef>
                  <a:spcPct val="0"/>
                </a:spcBef>
                <a:spcAft>
                  <a:spcPct val="35000"/>
                </a:spcAft>
                <a:buNone/>
              </a:pPr>
              <a:r>
                <a:rPr lang="en-GB" sz="1000" noProof="0" dirty="0">
                  <a:solidFill>
                    <a:schemeClr val="bg1"/>
                  </a:solidFill>
                  <a:latin typeface="Montserrat" pitchFamily="2" charset="77"/>
                  <a:cs typeface="Arial"/>
                </a:rPr>
                <a:t>Communicate, determine what internal and external communications are required</a:t>
              </a:r>
            </a:p>
          </p:txBody>
        </p:sp>
      </p:grpSp>
      <p:grpSp>
        <p:nvGrpSpPr>
          <p:cNvPr id="16" name="Group 15">
            <a:extLst>
              <a:ext uri="{FF2B5EF4-FFF2-40B4-BE49-F238E27FC236}">
                <a16:creationId xmlns:a16="http://schemas.microsoft.com/office/drawing/2014/main" id="{26056B55-A7EB-6B04-0A6D-969AC61FC8B4}"/>
              </a:ext>
            </a:extLst>
          </p:cNvPr>
          <p:cNvGrpSpPr/>
          <p:nvPr/>
        </p:nvGrpSpPr>
        <p:grpSpPr>
          <a:xfrm>
            <a:off x="9135901" y="4390545"/>
            <a:ext cx="2392761" cy="1626092"/>
            <a:chOff x="4531" y="811355"/>
            <a:chExt cx="2453654" cy="1472192"/>
          </a:xfrm>
        </p:grpSpPr>
        <p:sp>
          <p:nvSpPr>
            <p:cNvPr id="17" name="Rectangle 16">
              <a:extLst>
                <a:ext uri="{FF2B5EF4-FFF2-40B4-BE49-F238E27FC236}">
                  <a16:creationId xmlns:a16="http://schemas.microsoft.com/office/drawing/2014/main" id="{F6E8A20E-2485-19D0-BDE3-FC7F282ACBE4}"/>
                </a:ext>
              </a:extLst>
            </p:cNvPr>
            <p:cNvSpPr/>
            <p:nvPr/>
          </p:nvSpPr>
          <p:spPr>
            <a:xfrm>
              <a:off x="4531" y="811355"/>
              <a:ext cx="2453654" cy="1472192"/>
            </a:xfrm>
            <a:prstGeom prst="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GB" noProof="0" dirty="0"/>
            </a:p>
          </p:txBody>
        </p:sp>
        <p:sp>
          <p:nvSpPr>
            <p:cNvPr id="18" name="TextBox 17">
              <a:extLst>
                <a:ext uri="{FF2B5EF4-FFF2-40B4-BE49-F238E27FC236}">
                  <a16:creationId xmlns:a16="http://schemas.microsoft.com/office/drawing/2014/main" id="{ECF2B981-9883-3779-3510-6FA6D59BF909}"/>
                </a:ext>
              </a:extLst>
            </p:cNvPr>
            <p:cNvSpPr txBox="1"/>
            <p:nvPr/>
          </p:nvSpPr>
          <p:spPr>
            <a:xfrm>
              <a:off x="4531" y="811355"/>
              <a:ext cx="2453654" cy="14721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000" b="1" noProof="0" dirty="0">
                  <a:solidFill>
                    <a:schemeClr val="bg1"/>
                  </a:solidFill>
                  <a:latin typeface="Montserrat" pitchFamily="2" charset="77"/>
                  <a:cs typeface="Arial"/>
                </a:rPr>
                <a:t>Step 4</a:t>
              </a:r>
            </a:p>
            <a:p>
              <a:pPr marL="0" lvl="0" indent="0" algn="ctr" defTabSz="622300">
                <a:lnSpc>
                  <a:spcPct val="90000"/>
                </a:lnSpc>
                <a:spcBef>
                  <a:spcPct val="0"/>
                </a:spcBef>
                <a:spcAft>
                  <a:spcPct val="35000"/>
                </a:spcAft>
                <a:buNone/>
              </a:pPr>
              <a:endParaRPr lang="en-GB" sz="1000" b="1" noProof="0" dirty="0">
                <a:solidFill>
                  <a:schemeClr val="bg1"/>
                </a:solidFill>
                <a:latin typeface="Montserrat" pitchFamily="2" charset="77"/>
                <a:cs typeface="Arial"/>
              </a:endParaRPr>
            </a:p>
            <a:p>
              <a:pPr marL="0" lvl="0" indent="0" algn="ctr" defTabSz="622300">
                <a:lnSpc>
                  <a:spcPct val="90000"/>
                </a:lnSpc>
                <a:spcBef>
                  <a:spcPct val="0"/>
                </a:spcBef>
                <a:spcAft>
                  <a:spcPct val="35000"/>
                </a:spcAft>
                <a:buNone/>
              </a:pPr>
              <a:r>
                <a:rPr lang="en-GB" sz="1000" noProof="0" dirty="0">
                  <a:solidFill>
                    <a:schemeClr val="bg1"/>
                  </a:solidFill>
                  <a:latin typeface="Montserrat" pitchFamily="2" charset="77"/>
                  <a:cs typeface="Arial"/>
                </a:rPr>
                <a:t>Monitor and report by holding regular reviews to repeat assessment and actions until incident can be closed</a:t>
              </a:r>
            </a:p>
          </p:txBody>
        </p:sp>
      </p:grpSp>
      <p:grpSp>
        <p:nvGrpSpPr>
          <p:cNvPr id="19" name="Group 18">
            <a:extLst>
              <a:ext uri="{FF2B5EF4-FFF2-40B4-BE49-F238E27FC236}">
                <a16:creationId xmlns:a16="http://schemas.microsoft.com/office/drawing/2014/main" id="{B3919890-6C4E-AE9E-6B0A-5B9F5BEDDD7E}"/>
              </a:ext>
            </a:extLst>
          </p:cNvPr>
          <p:cNvGrpSpPr/>
          <p:nvPr/>
        </p:nvGrpSpPr>
        <p:grpSpPr>
          <a:xfrm>
            <a:off x="6295048" y="4390546"/>
            <a:ext cx="2392761" cy="1626092"/>
            <a:chOff x="4531" y="811355"/>
            <a:chExt cx="2453654" cy="1472192"/>
          </a:xfrm>
        </p:grpSpPr>
        <p:sp>
          <p:nvSpPr>
            <p:cNvPr id="20" name="Rectangle 19">
              <a:extLst>
                <a:ext uri="{FF2B5EF4-FFF2-40B4-BE49-F238E27FC236}">
                  <a16:creationId xmlns:a16="http://schemas.microsoft.com/office/drawing/2014/main" id="{0BB5DA4C-D2E8-4759-A23F-C63B21D8A9F0}"/>
                </a:ext>
              </a:extLst>
            </p:cNvPr>
            <p:cNvSpPr/>
            <p:nvPr/>
          </p:nvSpPr>
          <p:spPr>
            <a:xfrm>
              <a:off x="4531" y="811355"/>
              <a:ext cx="2453654" cy="1472192"/>
            </a:xfrm>
            <a:prstGeom prst="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GB" noProof="0" dirty="0"/>
            </a:p>
          </p:txBody>
        </p:sp>
        <p:sp>
          <p:nvSpPr>
            <p:cNvPr id="21" name="TextBox 20">
              <a:extLst>
                <a:ext uri="{FF2B5EF4-FFF2-40B4-BE49-F238E27FC236}">
                  <a16:creationId xmlns:a16="http://schemas.microsoft.com/office/drawing/2014/main" id="{F6A348DB-7A95-C2EA-4B8F-FE5D72F79ED2}"/>
                </a:ext>
              </a:extLst>
            </p:cNvPr>
            <p:cNvSpPr txBox="1"/>
            <p:nvPr/>
          </p:nvSpPr>
          <p:spPr>
            <a:xfrm>
              <a:off x="4531" y="811355"/>
              <a:ext cx="2453654" cy="14721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000" b="1" noProof="0" dirty="0">
                  <a:solidFill>
                    <a:schemeClr val="bg1"/>
                  </a:solidFill>
                  <a:latin typeface="Montserrat" pitchFamily="2" charset="77"/>
                  <a:cs typeface="Arial"/>
                </a:rPr>
                <a:t>Step 5</a:t>
              </a:r>
            </a:p>
            <a:p>
              <a:pPr marL="0" lvl="0" indent="0" algn="ctr" defTabSz="622300">
                <a:lnSpc>
                  <a:spcPct val="90000"/>
                </a:lnSpc>
                <a:spcBef>
                  <a:spcPct val="0"/>
                </a:spcBef>
                <a:spcAft>
                  <a:spcPct val="35000"/>
                </a:spcAft>
                <a:buNone/>
              </a:pPr>
              <a:endParaRPr lang="en-GB" sz="1000" b="1" noProof="0" dirty="0">
                <a:solidFill>
                  <a:schemeClr val="bg1"/>
                </a:solidFill>
                <a:latin typeface="Montserrat" pitchFamily="2" charset="77"/>
                <a:cs typeface="Arial"/>
              </a:endParaRPr>
            </a:p>
            <a:p>
              <a:pPr marL="0" lvl="0" indent="0" algn="ctr" defTabSz="622300">
                <a:lnSpc>
                  <a:spcPct val="90000"/>
                </a:lnSpc>
                <a:spcBef>
                  <a:spcPct val="0"/>
                </a:spcBef>
                <a:spcAft>
                  <a:spcPct val="35000"/>
                </a:spcAft>
                <a:buNone/>
              </a:pPr>
              <a:r>
                <a:rPr lang="en-GB" sz="1000" noProof="0" dirty="0">
                  <a:solidFill>
                    <a:schemeClr val="bg1"/>
                  </a:solidFill>
                  <a:latin typeface="Montserrat" pitchFamily="2" charset="77"/>
                  <a:cs typeface="Arial"/>
                </a:rPr>
                <a:t>Return to normal checks</a:t>
              </a:r>
            </a:p>
          </p:txBody>
        </p:sp>
      </p:grpSp>
      <p:grpSp>
        <p:nvGrpSpPr>
          <p:cNvPr id="22" name="Group 21">
            <a:extLst>
              <a:ext uri="{FF2B5EF4-FFF2-40B4-BE49-F238E27FC236}">
                <a16:creationId xmlns:a16="http://schemas.microsoft.com/office/drawing/2014/main" id="{120DD6CF-2F62-27A0-8393-B69822F50AE0}"/>
              </a:ext>
            </a:extLst>
          </p:cNvPr>
          <p:cNvGrpSpPr/>
          <p:nvPr/>
        </p:nvGrpSpPr>
        <p:grpSpPr>
          <a:xfrm>
            <a:off x="3454195" y="4390546"/>
            <a:ext cx="2392761" cy="1626092"/>
            <a:chOff x="4531" y="811355"/>
            <a:chExt cx="2453654" cy="1472192"/>
          </a:xfrm>
        </p:grpSpPr>
        <p:sp>
          <p:nvSpPr>
            <p:cNvPr id="23" name="Rectangle 22">
              <a:extLst>
                <a:ext uri="{FF2B5EF4-FFF2-40B4-BE49-F238E27FC236}">
                  <a16:creationId xmlns:a16="http://schemas.microsoft.com/office/drawing/2014/main" id="{8D5E2804-B922-B82C-2ED2-9F4D7DBF13D5}"/>
                </a:ext>
              </a:extLst>
            </p:cNvPr>
            <p:cNvSpPr/>
            <p:nvPr/>
          </p:nvSpPr>
          <p:spPr>
            <a:xfrm>
              <a:off x="4531" y="811355"/>
              <a:ext cx="2453654" cy="1472192"/>
            </a:xfrm>
            <a:prstGeom prst="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n-GB" noProof="0" dirty="0"/>
            </a:p>
          </p:txBody>
        </p:sp>
        <p:sp>
          <p:nvSpPr>
            <p:cNvPr id="24" name="TextBox 23">
              <a:extLst>
                <a:ext uri="{FF2B5EF4-FFF2-40B4-BE49-F238E27FC236}">
                  <a16:creationId xmlns:a16="http://schemas.microsoft.com/office/drawing/2014/main" id="{ADE68B2A-FCC2-F494-035A-46B38C32EEA6}"/>
                </a:ext>
              </a:extLst>
            </p:cNvPr>
            <p:cNvSpPr txBox="1"/>
            <p:nvPr/>
          </p:nvSpPr>
          <p:spPr>
            <a:xfrm>
              <a:off x="4531" y="811355"/>
              <a:ext cx="2453654" cy="14721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000" b="1" noProof="0" dirty="0">
                  <a:solidFill>
                    <a:schemeClr val="bg1"/>
                  </a:solidFill>
                  <a:latin typeface="Montserrat" pitchFamily="2" charset="77"/>
                  <a:cs typeface="Arial"/>
                </a:rPr>
                <a:t>Step 6</a:t>
              </a:r>
            </a:p>
            <a:p>
              <a:pPr marL="0" lvl="0" indent="0" algn="ctr" defTabSz="622300">
                <a:lnSpc>
                  <a:spcPct val="90000"/>
                </a:lnSpc>
                <a:spcBef>
                  <a:spcPct val="0"/>
                </a:spcBef>
                <a:spcAft>
                  <a:spcPct val="35000"/>
                </a:spcAft>
                <a:buNone/>
              </a:pPr>
              <a:endParaRPr lang="en-GB" sz="1000" b="1" noProof="0" dirty="0">
                <a:solidFill>
                  <a:schemeClr val="bg1"/>
                </a:solidFill>
                <a:latin typeface="Montserrat" pitchFamily="2" charset="77"/>
                <a:cs typeface="Arial"/>
              </a:endParaRPr>
            </a:p>
            <a:p>
              <a:pPr marL="0" lvl="0" indent="0" algn="ctr" defTabSz="622300">
                <a:lnSpc>
                  <a:spcPct val="90000"/>
                </a:lnSpc>
                <a:spcBef>
                  <a:spcPct val="0"/>
                </a:spcBef>
                <a:spcAft>
                  <a:spcPct val="35000"/>
                </a:spcAft>
                <a:buNone/>
              </a:pPr>
              <a:r>
                <a:rPr lang="en-GB" sz="1000" noProof="0" dirty="0">
                  <a:solidFill>
                    <a:schemeClr val="bg1"/>
                  </a:solidFill>
                  <a:latin typeface="Montserrat" pitchFamily="2" charset="77"/>
                  <a:cs typeface="Arial"/>
                </a:rPr>
                <a:t>Lessons learnt exercise</a:t>
              </a:r>
            </a:p>
          </p:txBody>
        </p:sp>
      </p:grpSp>
      <p:sp>
        <p:nvSpPr>
          <p:cNvPr id="29" name="Rectangle 2">
            <a:extLst>
              <a:ext uri="{FF2B5EF4-FFF2-40B4-BE49-F238E27FC236}">
                <a16:creationId xmlns:a16="http://schemas.microsoft.com/office/drawing/2014/main" id="{5C0B0529-D8BF-3CCB-128F-4C6A322AD863}"/>
              </a:ext>
            </a:extLst>
          </p:cNvPr>
          <p:cNvSpPr>
            <a:spLocks noChangeArrowheads="1"/>
          </p:cNvSpPr>
          <p:nvPr/>
        </p:nvSpPr>
        <p:spPr bwMode="auto">
          <a:xfrm>
            <a:off x="486078" y="4890562"/>
            <a:ext cx="5226508" cy="237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noProof="0" dirty="0"/>
          </a:p>
        </p:txBody>
      </p:sp>
      <p:graphicFrame>
        <p:nvGraphicFramePr>
          <p:cNvPr id="30" name="Diagram 29">
            <a:extLst>
              <a:ext uri="{FF2B5EF4-FFF2-40B4-BE49-F238E27FC236}">
                <a16:creationId xmlns:a16="http://schemas.microsoft.com/office/drawing/2014/main" id="{03384CB4-2401-2FA4-1AD5-8C6B2D0AA093}"/>
              </a:ext>
            </a:extLst>
          </p:cNvPr>
          <p:cNvGraphicFramePr/>
          <p:nvPr>
            <p:extLst>
              <p:ext uri="{D42A27DB-BD31-4B8C-83A1-F6EECF244321}">
                <p14:modId xmlns:p14="http://schemas.microsoft.com/office/powerpoint/2010/main" val="2433492761"/>
              </p:ext>
            </p:extLst>
          </p:nvPr>
        </p:nvGraphicFramePr>
        <p:xfrm>
          <a:off x="613341" y="4380096"/>
          <a:ext cx="2392761" cy="18199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32" name="Straight Arrow Connector 31">
            <a:extLst>
              <a:ext uri="{FF2B5EF4-FFF2-40B4-BE49-F238E27FC236}">
                <a16:creationId xmlns:a16="http://schemas.microsoft.com/office/drawing/2014/main" id="{5E34AFC6-9344-FE4D-BBCC-CC76B634496F}"/>
              </a:ext>
            </a:extLst>
          </p:cNvPr>
          <p:cNvCxnSpPr>
            <a:stCxn id="6" idx="3"/>
            <a:endCxn id="9" idx="1"/>
          </p:cNvCxnSpPr>
          <p:nvPr/>
        </p:nvCxnSpPr>
        <p:spPr>
          <a:xfrm>
            <a:off x="3006103" y="3239617"/>
            <a:ext cx="4480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27832BC5-1AAE-0F68-27C2-1CDF5C165819}"/>
              </a:ext>
            </a:extLst>
          </p:cNvPr>
          <p:cNvCxnSpPr>
            <a:stCxn id="9" idx="3"/>
            <a:endCxn id="12" idx="1"/>
          </p:cNvCxnSpPr>
          <p:nvPr/>
        </p:nvCxnSpPr>
        <p:spPr>
          <a:xfrm>
            <a:off x="5846956" y="3239617"/>
            <a:ext cx="4480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97A8919-FC0C-2F7A-4015-121FF3FC4A92}"/>
              </a:ext>
            </a:extLst>
          </p:cNvPr>
          <p:cNvCxnSpPr>
            <a:stCxn id="12" idx="3"/>
            <a:endCxn id="15" idx="1"/>
          </p:cNvCxnSpPr>
          <p:nvPr/>
        </p:nvCxnSpPr>
        <p:spPr>
          <a:xfrm>
            <a:off x="8687809" y="3239617"/>
            <a:ext cx="4480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005D73A-40FF-FEC6-1728-B4D5F195CBAC}"/>
              </a:ext>
            </a:extLst>
          </p:cNvPr>
          <p:cNvCxnSpPr>
            <a:stCxn id="14" idx="2"/>
            <a:endCxn id="18" idx="0"/>
          </p:cNvCxnSpPr>
          <p:nvPr/>
        </p:nvCxnSpPr>
        <p:spPr>
          <a:xfrm>
            <a:off x="10332282" y="4052663"/>
            <a:ext cx="0" cy="337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E7F2AF3-F083-C13F-6D97-D555993BE980}"/>
              </a:ext>
            </a:extLst>
          </p:cNvPr>
          <p:cNvCxnSpPr>
            <a:stCxn id="18" idx="1"/>
            <a:endCxn id="21" idx="3"/>
          </p:cNvCxnSpPr>
          <p:nvPr/>
        </p:nvCxnSpPr>
        <p:spPr>
          <a:xfrm flipH="1">
            <a:off x="8687809" y="5203591"/>
            <a:ext cx="44809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CAE76E98-A00B-5581-2351-C593F2EB9C4E}"/>
              </a:ext>
            </a:extLst>
          </p:cNvPr>
          <p:cNvCxnSpPr>
            <a:stCxn id="21" idx="1"/>
            <a:endCxn id="24" idx="3"/>
          </p:cNvCxnSpPr>
          <p:nvPr/>
        </p:nvCxnSpPr>
        <p:spPr>
          <a:xfrm flipH="1">
            <a:off x="5846956" y="5203592"/>
            <a:ext cx="4480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Content Placeholder 4">
            <a:extLst>
              <a:ext uri="{FF2B5EF4-FFF2-40B4-BE49-F238E27FC236}">
                <a16:creationId xmlns:a16="http://schemas.microsoft.com/office/drawing/2014/main" id="{F662DC3E-E485-CEBD-6B42-97894FF0528F}"/>
              </a:ext>
            </a:extLst>
          </p:cNvPr>
          <p:cNvSpPr txBox="1">
            <a:spLocks/>
          </p:cNvSpPr>
          <p:nvPr/>
        </p:nvSpPr>
        <p:spPr>
          <a:xfrm>
            <a:off x="486078" y="766820"/>
            <a:ext cx="11225334" cy="1547728"/>
          </a:xfrm>
          <a:prstGeom prst="rect">
            <a:avLst/>
          </a:prstGeom>
        </p:spPr>
        <p:txBody>
          <a:bodyPr anchor="b">
            <a:noAutofit/>
          </a:bodyPr>
          <a:lstStyle>
            <a:lvl1pPr marL="0" indent="0" algn="l" rtl="0" eaLnBrk="1" fontAlgn="base" hangingPunct="1">
              <a:lnSpc>
                <a:spcPct val="90000"/>
              </a:lnSpc>
              <a:spcBef>
                <a:spcPts val="1000"/>
              </a:spcBef>
              <a:spcAft>
                <a:spcPct val="0"/>
              </a:spcAft>
              <a:buFont typeface="Arial" panose="020B0604020202020204" pitchFamily="34" charset="0"/>
              <a:buNone/>
              <a:defRPr sz="1800" b="1" kern="1200">
                <a:solidFill>
                  <a:schemeClr val="tx2"/>
                </a:solidFill>
                <a:latin typeface="Montserrat" pitchFamily="2" charset="77"/>
                <a:ea typeface="+mn-ea"/>
                <a:cs typeface="+mn-cs"/>
              </a:defRPr>
            </a:lvl1pPr>
            <a:lvl2pPr marL="342900" indent="0" algn="l" rtl="0" eaLnBrk="1" fontAlgn="base" hangingPunct="1">
              <a:lnSpc>
                <a:spcPct val="90000"/>
              </a:lnSpc>
              <a:spcBef>
                <a:spcPts val="500"/>
              </a:spcBef>
              <a:spcAft>
                <a:spcPct val="0"/>
              </a:spcAft>
              <a:buFont typeface="Arial" panose="020B0604020202020204" pitchFamily="34" charset="0"/>
              <a:buNone/>
              <a:defRPr sz="1500" b="1" kern="1200">
                <a:solidFill>
                  <a:schemeClr val="tx1"/>
                </a:solidFill>
                <a:latin typeface="+mn-lt"/>
                <a:ea typeface="+mn-ea"/>
                <a:cs typeface="+mn-cs"/>
              </a:defRPr>
            </a:lvl2pPr>
            <a:lvl3pPr marL="685800" indent="0" algn="l" rtl="0" eaLnBrk="1" fontAlgn="base" hangingPunct="1">
              <a:lnSpc>
                <a:spcPct val="90000"/>
              </a:lnSpc>
              <a:spcBef>
                <a:spcPts val="500"/>
              </a:spcBef>
              <a:spcAft>
                <a:spcPct val="0"/>
              </a:spcAft>
              <a:buFont typeface="Arial" panose="020B0604020202020204" pitchFamily="34" charset="0"/>
              <a:buNone/>
              <a:defRPr sz="1350" b="1" kern="1200">
                <a:solidFill>
                  <a:schemeClr val="tx1"/>
                </a:solidFill>
                <a:latin typeface="+mn-lt"/>
                <a:ea typeface="+mn-ea"/>
                <a:cs typeface="+mn-cs"/>
              </a:defRPr>
            </a:lvl3pPr>
            <a:lvl4pPr marL="1028700" indent="0" algn="l" rtl="0" eaLnBrk="1" fontAlgn="base" hangingPunct="1">
              <a:lnSpc>
                <a:spcPct val="90000"/>
              </a:lnSpc>
              <a:spcBef>
                <a:spcPts val="500"/>
              </a:spcBef>
              <a:spcAft>
                <a:spcPct val="0"/>
              </a:spcAft>
              <a:buFont typeface="Arial" panose="020B0604020202020204" pitchFamily="34" charset="0"/>
              <a:buNone/>
              <a:defRPr sz="1200" b="1" kern="1200">
                <a:solidFill>
                  <a:schemeClr val="tx1"/>
                </a:solidFill>
                <a:latin typeface="+mn-lt"/>
                <a:ea typeface="+mn-ea"/>
                <a:cs typeface="+mn-cs"/>
              </a:defRPr>
            </a:lvl4pPr>
            <a:lvl5pPr marL="1371600" indent="0" algn="l" rtl="0" eaLnBrk="1" fontAlgn="base" hangingPunct="1">
              <a:lnSpc>
                <a:spcPct val="90000"/>
              </a:lnSpc>
              <a:spcBef>
                <a:spcPts val="500"/>
              </a:spcBef>
              <a:spcAft>
                <a:spcPct val="0"/>
              </a:spcAft>
              <a:buFont typeface="Arial" panose="020B0604020202020204" pitchFamily="34" charset="0"/>
              <a:buNone/>
              <a:defRPr sz="1200" b="1" kern="1200">
                <a:solidFill>
                  <a:schemeClr val="tx1"/>
                </a:solidFill>
                <a:latin typeface="+mn-lt"/>
                <a:ea typeface="+mn-ea"/>
                <a:cs typeface="+mn-cs"/>
              </a:defRPr>
            </a:lvl5pPr>
            <a:lvl6pPr marL="17145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6pPr>
            <a:lvl7pPr marL="20574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7pPr>
            <a:lvl8pPr marL="24003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8pPr>
            <a:lvl9pPr marL="27432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9pPr>
          </a:lstStyle>
          <a:p>
            <a:pPr marL="0" lvl="1"/>
            <a:endParaRPr lang="en-GB" sz="1400" b="0" noProof="0" dirty="0">
              <a:solidFill>
                <a:schemeClr val="tx2"/>
              </a:solidFill>
              <a:latin typeface="Montserrat" pitchFamily="2" charset="77"/>
            </a:endParaRPr>
          </a:p>
          <a:p>
            <a:pPr marL="285750" lvl="1" indent="-285750">
              <a:buFont typeface="Arial" panose="020B0604020202020204" pitchFamily="34" charset="0"/>
              <a:buChar char="•"/>
            </a:pPr>
            <a:endParaRPr lang="en-GB" sz="1400" b="0" noProof="0" dirty="0">
              <a:solidFill>
                <a:schemeClr val="tx2"/>
              </a:solidFill>
              <a:highlight>
                <a:srgbClr val="FFFF00"/>
              </a:highlight>
              <a:latin typeface="Montserrat" pitchFamily="2" charset="77"/>
            </a:endParaRPr>
          </a:p>
          <a:p>
            <a:pPr marL="0" lvl="1"/>
            <a:r>
              <a:rPr lang="en-GB" sz="1400" b="0" noProof="0" dirty="0">
                <a:solidFill>
                  <a:schemeClr val="tx2"/>
                </a:solidFill>
                <a:latin typeface="Montserrat" pitchFamily="2" charset="77"/>
              </a:rPr>
              <a:t>To manage an incident the Crisis Response Team, follow a number of steps, this provides us with a consistent baseline to manage an incident.</a:t>
            </a:r>
          </a:p>
          <a:p>
            <a:pPr marL="285750" lvl="1" indent="-285750">
              <a:buFont typeface="Arial" panose="020B0604020202020204" pitchFamily="34" charset="0"/>
              <a:buChar char="•"/>
            </a:pPr>
            <a:endParaRPr lang="en-GB" sz="1400" b="0" noProof="0" dirty="0">
              <a:solidFill>
                <a:schemeClr val="tx2"/>
              </a:solidFill>
              <a:latin typeface="Montserrat" pitchFamily="2" charset="77"/>
            </a:endParaRPr>
          </a:p>
        </p:txBody>
      </p:sp>
    </p:spTree>
    <p:extLst>
      <p:ext uri="{BB962C8B-B14F-4D97-AF65-F5344CB8AC3E}">
        <p14:creationId xmlns:p14="http://schemas.microsoft.com/office/powerpoint/2010/main" val="4215377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Oman | History, Map, Flag, Capital, Population, &amp; Facts | Britannica">
            <a:extLst>
              <a:ext uri="{FF2B5EF4-FFF2-40B4-BE49-F238E27FC236}">
                <a16:creationId xmlns:a16="http://schemas.microsoft.com/office/drawing/2014/main" id="{71519EAC-9AA7-61F5-96EE-9FB97EDE29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976" y="4473791"/>
            <a:ext cx="2307713" cy="1459006"/>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 25">
            <a:extLst>
              <a:ext uri="{FF2B5EF4-FFF2-40B4-BE49-F238E27FC236}">
                <a16:creationId xmlns:a16="http://schemas.microsoft.com/office/drawing/2014/main" id="{E97DCAA0-5115-7606-B095-463F1356900B}"/>
              </a:ext>
            </a:extLst>
          </p:cNvPr>
          <p:cNvGrpSpPr/>
          <p:nvPr/>
        </p:nvGrpSpPr>
        <p:grpSpPr>
          <a:xfrm>
            <a:off x="6560609" y="1239606"/>
            <a:ext cx="2319158" cy="1404853"/>
            <a:chOff x="622476" y="1013420"/>
            <a:chExt cx="2319158" cy="1546105"/>
          </a:xfrm>
        </p:grpSpPr>
        <p:pic>
          <p:nvPicPr>
            <p:cNvPr id="10" name="Picture 9">
              <a:extLst>
                <a:ext uri="{FF2B5EF4-FFF2-40B4-BE49-F238E27FC236}">
                  <a16:creationId xmlns:a16="http://schemas.microsoft.com/office/drawing/2014/main" id="{FB6EF8D4-1C79-49FF-322D-88DB1609C583}"/>
                </a:ext>
              </a:extLst>
            </p:cNvPr>
            <p:cNvPicPr>
              <a:picLocks noChangeAspect="1"/>
            </p:cNvPicPr>
            <p:nvPr/>
          </p:nvPicPr>
          <p:blipFill>
            <a:blip r:embed="rId3">
              <a:grayscl/>
              <a:extLst>
                <a:ext uri="{28A0092B-C50C-407E-A947-70E740481C1C}">
                  <a14:useLocalDpi xmlns:a14="http://schemas.microsoft.com/office/drawing/2010/main" val="0"/>
                </a:ext>
              </a:extLst>
            </a:blip>
            <a:stretch>
              <a:fillRect/>
            </a:stretch>
          </p:blipFill>
          <p:spPr>
            <a:xfrm>
              <a:off x="622476" y="1013420"/>
              <a:ext cx="2319158" cy="1546105"/>
            </a:xfrm>
            <a:prstGeom prst="rect">
              <a:avLst/>
            </a:prstGeom>
          </p:spPr>
        </p:pic>
        <p:sp>
          <p:nvSpPr>
            <p:cNvPr id="11" name="Rectangle 10">
              <a:extLst>
                <a:ext uri="{FF2B5EF4-FFF2-40B4-BE49-F238E27FC236}">
                  <a16:creationId xmlns:a16="http://schemas.microsoft.com/office/drawing/2014/main" id="{C0CF7B64-F9AE-967C-0D16-EFAB15D0ABB8}"/>
                </a:ext>
              </a:extLst>
            </p:cNvPr>
            <p:cNvSpPr>
              <a:spLocks noChangeArrowheads="1"/>
            </p:cNvSpPr>
            <p:nvPr/>
          </p:nvSpPr>
          <p:spPr bwMode="auto">
            <a:xfrm>
              <a:off x="1970908" y="2107800"/>
              <a:ext cx="911239" cy="397768"/>
            </a:xfrm>
            <a:prstGeom prst="rect">
              <a:avLst/>
            </a:prstGeom>
            <a:solidFill>
              <a:schemeClr val="bg1"/>
            </a:solidFill>
            <a:ln w="9525">
              <a:noFill/>
              <a:miter lim="800000"/>
              <a:headEnd/>
              <a:tailEnd/>
            </a:ln>
          </p:spPr>
          <p:txBody>
            <a:bodyPr wrap="none" anchor="ctr"/>
            <a:lstStyle/>
            <a:p>
              <a:pPr algn="ctr">
                <a:lnSpc>
                  <a:spcPct val="90000"/>
                </a:lnSpc>
                <a:spcAft>
                  <a:spcPts val="400"/>
                </a:spcAft>
              </a:pPr>
              <a:r>
                <a:rPr lang="en-GB" sz="1100" noProof="0" dirty="0"/>
                <a:t>Chennai</a:t>
              </a:r>
            </a:p>
            <a:p>
              <a:pPr algn="ctr">
                <a:lnSpc>
                  <a:spcPct val="90000"/>
                </a:lnSpc>
                <a:spcAft>
                  <a:spcPts val="400"/>
                </a:spcAft>
              </a:pPr>
              <a:r>
                <a:rPr lang="en-GB" sz="1100" noProof="0" dirty="0"/>
                <a:t>Floods, 2023</a:t>
              </a:r>
            </a:p>
          </p:txBody>
        </p:sp>
      </p:grpSp>
      <p:sp>
        <p:nvSpPr>
          <p:cNvPr id="15" name="Rectangle 10">
            <a:extLst>
              <a:ext uri="{FF2B5EF4-FFF2-40B4-BE49-F238E27FC236}">
                <a16:creationId xmlns:a16="http://schemas.microsoft.com/office/drawing/2014/main" id="{C4AA892B-4BE1-FD48-4B93-4DA66A9FE186}"/>
              </a:ext>
            </a:extLst>
          </p:cNvPr>
          <p:cNvSpPr>
            <a:spLocks noChangeArrowheads="1"/>
          </p:cNvSpPr>
          <p:nvPr/>
        </p:nvSpPr>
        <p:spPr bwMode="auto">
          <a:xfrm>
            <a:off x="4198101" y="5650766"/>
            <a:ext cx="2171589" cy="229174"/>
          </a:xfrm>
          <a:prstGeom prst="rect">
            <a:avLst/>
          </a:prstGeom>
          <a:solidFill>
            <a:schemeClr val="bg1"/>
          </a:solidFill>
          <a:ln w="9525">
            <a:noFill/>
            <a:miter lim="800000"/>
            <a:headEnd/>
            <a:tailEnd/>
          </a:ln>
        </p:spPr>
        <p:txBody>
          <a:bodyPr wrap="none" anchor="ctr"/>
          <a:lstStyle/>
          <a:p>
            <a:pPr algn="ctr">
              <a:lnSpc>
                <a:spcPct val="90000"/>
              </a:lnSpc>
              <a:spcAft>
                <a:spcPts val="400"/>
              </a:spcAft>
            </a:pPr>
            <a:r>
              <a:rPr lang="en-GB" sz="1100" noProof="0" dirty="0"/>
              <a:t>Oman Terrorist Incident, 2024</a:t>
            </a:r>
          </a:p>
        </p:txBody>
      </p:sp>
      <p:pic>
        <p:nvPicPr>
          <p:cNvPr id="18" name="Picture 17" descr="Shape, circle&#10;&#10;Description automatically generated">
            <a:extLst>
              <a:ext uri="{FF2B5EF4-FFF2-40B4-BE49-F238E27FC236}">
                <a16:creationId xmlns:a16="http://schemas.microsoft.com/office/drawing/2014/main" id="{C7C9DB3A-0572-96CF-4B9D-2F7B21D674CF}"/>
              </a:ext>
            </a:extLst>
          </p:cNvPr>
          <p:cNvPicPr>
            <a:picLocks noChangeAspect="1"/>
          </p:cNvPicPr>
          <p:nvPr/>
        </p:nvPicPr>
        <p:blipFill>
          <a:blip r:embed="rId4"/>
          <a:stretch>
            <a:fillRect/>
          </a:stretch>
        </p:blipFill>
        <p:spPr>
          <a:xfrm>
            <a:off x="6828633" y="2686364"/>
            <a:ext cx="1849256" cy="1620001"/>
          </a:xfrm>
          <a:prstGeom prst="rect">
            <a:avLst/>
          </a:prstGeom>
        </p:spPr>
      </p:pic>
      <p:sp>
        <p:nvSpPr>
          <p:cNvPr id="19" name="Rectangle 10">
            <a:extLst>
              <a:ext uri="{FF2B5EF4-FFF2-40B4-BE49-F238E27FC236}">
                <a16:creationId xmlns:a16="http://schemas.microsoft.com/office/drawing/2014/main" id="{86CCB682-0A5E-9BA5-BC31-A6652C78A2FD}"/>
              </a:ext>
            </a:extLst>
          </p:cNvPr>
          <p:cNvSpPr>
            <a:spLocks noChangeArrowheads="1"/>
          </p:cNvSpPr>
          <p:nvPr/>
        </p:nvSpPr>
        <p:spPr bwMode="auto">
          <a:xfrm>
            <a:off x="7720188" y="3665189"/>
            <a:ext cx="1487637" cy="397768"/>
          </a:xfrm>
          <a:prstGeom prst="rect">
            <a:avLst/>
          </a:prstGeom>
          <a:solidFill>
            <a:schemeClr val="bg1"/>
          </a:solidFill>
          <a:ln w="9525">
            <a:noFill/>
            <a:miter lim="800000"/>
            <a:headEnd/>
            <a:tailEnd/>
          </a:ln>
        </p:spPr>
        <p:txBody>
          <a:bodyPr wrap="none" anchor="ctr"/>
          <a:lstStyle/>
          <a:p>
            <a:pPr algn="ctr">
              <a:lnSpc>
                <a:spcPct val="90000"/>
              </a:lnSpc>
              <a:spcAft>
                <a:spcPts val="400"/>
              </a:spcAft>
            </a:pPr>
            <a:r>
              <a:rPr lang="en-GB" sz="1100" noProof="0" dirty="0"/>
              <a:t>2020 Global </a:t>
            </a:r>
          </a:p>
          <a:p>
            <a:pPr algn="ctr">
              <a:lnSpc>
                <a:spcPct val="90000"/>
              </a:lnSpc>
              <a:spcAft>
                <a:spcPts val="400"/>
              </a:spcAft>
            </a:pPr>
            <a:r>
              <a:rPr lang="en-GB" sz="1100" noProof="0" dirty="0"/>
              <a:t>Pandemic</a:t>
            </a:r>
          </a:p>
        </p:txBody>
      </p:sp>
      <p:pic>
        <p:nvPicPr>
          <p:cNvPr id="20" name="Picture 19">
            <a:extLst>
              <a:ext uri="{FF2B5EF4-FFF2-40B4-BE49-F238E27FC236}">
                <a16:creationId xmlns:a16="http://schemas.microsoft.com/office/drawing/2014/main" id="{3C7D271E-4012-CA93-6CC5-D75675F81E92}"/>
              </a:ext>
            </a:extLst>
          </p:cNvPr>
          <p:cNvPicPr>
            <a:picLocks noChangeAspect="1"/>
          </p:cNvPicPr>
          <p:nvPr/>
        </p:nvPicPr>
        <p:blipFill>
          <a:blip r:embed="rId5"/>
          <a:stretch>
            <a:fillRect/>
          </a:stretch>
        </p:blipFill>
        <p:spPr>
          <a:xfrm>
            <a:off x="4114977" y="2706457"/>
            <a:ext cx="2307713" cy="1541553"/>
          </a:xfrm>
          <a:prstGeom prst="rect">
            <a:avLst/>
          </a:prstGeom>
        </p:spPr>
      </p:pic>
      <p:sp>
        <p:nvSpPr>
          <p:cNvPr id="21" name="Rectangle 10">
            <a:extLst>
              <a:ext uri="{FF2B5EF4-FFF2-40B4-BE49-F238E27FC236}">
                <a16:creationId xmlns:a16="http://schemas.microsoft.com/office/drawing/2014/main" id="{FAE8E1E1-9A8E-CF45-2ECE-7E04E6C147FA}"/>
              </a:ext>
            </a:extLst>
          </p:cNvPr>
          <p:cNvSpPr>
            <a:spLocks noChangeArrowheads="1"/>
          </p:cNvSpPr>
          <p:nvPr/>
        </p:nvSpPr>
        <p:spPr bwMode="auto">
          <a:xfrm>
            <a:off x="4477988" y="3885915"/>
            <a:ext cx="1611817" cy="245282"/>
          </a:xfrm>
          <a:prstGeom prst="rect">
            <a:avLst/>
          </a:prstGeom>
          <a:solidFill>
            <a:schemeClr val="bg1"/>
          </a:solidFill>
          <a:ln w="9525">
            <a:noFill/>
            <a:miter lim="800000"/>
            <a:headEnd/>
            <a:tailEnd/>
          </a:ln>
        </p:spPr>
        <p:txBody>
          <a:bodyPr wrap="none" anchor="ctr"/>
          <a:lstStyle/>
          <a:p>
            <a:pPr algn="ctr">
              <a:lnSpc>
                <a:spcPct val="90000"/>
              </a:lnSpc>
              <a:spcAft>
                <a:spcPts val="400"/>
              </a:spcAft>
            </a:pPr>
            <a:r>
              <a:rPr lang="en-GB" sz="1100" noProof="0" dirty="0"/>
              <a:t>Ransomware Attack</a:t>
            </a:r>
          </a:p>
        </p:txBody>
      </p:sp>
      <p:pic>
        <p:nvPicPr>
          <p:cNvPr id="2050" name="Picture 2" descr="Image result for image of crowdstrike">
            <a:extLst>
              <a:ext uri="{FF2B5EF4-FFF2-40B4-BE49-F238E27FC236}">
                <a16:creationId xmlns:a16="http://schemas.microsoft.com/office/drawing/2014/main" id="{D433FE32-6582-9F92-3D68-9EE97A20D5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79224" y="4504614"/>
            <a:ext cx="2377710" cy="1546105"/>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10">
            <a:extLst>
              <a:ext uri="{FF2B5EF4-FFF2-40B4-BE49-F238E27FC236}">
                <a16:creationId xmlns:a16="http://schemas.microsoft.com/office/drawing/2014/main" id="{671FFDEA-2E87-585A-F068-31828E3D7AC0}"/>
              </a:ext>
            </a:extLst>
          </p:cNvPr>
          <p:cNvSpPr>
            <a:spLocks noChangeArrowheads="1"/>
          </p:cNvSpPr>
          <p:nvPr/>
        </p:nvSpPr>
        <p:spPr bwMode="auto">
          <a:xfrm>
            <a:off x="10304340" y="4721414"/>
            <a:ext cx="1611817" cy="245282"/>
          </a:xfrm>
          <a:prstGeom prst="rect">
            <a:avLst/>
          </a:prstGeom>
          <a:solidFill>
            <a:schemeClr val="bg1"/>
          </a:solidFill>
          <a:ln w="9525">
            <a:noFill/>
            <a:miter lim="800000"/>
            <a:headEnd/>
            <a:tailEnd/>
          </a:ln>
        </p:spPr>
        <p:txBody>
          <a:bodyPr wrap="none" anchor="ctr"/>
          <a:lstStyle/>
          <a:p>
            <a:pPr algn="ctr">
              <a:lnSpc>
                <a:spcPct val="90000"/>
              </a:lnSpc>
              <a:spcAft>
                <a:spcPts val="400"/>
              </a:spcAft>
            </a:pPr>
            <a:r>
              <a:rPr lang="en-GB" sz="1100" noProof="0" dirty="0"/>
              <a:t>2024</a:t>
            </a:r>
          </a:p>
        </p:txBody>
      </p:sp>
      <p:grpSp>
        <p:nvGrpSpPr>
          <p:cNvPr id="3" name="Group 2">
            <a:extLst>
              <a:ext uri="{FF2B5EF4-FFF2-40B4-BE49-F238E27FC236}">
                <a16:creationId xmlns:a16="http://schemas.microsoft.com/office/drawing/2014/main" id="{F6DC139E-79BE-3CF6-06AC-F9086F73A880}"/>
              </a:ext>
            </a:extLst>
          </p:cNvPr>
          <p:cNvGrpSpPr/>
          <p:nvPr/>
        </p:nvGrpSpPr>
        <p:grpSpPr>
          <a:xfrm>
            <a:off x="9155987" y="1239606"/>
            <a:ext cx="2390299" cy="1341560"/>
            <a:chOff x="1731873" y="1268403"/>
            <a:chExt cx="2268917" cy="1341560"/>
          </a:xfrm>
        </p:grpSpPr>
        <p:pic>
          <p:nvPicPr>
            <p:cNvPr id="16" name="Picture 6" descr="Big earthquake shakes Thailand's north | Bangkok Post: learning">
              <a:extLst>
                <a:ext uri="{FF2B5EF4-FFF2-40B4-BE49-F238E27FC236}">
                  <a16:creationId xmlns:a16="http://schemas.microsoft.com/office/drawing/2014/main" id="{935F835E-62B1-C3E4-E16D-CFBB68102E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31873" y="1268403"/>
              <a:ext cx="2268917" cy="1341560"/>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0">
              <a:extLst>
                <a:ext uri="{FF2B5EF4-FFF2-40B4-BE49-F238E27FC236}">
                  <a16:creationId xmlns:a16="http://schemas.microsoft.com/office/drawing/2014/main" id="{5FE84A62-0D68-139B-A4CC-9983F5EA5903}"/>
                </a:ext>
              </a:extLst>
            </p:cNvPr>
            <p:cNvSpPr>
              <a:spLocks noChangeArrowheads="1"/>
            </p:cNvSpPr>
            <p:nvPr/>
          </p:nvSpPr>
          <p:spPr bwMode="auto">
            <a:xfrm>
              <a:off x="1945524" y="1357748"/>
              <a:ext cx="1954755" cy="249641"/>
            </a:xfrm>
            <a:prstGeom prst="rect">
              <a:avLst/>
            </a:prstGeom>
            <a:solidFill>
              <a:schemeClr val="bg1"/>
            </a:solidFill>
            <a:ln w="9525">
              <a:noFill/>
              <a:miter lim="800000"/>
              <a:headEnd/>
              <a:tailEnd/>
            </a:ln>
          </p:spPr>
          <p:txBody>
            <a:bodyPr wrap="none" anchor="ctr"/>
            <a:lstStyle/>
            <a:p>
              <a:pPr algn="ctr">
                <a:lnSpc>
                  <a:spcPct val="90000"/>
                </a:lnSpc>
                <a:spcAft>
                  <a:spcPts val="400"/>
                </a:spcAft>
              </a:pPr>
              <a:r>
                <a:rPr lang="en-GB" sz="1100" noProof="0" dirty="0"/>
                <a:t>Earthquake, Thailand 2025</a:t>
              </a:r>
            </a:p>
          </p:txBody>
        </p:sp>
      </p:grpSp>
      <p:pic>
        <p:nvPicPr>
          <p:cNvPr id="23" name="Picture 6" descr="Cyclone Alfred forms in the Coral Sea, but where will he go next? 7NEWS ...">
            <a:extLst>
              <a:ext uri="{FF2B5EF4-FFF2-40B4-BE49-F238E27FC236}">
                <a16:creationId xmlns:a16="http://schemas.microsoft.com/office/drawing/2014/main" id="{FB3A5170-3209-9031-861A-0CA6E9E5865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4976" y="1245024"/>
            <a:ext cx="2249839" cy="133614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0">
            <a:extLst>
              <a:ext uri="{FF2B5EF4-FFF2-40B4-BE49-F238E27FC236}">
                <a16:creationId xmlns:a16="http://schemas.microsoft.com/office/drawing/2014/main" id="{70D50BA8-2C74-87E5-4A22-7D3D45479C26}"/>
              </a:ext>
            </a:extLst>
          </p:cNvPr>
          <p:cNvSpPr>
            <a:spLocks noChangeArrowheads="1"/>
          </p:cNvSpPr>
          <p:nvPr/>
        </p:nvSpPr>
        <p:spPr bwMode="auto">
          <a:xfrm>
            <a:off x="4161867" y="1281228"/>
            <a:ext cx="2117129" cy="234305"/>
          </a:xfrm>
          <a:prstGeom prst="rect">
            <a:avLst/>
          </a:prstGeom>
          <a:solidFill>
            <a:schemeClr val="bg1"/>
          </a:solidFill>
          <a:ln w="9525">
            <a:noFill/>
            <a:miter lim="800000"/>
            <a:headEnd/>
            <a:tailEnd/>
          </a:ln>
        </p:spPr>
        <p:txBody>
          <a:bodyPr wrap="none" anchor="ctr"/>
          <a:lstStyle/>
          <a:p>
            <a:pPr algn="ctr">
              <a:lnSpc>
                <a:spcPct val="90000"/>
              </a:lnSpc>
              <a:spcAft>
                <a:spcPts val="400"/>
              </a:spcAft>
            </a:pPr>
            <a:r>
              <a:rPr lang="en-GB" sz="1100" noProof="0" dirty="0"/>
              <a:t>Cyclone Alfred, Brisbane 2025</a:t>
            </a:r>
          </a:p>
        </p:txBody>
      </p:sp>
      <p:grpSp>
        <p:nvGrpSpPr>
          <p:cNvPr id="25" name="Group 24">
            <a:extLst>
              <a:ext uri="{FF2B5EF4-FFF2-40B4-BE49-F238E27FC236}">
                <a16:creationId xmlns:a16="http://schemas.microsoft.com/office/drawing/2014/main" id="{E97DBFEE-CFC1-BBEC-7EE4-7006D2135547}"/>
              </a:ext>
            </a:extLst>
          </p:cNvPr>
          <p:cNvGrpSpPr/>
          <p:nvPr/>
        </p:nvGrpSpPr>
        <p:grpSpPr>
          <a:xfrm>
            <a:off x="6595268" y="4466406"/>
            <a:ext cx="2249839" cy="1459006"/>
            <a:chOff x="6627590" y="1239606"/>
            <a:chExt cx="2249839" cy="1344543"/>
          </a:xfrm>
        </p:grpSpPr>
        <p:pic>
          <p:nvPicPr>
            <p:cNvPr id="24" name="Picture 8" descr="Power Crisis in Spain: Blackouts Reported After Major Outage - tech ...">
              <a:extLst>
                <a:ext uri="{FF2B5EF4-FFF2-40B4-BE49-F238E27FC236}">
                  <a16:creationId xmlns:a16="http://schemas.microsoft.com/office/drawing/2014/main" id="{8AE0E538-428F-C13A-486B-A972EBFB952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27590" y="1239606"/>
              <a:ext cx="2249839" cy="134454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10">
              <a:extLst>
                <a:ext uri="{FF2B5EF4-FFF2-40B4-BE49-F238E27FC236}">
                  <a16:creationId xmlns:a16="http://schemas.microsoft.com/office/drawing/2014/main" id="{86910C01-39A9-9D61-1213-E4ABF870C2E7}"/>
                </a:ext>
              </a:extLst>
            </p:cNvPr>
            <p:cNvSpPr>
              <a:spLocks noChangeArrowheads="1"/>
            </p:cNvSpPr>
            <p:nvPr/>
          </p:nvSpPr>
          <p:spPr bwMode="auto">
            <a:xfrm>
              <a:off x="7941363" y="2110444"/>
              <a:ext cx="872067" cy="431800"/>
            </a:xfrm>
            <a:prstGeom prst="rect">
              <a:avLst/>
            </a:prstGeom>
            <a:solidFill>
              <a:schemeClr val="bg1"/>
            </a:solidFill>
            <a:ln w="9525">
              <a:noFill/>
              <a:miter lim="800000"/>
              <a:headEnd/>
              <a:tailEnd/>
            </a:ln>
          </p:spPr>
          <p:txBody>
            <a:bodyPr wrap="none" anchor="ctr"/>
            <a:lstStyle/>
            <a:p>
              <a:pPr algn="ctr">
                <a:lnSpc>
                  <a:spcPct val="90000"/>
                </a:lnSpc>
                <a:spcAft>
                  <a:spcPts val="400"/>
                </a:spcAft>
              </a:pPr>
              <a:r>
                <a:rPr lang="en-GB" sz="1100" noProof="0" dirty="0"/>
                <a:t>Blackouts</a:t>
              </a:r>
            </a:p>
            <a:p>
              <a:pPr algn="ctr">
                <a:lnSpc>
                  <a:spcPct val="90000"/>
                </a:lnSpc>
                <a:spcAft>
                  <a:spcPts val="400"/>
                </a:spcAft>
              </a:pPr>
              <a:r>
                <a:rPr lang="en-GB" sz="1100" noProof="0" dirty="0"/>
                <a:t>Spain 2025</a:t>
              </a:r>
            </a:p>
          </p:txBody>
        </p:sp>
      </p:grpSp>
      <p:pic>
        <p:nvPicPr>
          <p:cNvPr id="27" name="Picture 12" descr="Middle east map with flags stock vector. Illustration of cyprus ...">
            <a:extLst>
              <a:ext uri="{FF2B5EF4-FFF2-40B4-BE49-F238E27FC236}">
                <a16:creationId xmlns:a16="http://schemas.microsoft.com/office/drawing/2014/main" id="{84484E41-1D39-0BC2-65C9-69FADC4CFC0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55987" y="2723690"/>
            <a:ext cx="2359821" cy="1507085"/>
          </a:xfrm>
          <a:prstGeom prst="rect">
            <a:avLst/>
          </a:prstGeom>
          <a:noFill/>
          <a:extLst>
            <a:ext uri="{909E8E84-426E-40DD-AFC4-6F175D3DCCD1}">
              <a14:hiddenFill xmlns:a14="http://schemas.microsoft.com/office/drawing/2010/main">
                <a:solidFill>
                  <a:srgbClr val="FFFFFF"/>
                </a:solidFill>
              </a14:hiddenFill>
            </a:ext>
          </a:extLst>
        </p:spPr>
      </p:pic>
      <p:sp>
        <p:nvSpPr>
          <p:cNvPr id="28" name="Rectangle 10">
            <a:extLst>
              <a:ext uri="{FF2B5EF4-FFF2-40B4-BE49-F238E27FC236}">
                <a16:creationId xmlns:a16="http://schemas.microsoft.com/office/drawing/2014/main" id="{A8B403FF-CCC3-BA18-5D16-DDB41C28A5CE}"/>
              </a:ext>
            </a:extLst>
          </p:cNvPr>
          <p:cNvSpPr>
            <a:spLocks noChangeArrowheads="1"/>
          </p:cNvSpPr>
          <p:nvPr/>
        </p:nvSpPr>
        <p:spPr bwMode="auto">
          <a:xfrm>
            <a:off x="9292571" y="2739725"/>
            <a:ext cx="2117129" cy="230560"/>
          </a:xfrm>
          <a:prstGeom prst="rect">
            <a:avLst/>
          </a:prstGeom>
          <a:solidFill>
            <a:schemeClr val="bg1"/>
          </a:solidFill>
          <a:ln w="9525">
            <a:noFill/>
            <a:miter lim="800000"/>
            <a:headEnd/>
            <a:tailEnd/>
          </a:ln>
        </p:spPr>
        <p:txBody>
          <a:bodyPr wrap="none" anchor="ctr"/>
          <a:lstStyle/>
          <a:p>
            <a:pPr algn="ctr">
              <a:lnSpc>
                <a:spcPct val="90000"/>
              </a:lnSpc>
              <a:spcAft>
                <a:spcPts val="400"/>
              </a:spcAft>
            </a:pPr>
            <a:r>
              <a:rPr lang="en-GB" sz="1100" noProof="0" dirty="0"/>
              <a:t>Conflict, Middle East 2025</a:t>
            </a:r>
          </a:p>
        </p:txBody>
      </p:sp>
      <p:sp>
        <p:nvSpPr>
          <p:cNvPr id="2" name="Titre 1">
            <a:extLst>
              <a:ext uri="{FF2B5EF4-FFF2-40B4-BE49-F238E27FC236}">
                <a16:creationId xmlns:a16="http://schemas.microsoft.com/office/drawing/2014/main" id="{C6CA4796-F035-D5AF-C905-9B0DC036571F}"/>
              </a:ext>
            </a:extLst>
          </p:cNvPr>
          <p:cNvSpPr txBox="1">
            <a:spLocks/>
          </p:cNvSpPr>
          <p:nvPr/>
        </p:nvSpPr>
        <p:spPr>
          <a:xfrm>
            <a:off x="448082" y="2133902"/>
            <a:ext cx="3538388" cy="461530"/>
          </a:xfrm>
          <a:prstGeom prst="rect">
            <a:avLst/>
          </a:prstGeom>
        </p:spPr>
        <p:txBody>
          <a:bodyPr/>
          <a:lstStyle>
            <a:lvl1pPr algn="l" rtl="0" eaLnBrk="0" fontAlgn="base" hangingPunct="0">
              <a:lnSpc>
                <a:spcPct val="90000"/>
              </a:lnSpc>
              <a:spcBef>
                <a:spcPct val="0"/>
              </a:spcBef>
              <a:spcAft>
                <a:spcPct val="0"/>
              </a:spcAft>
              <a:defRPr sz="4400" kern="1200">
                <a:solidFill>
                  <a:schemeClr val="tx1"/>
                </a:solidFill>
                <a:latin typeface="Montserrat" pitchFamily="2" charset="77"/>
                <a:ea typeface="+mj-ea"/>
                <a:cs typeface="+mj-cs"/>
              </a:defRPr>
            </a:lvl1pPr>
            <a:lvl2pPr algn="l" rtl="0" eaLnBrk="0" fontAlgn="base" hangingPunct="0">
              <a:lnSpc>
                <a:spcPct val="90000"/>
              </a:lnSpc>
              <a:spcBef>
                <a:spcPct val="0"/>
              </a:spcBef>
              <a:spcAft>
                <a:spcPct val="0"/>
              </a:spcAft>
              <a:defRPr sz="4400">
                <a:solidFill>
                  <a:schemeClr val="tx1"/>
                </a:solidFill>
                <a:latin typeface="Montserrat" panose="00000500000000000000" pitchFamily="2" charset="0"/>
              </a:defRPr>
            </a:lvl2pPr>
            <a:lvl3pPr algn="l" rtl="0" eaLnBrk="0" fontAlgn="base" hangingPunct="0">
              <a:lnSpc>
                <a:spcPct val="90000"/>
              </a:lnSpc>
              <a:spcBef>
                <a:spcPct val="0"/>
              </a:spcBef>
              <a:spcAft>
                <a:spcPct val="0"/>
              </a:spcAft>
              <a:defRPr sz="4400">
                <a:solidFill>
                  <a:schemeClr val="tx1"/>
                </a:solidFill>
                <a:latin typeface="Montserrat" panose="00000500000000000000" pitchFamily="2" charset="0"/>
              </a:defRPr>
            </a:lvl3pPr>
            <a:lvl4pPr algn="l" rtl="0" eaLnBrk="0" fontAlgn="base" hangingPunct="0">
              <a:lnSpc>
                <a:spcPct val="90000"/>
              </a:lnSpc>
              <a:spcBef>
                <a:spcPct val="0"/>
              </a:spcBef>
              <a:spcAft>
                <a:spcPct val="0"/>
              </a:spcAft>
              <a:defRPr sz="4400">
                <a:solidFill>
                  <a:schemeClr val="tx1"/>
                </a:solidFill>
                <a:latin typeface="Montserrat" panose="00000500000000000000" pitchFamily="2" charset="0"/>
              </a:defRPr>
            </a:lvl4pPr>
            <a:lvl5pPr algn="l" rtl="0" eaLnBrk="0" fontAlgn="base" hangingPunct="0">
              <a:lnSpc>
                <a:spcPct val="90000"/>
              </a:lnSpc>
              <a:spcBef>
                <a:spcPct val="0"/>
              </a:spcBef>
              <a:spcAft>
                <a:spcPct val="0"/>
              </a:spcAft>
              <a:defRPr sz="4400">
                <a:solidFill>
                  <a:schemeClr val="tx1"/>
                </a:solidFill>
                <a:latin typeface="Montserrat" panose="00000500000000000000" pitchFamily="2" charset="0"/>
              </a:defRPr>
            </a:lvl5pPr>
            <a:lvl6pPr marL="457200" algn="l" rtl="0" fontAlgn="base">
              <a:lnSpc>
                <a:spcPct val="90000"/>
              </a:lnSpc>
              <a:spcBef>
                <a:spcPct val="0"/>
              </a:spcBef>
              <a:spcAft>
                <a:spcPct val="0"/>
              </a:spcAft>
              <a:defRPr sz="4400">
                <a:solidFill>
                  <a:schemeClr val="tx1"/>
                </a:solidFill>
                <a:latin typeface="Montserrat" panose="00000500000000000000" pitchFamily="2" charset="0"/>
              </a:defRPr>
            </a:lvl6pPr>
            <a:lvl7pPr marL="914400" algn="l" rtl="0" fontAlgn="base">
              <a:lnSpc>
                <a:spcPct val="90000"/>
              </a:lnSpc>
              <a:spcBef>
                <a:spcPct val="0"/>
              </a:spcBef>
              <a:spcAft>
                <a:spcPct val="0"/>
              </a:spcAft>
              <a:defRPr sz="4400">
                <a:solidFill>
                  <a:schemeClr val="tx1"/>
                </a:solidFill>
                <a:latin typeface="Montserrat" panose="00000500000000000000" pitchFamily="2" charset="0"/>
              </a:defRPr>
            </a:lvl7pPr>
            <a:lvl8pPr marL="1371600" algn="l" rtl="0" fontAlgn="base">
              <a:lnSpc>
                <a:spcPct val="90000"/>
              </a:lnSpc>
              <a:spcBef>
                <a:spcPct val="0"/>
              </a:spcBef>
              <a:spcAft>
                <a:spcPct val="0"/>
              </a:spcAft>
              <a:defRPr sz="4400">
                <a:solidFill>
                  <a:schemeClr val="tx1"/>
                </a:solidFill>
                <a:latin typeface="Montserrat" panose="00000500000000000000" pitchFamily="2" charset="0"/>
              </a:defRPr>
            </a:lvl8pPr>
            <a:lvl9pPr marL="1828800" algn="l" rtl="0" fontAlgn="base">
              <a:lnSpc>
                <a:spcPct val="90000"/>
              </a:lnSpc>
              <a:spcBef>
                <a:spcPct val="0"/>
              </a:spcBef>
              <a:spcAft>
                <a:spcPct val="0"/>
              </a:spcAft>
              <a:defRPr sz="4400">
                <a:solidFill>
                  <a:schemeClr val="tx1"/>
                </a:solidFill>
                <a:latin typeface="Montserrat" panose="00000500000000000000" pitchFamily="2" charset="0"/>
              </a:defRPr>
            </a:lvl9pPr>
          </a:lstStyle>
          <a:p>
            <a:pPr algn="ctr"/>
            <a:r>
              <a:rPr lang="en-GB" sz="2800" b="1" noProof="0" dirty="0">
                <a:solidFill>
                  <a:schemeClr val="accent1"/>
                </a:solidFill>
                <a:cs typeface="Arial"/>
                <a:sym typeface="Arial"/>
              </a:rPr>
              <a:t>India Region</a:t>
            </a:r>
          </a:p>
          <a:p>
            <a:pPr algn="ctr"/>
            <a:endParaRPr lang="en-GB" sz="2800" b="1" noProof="0" dirty="0">
              <a:solidFill>
                <a:schemeClr val="accent1"/>
              </a:solidFill>
              <a:cs typeface="Arial"/>
              <a:sym typeface="Arial"/>
            </a:endParaRPr>
          </a:p>
          <a:p>
            <a:pPr algn="ctr"/>
            <a:r>
              <a:rPr lang="en-GB" sz="2800" b="1" noProof="0" dirty="0">
                <a:solidFill>
                  <a:schemeClr val="accent1"/>
                </a:solidFill>
                <a:cs typeface="Arial"/>
                <a:sym typeface="Arial"/>
              </a:rPr>
              <a:t>Business Continuity</a:t>
            </a:r>
          </a:p>
          <a:p>
            <a:pPr algn="ctr"/>
            <a:r>
              <a:rPr lang="en-GB" sz="2800" b="1" noProof="0" dirty="0">
                <a:solidFill>
                  <a:schemeClr val="accent1"/>
                </a:solidFill>
                <a:cs typeface="Arial"/>
                <a:sym typeface="Arial"/>
              </a:rPr>
              <a:t>Management System</a:t>
            </a:r>
            <a:endParaRPr lang="en-GB" sz="2800" b="1" noProof="0" dirty="0">
              <a:solidFill>
                <a:schemeClr val="accent1"/>
              </a:solidFill>
              <a:cs typeface="Arial"/>
            </a:endParaRPr>
          </a:p>
        </p:txBody>
      </p:sp>
    </p:spTree>
    <p:extLst>
      <p:ext uri="{BB962C8B-B14F-4D97-AF65-F5344CB8AC3E}">
        <p14:creationId xmlns:p14="http://schemas.microsoft.com/office/powerpoint/2010/main" val="2012544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25DFA-DEF6-6B47-B7DF-0D3BA09C2536}"/>
              </a:ext>
            </a:extLst>
          </p:cNvPr>
          <p:cNvSpPr>
            <a:spLocks noGrp="1"/>
          </p:cNvSpPr>
          <p:nvPr>
            <p:ph type="title"/>
          </p:nvPr>
        </p:nvSpPr>
        <p:spPr>
          <a:prstGeom prst="rect">
            <a:avLst/>
          </a:prstGeom>
        </p:spPr>
        <p:txBody>
          <a:bodyPr/>
          <a:lstStyle/>
          <a:p>
            <a:r>
              <a:rPr lang="en-GB" sz="2800" noProof="0" dirty="0"/>
              <a:t>Who and how</a:t>
            </a:r>
          </a:p>
        </p:txBody>
      </p:sp>
      <p:sp>
        <p:nvSpPr>
          <p:cNvPr id="3" name="Content Placeholder 4">
            <a:extLst>
              <a:ext uri="{FF2B5EF4-FFF2-40B4-BE49-F238E27FC236}">
                <a16:creationId xmlns:a16="http://schemas.microsoft.com/office/drawing/2014/main" id="{78742DA5-B5E8-CC30-A0D6-E90ED8568E5B}"/>
              </a:ext>
            </a:extLst>
          </p:cNvPr>
          <p:cNvSpPr txBox="1">
            <a:spLocks/>
          </p:cNvSpPr>
          <p:nvPr/>
        </p:nvSpPr>
        <p:spPr>
          <a:xfrm>
            <a:off x="358814" y="-482032"/>
            <a:ext cx="11225334" cy="4814300"/>
          </a:xfrm>
          <a:prstGeom prst="rect">
            <a:avLst/>
          </a:prstGeom>
        </p:spPr>
        <p:txBody>
          <a:bodyPr anchor="b">
            <a:noAutofit/>
          </a:bodyPr>
          <a:lstStyle>
            <a:lvl1pPr marL="0" indent="0" algn="l" rtl="0" eaLnBrk="1" fontAlgn="base" hangingPunct="1">
              <a:lnSpc>
                <a:spcPct val="90000"/>
              </a:lnSpc>
              <a:spcBef>
                <a:spcPts val="1000"/>
              </a:spcBef>
              <a:spcAft>
                <a:spcPct val="0"/>
              </a:spcAft>
              <a:buFont typeface="Arial" panose="020B0604020202020204" pitchFamily="34" charset="0"/>
              <a:buNone/>
              <a:defRPr sz="1800" b="1" kern="1200">
                <a:solidFill>
                  <a:schemeClr val="tx2"/>
                </a:solidFill>
                <a:latin typeface="Montserrat" pitchFamily="2" charset="77"/>
                <a:ea typeface="+mn-ea"/>
                <a:cs typeface="+mn-cs"/>
              </a:defRPr>
            </a:lvl1pPr>
            <a:lvl2pPr marL="342900" indent="0" algn="l" rtl="0" eaLnBrk="1" fontAlgn="base" hangingPunct="1">
              <a:lnSpc>
                <a:spcPct val="90000"/>
              </a:lnSpc>
              <a:spcBef>
                <a:spcPts val="500"/>
              </a:spcBef>
              <a:spcAft>
                <a:spcPct val="0"/>
              </a:spcAft>
              <a:buFont typeface="Arial" panose="020B0604020202020204" pitchFamily="34" charset="0"/>
              <a:buNone/>
              <a:defRPr sz="1500" b="1" kern="1200">
                <a:solidFill>
                  <a:schemeClr val="tx1"/>
                </a:solidFill>
                <a:latin typeface="+mn-lt"/>
                <a:ea typeface="+mn-ea"/>
                <a:cs typeface="+mn-cs"/>
              </a:defRPr>
            </a:lvl2pPr>
            <a:lvl3pPr marL="685800" indent="0" algn="l" rtl="0" eaLnBrk="1" fontAlgn="base" hangingPunct="1">
              <a:lnSpc>
                <a:spcPct val="90000"/>
              </a:lnSpc>
              <a:spcBef>
                <a:spcPts val="500"/>
              </a:spcBef>
              <a:spcAft>
                <a:spcPct val="0"/>
              </a:spcAft>
              <a:buFont typeface="Arial" panose="020B0604020202020204" pitchFamily="34" charset="0"/>
              <a:buNone/>
              <a:defRPr sz="1350" b="1" kern="1200">
                <a:solidFill>
                  <a:schemeClr val="tx1"/>
                </a:solidFill>
                <a:latin typeface="+mn-lt"/>
                <a:ea typeface="+mn-ea"/>
                <a:cs typeface="+mn-cs"/>
              </a:defRPr>
            </a:lvl3pPr>
            <a:lvl4pPr marL="1028700" indent="0" algn="l" rtl="0" eaLnBrk="1" fontAlgn="base" hangingPunct="1">
              <a:lnSpc>
                <a:spcPct val="90000"/>
              </a:lnSpc>
              <a:spcBef>
                <a:spcPts val="500"/>
              </a:spcBef>
              <a:spcAft>
                <a:spcPct val="0"/>
              </a:spcAft>
              <a:buFont typeface="Arial" panose="020B0604020202020204" pitchFamily="34" charset="0"/>
              <a:buNone/>
              <a:defRPr sz="1200" b="1" kern="1200">
                <a:solidFill>
                  <a:schemeClr val="tx1"/>
                </a:solidFill>
                <a:latin typeface="+mn-lt"/>
                <a:ea typeface="+mn-ea"/>
                <a:cs typeface="+mn-cs"/>
              </a:defRPr>
            </a:lvl4pPr>
            <a:lvl5pPr marL="1371600" indent="0" algn="l" rtl="0" eaLnBrk="1" fontAlgn="base" hangingPunct="1">
              <a:lnSpc>
                <a:spcPct val="90000"/>
              </a:lnSpc>
              <a:spcBef>
                <a:spcPts val="500"/>
              </a:spcBef>
              <a:spcAft>
                <a:spcPct val="0"/>
              </a:spcAft>
              <a:buFont typeface="Arial" panose="020B0604020202020204" pitchFamily="34" charset="0"/>
              <a:buNone/>
              <a:defRPr sz="1200" b="1" kern="1200">
                <a:solidFill>
                  <a:schemeClr val="tx1"/>
                </a:solidFill>
                <a:latin typeface="+mn-lt"/>
                <a:ea typeface="+mn-ea"/>
                <a:cs typeface="+mn-cs"/>
              </a:defRPr>
            </a:lvl5pPr>
            <a:lvl6pPr marL="17145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6pPr>
            <a:lvl7pPr marL="20574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7pPr>
            <a:lvl8pPr marL="24003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8pPr>
            <a:lvl9pPr marL="27432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9pPr>
          </a:lstStyle>
          <a:p>
            <a:pPr marL="0" lvl="1"/>
            <a:endParaRPr lang="en-GB" sz="1400" b="0" noProof="0" dirty="0">
              <a:solidFill>
                <a:schemeClr val="tx2"/>
              </a:solidFill>
              <a:latin typeface="Montserrat" pitchFamily="2" charset="77"/>
            </a:endParaRPr>
          </a:p>
          <a:p>
            <a:pPr marL="0" lvl="1"/>
            <a:r>
              <a:rPr lang="en-GB" sz="1400" b="0" noProof="0" dirty="0">
                <a:solidFill>
                  <a:schemeClr val="tx2"/>
                </a:solidFill>
                <a:latin typeface="Montserrat" pitchFamily="2" charset="77"/>
              </a:rPr>
              <a:t>The India Region Crisis Response Team (CRT) led by Shyamsundar Jagadeesan and Chandrasekar Sankaran who will </a:t>
            </a:r>
          </a:p>
          <a:p>
            <a:pPr marL="0" lvl="1"/>
            <a:r>
              <a:rPr lang="en-GB" sz="1400" b="0" noProof="0" dirty="0">
                <a:solidFill>
                  <a:schemeClr val="tx2"/>
                </a:solidFill>
                <a:latin typeface="Montserrat" pitchFamily="2" charset="77"/>
              </a:rPr>
              <a:t>manage an incident in the region, utilising the India Crisis Management Plan and Business Continuity Plan as needed.</a:t>
            </a:r>
          </a:p>
          <a:p>
            <a:pPr marL="0" lvl="1"/>
            <a:endParaRPr lang="en-GB" sz="1400" b="0" noProof="0" dirty="0">
              <a:solidFill>
                <a:schemeClr val="tx2"/>
              </a:solidFill>
              <a:latin typeface="Montserrat" pitchFamily="2" charset="77"/>
            </a:endParaRPr>
          </a:p>
          <a:p>
            <a:pPr marL="0" lvl="1"/>
            <a:r>
              <a:rPr lang="en-GB" sz="1400" b="0" noProof="0" dirty="0">
                <a:solidFill>
                  <a:schemeClr val="tx2"/>
                </a:solidFill>
                <a:latin typeface="Montserrat" pitchFamily="2" charset="77"/>
              </a:rPr>
              <a:t>The scope of the CRT is to:-</a:t>
            </a:r>
          </a:p>
          <a:p>
            <a:pPr marL="628650" lvl="2" indent="-285750">
              <a:buFont typeface="Arial" panose="020B0604020202020204" pitchFamily="34" charset="0"/>
              <a:buChar char="•"/>
            </a:pPr>
            <a:r>
              <a:rPr lang="en-GB" sz="1400" b="0" noProof="0" dirty="0">
                <a:solidFill>
                  <a:schemeClr val="tx2"/>
                </a:solidFill>
                <a:latin typeface="Montserrat" pitchFamily="2" charset="77"/>
              </a:rPr>
              <a:t>Manage the incident</a:t>
            </a:r>
          </a:p>
          <a:p>
            <a:pPr marL="628650" lvl="2" indent="-285750">
              <a:buFont typeface="Arial" panose="020B0604020202020204" pitchFamily="34" charset="0"/>
              <a:buChar char="•"/>
            </a:pPr>
            <a:r>
              <a:rPr lang="en-GB" sz="1400" b="0" noProof="0" dirty="0">
                <a:solidFill>
                  <a:schemeClr val="tx2"/>
                </a:solidFill>
                <a:latin typeface="Montserrat" pitchFamily="2" charset="77"/>
              </a:rPr>
              <a:t>Ensure the safety of people</a:t>
            </a:r>
          </a:p>
          <a:p>
            <a:pPr marL="628650" lvl="2" indent="-285750">
              <a:buFont typeface="Arial" panose="020B0604020202020204" pitchFamily="34" charset="0"/>
              <a:buChar char="•"/>
            </a:pPr>
            <a:r>
              <a:rPr lang="en-GB" sz="1400" b="0" noProof="0" dirty="0">
                <a:solidFill>
                  <a:schemeClr val="tx2"/>
                </a:solidFill>
                <a:latin typeface="Montserrat" pitchFamily="2" charset="77"/>
              </a:rPr>
              <a:t>Invite extended team (SME’s etc.) to assist with the incident/event</a:t>
            </a:r>
          </a:p>
          <a:p>
            <a:pPr marL="628650" lvl="2" indent="-285750">
              <a:buFont typeface="Arial" panose="020B0604020202020204" pitchFamily="34" charset="0"/>
              <a:buChar char="•"/>
            </a:pPr>
            <a:r>
              <a:rPr lang="en-GB" sz="1400" b="0" noProof="0" dirty="0">
                <a:solidFill>
                  <a:schemeClr val="tx2"/>
                </a:solidFill>
                <a:latin typeface="Montserrat" pitchFamily="2" charset="77"/>
              </a:rPr>
              <a:t>Liaise with Senior Leadership</a:t>
            </a:r>
          </a:p>
          <a:p>
            <a:pPr marL="628650" lvl="2" indent="-285750">
              <a:buFont typeface="Arial" panose="020B0604020202020204" pitchFamily="34" charset="0"/>
              <a:buChar char="•"/>
            </a:pPr>
            <a:r>
              <a:rPr lang="en-GB" sz="1400" b="0" noProof="0" dirty="0">
                <a:solidFill>
                  <a:schemeClr val="tx2"/>
                </a:solidFill>
                <a:latin typeface="Montserrat" pitchFamily="2" charset="77"/>
              </a:rPr>
              <a:t>Internal and external communication</a:t>
            </a:r>
          </a:p>
          <a:p>
            <a:pPr marL="628650" lvl="2" indent="-285750">
              <a:buFont typeface="Arial" panose="020B0604020202020204" pitchFamily="34" charset="0"/>
              <a:buChar char="•"/>
            </a:pPr>
            <a:r>
              <a:rPr lang="en-GB" sz="1400" b="0" noProof="0" dirty="0">
                <a:solidFill>
                  <a:schemeClr val="tx2"/>
                </a:solidFill>
                <a:latin typeface="Montserrat" pitchFamily="2" charset="77"/>
              </a:rPr>
              <a:t>Assist the delivery and support teams to continue providing service to its customers </a:t>
            </a:r>
          </a:p>
        </p:txBody>
      </p:sp>
    </p:spTree>
    <p:extLst>
      <p:ext uri="{BB962C8B-B14F-4D97-AF65-F5344CB8AC3E}">
        <p14:creationId xmlns:p14="http://schemas.microsoft.com/office/powerpoint/2010/main" val="569462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9E4A7-A175-8802-DACD-404FE0F79D9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90B113B-FB29-1E3F-B691-8993E29CB6D3}"/>
              </a:ext>
            </a:extLst>
          </p:cNvPr>
          <p:cNvSpPr>
            <a:spLocks noGrp="1"/>
          </p:cNvSpPr>
          <p:nvPr>
            <p:ph type="title"/>
          </p:nvPr>
        </p:nvSpPr>
        <p:spPr>
          <a:prstGeom prst="rect">
            <a:avLst/>
          </a:prstGeom>
        </p:spPr>
        <p:txBody>
          <a:bodyPr/>
          <a:lstStyle/>
          <a:p>
            <a:r>
              <a:rPr lang="en-GB" sz="2800" noProof="0" dirty="0">
                <a:cs typeface="Arial"/>
                <a:sym typeface="Arial"/>
              </a:rPr>
              <a:t>India Crisis Response Team</a:t>
            </a:r>
            <a:endParaRPr lang="en-GB" sz="2800" noProof="0" dirty="0"/>
          </a:p>
        </p:txBody>
      </p:sp>
      <p:graphicFrame>
        <p:nvGraphicFramePr>
          <p:cNvPr id="3" name="Table 2">
            <a:extLst>
              <a:ext uri="{FF2B5EF4-FFF2-40B4-BE49-F238E27FC236}">
                <a16:creationId xmlns:a16="http://schemas.microsoft.com/office/drawing/2014/main" id="{823396E8-9320-110E-05DE-3466D76081D3}"/>
              </a:ext>
            </a:extLst>
          </p:cNvPr>
          <p:cNvGraphicFramePr>
            <a:graphicFrameLocks noGrp="1"/>
          </p:cNvGraphicFramePr>
          <p:nvPr>
            <p:extLst>
              <p:ext uri="{D42A27DB-BD31-4B8C-83A1-F6EECF244321}">
                <p14:modId xmlns:p14="http://schemas.microsoft.com/office/powerpoint/2010/main" val="4209086930"/>
              </p:ext>
            </p:extLst>
          </p:nvPr>
        </p:nvGraphicFramePr>
        <p:xfrm>
          <a:off x="756873" y="1845382"/>
          <a:ext cx="10512000" cy="3286840"/>
        </p:xfrm>
        <a:graphic>
          <a:graphicData uri="http://schemas.openxmlformats.org/drawingml/2006/table">
            <a:tbl>
              <a:tblPr firstRow="1" bandRow="1">
                <a:tableStyleId>{5C22544A-7EE6-4342-B048-85BDC9FD1C3A}</a:tableStyleId>
              </a:tblPr>
              <a:tblGrid>
                <a:gridCol w="2779429">
                  <a:extLst>
                    <a:ext uri="{9D8B030D-6E8A-4147-A177-3AD203B41FA5}">
                      <a16:colId xmlns:a16="http://schemas.microsoft.com/office/drawing/2014/main" val="976732589"/>
                    </a:ext>
                  </a:extLst>
                </a:gridCol>
                <a:gridCol w="2476571">
                  <a:extLst>
                    <a:ext uri="{9D8B030D-6E8A-4147-A177-3AD203B41FA5}">
                      <a16:colId xmlns:a16="http://schemas.microsoft.com/office/drawing/2014/main" val="1519102992"/>
                    </a:ext>
                  </a:extLst>
                </a:gridCol>
                <a:gridCol w="2748572">
                  <a:extLst>
                    <a:ext uri="{9D8B030D-6E8A-4147-A177-3AD203B41FA5}">
                      <a16:colId xmlns:a16="http://schemas.microsoft.com/office/drawing/2014/main" val="1156540959"/>
                    </a:ext>
                  </a:extLst>
                </a:gridCol>
                <a:gridCol w="2507428">
                  <a:extLst>
                    <a:ext uri="{9D8B030D-6E8A-4147-A177-3AD203B41FA5}">
                      <a16:colId xmlns:a16="http://schemas.microsoft.com/office/drawing/2014/main" val="1772137921"/>
                    </a:ext>
                  </a:extLst>
                </a:gridCol>
              </a:tblGrid>
              <a:tr h="370840">
                <a:tc>
                  <a:txBody>
                    <a:bodyPr/>
                    <a:lstStyle/>
                    <a:p>
                      <a:r>
                        <a:rPr lang="en-GB" sz="1400" noProof="0" dirty="0"/>
                        <a:t>Role</a:t>
                      </a:r>
                    </a:p>
                  </a:txBody>
                  <a:tcPr/>
                </a:tc>
                <a:tc>
                  <a:txBody>
                    <a:bodyPr/>
                    <a:lstStyle/>
                    <a:p>
                      <a:r>
                        <a:rPr lang="en-GB" sz="1400" noProof="0" dirty="0"/>
                        <a:t>Name</a:t>
                      </a:r>
                    </a:p>
                  </a:txBody>
                  <a:tcPr/>
                </a:tc>
                <a:tc>
                  <a:txBody>
                    <a:bodyPr/>
                    <a:lstStyle/>
                    <a:p>
                      <a:r>
                        <a:rPr lang="en-GB" sz="1400" noProof="0" dirty="0"/>
                        <a:t>Role</a:t>
                      </a:r>
                    </a:p>
                  </a:txBody>
                  <a:tcPr/>
                </a:tc>
                <a:tc>
                  <a:txBody>
                    <a:bodyPr/>
                    <a:lstStyle/>
                    <a:p>
                      <a:r>
                        <a:rPr lang="en-GB" sz="1400" noProof="0" dirty="0"/>
                        <a:t>Name</a:t>
                      </a:r>
                    </a:p>
                  </a:txBody>
                  <a:tcPr/>
                </a:tc>
                <a:extLst>
                  <a:ext uri="{0D108BD9-81ED-4DB2-BD59-A6C34878D82A}">
                    <a16:rowId xmlns:a16="http://schemas.microsoft.com/office/drawing/2014/main" val="828630513"/>
                  </a:ext>
                </a:extLst>
              </a:tr>
              <a:tr h="324000">
                <a:tc>
                  <a:txBody>
                    <a:bodyPr/>
                    <a:lstStyle/>
                    <a:p>
                      <a:r>
                        <a:rPr lang="en-GB" sz="1000" b="1" noProof="0" dirty="0">
                          <a:latin typeface="+mn-lt"/>
                        </a:rPr>
                        <a:t>Crisis Leader</a:t>
                      </a:r>
                    </a:p>
                  </a:txBody>
                  <a:tcPr/>
                </a:tc>
                <a:tc>
                  <a:txBody>
                    <a:bodyPr/>
                    <a:lstStyle/>
                    <a:p>
                      <a:r>
                        <a:rPr lang="en-GB" sz="1000" noProof="0" dirty="0">
                          <a:latin typeface="+mn-lt"/>
                        </a:rPr>
                        <a:t>Shyamsundar Jagadeesan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0000"/>
                          </a:solidFill>
                          <a:effectLst/>
                          <a:uLnTx/>
                          <a:uFillTx/>
                          <a:latin typeface="Montserrat"/>
                          <a:ea typeface="+mn-ea"/>
                          <a:cs typeface="+mn-cs"/>
                        </a:rPr>
                        <a:t>Program Manager</a:t>
                      </a:r>
                    </a:p>
                  </a:txBody>
                  <a:tcPr/>
                </a:tc>
                <a:tc>
                  <a:txBody>
                    <a:bodyPr/>
                    <a:lstStyle/>
                    <a:p>
                      <a:r>
                        <a:rPr lang="en-GB" sz="1000" noProof="0" dirty="0">
                          <a:latin typeface="+mn-lt"/>
                        </a:rPr>
                        <a:t>Syed Shajahan </a:t>
                      </a:r>
                    </a:p>
                  </a:txBody>
                  <a:tcPr/>
                </a:tc>
                <a:extLst>
                  <a:ext uri="{0D108BD9-81ED-4DB2-BD59-A6C34878D82A}">
                    <a16:rowId xmlns:a16="http://schemas.microsoft.com/office/drawing/2014/main" val="634354344"/>
                  </a:ext>
                </a:extLst>
              </a:tr>
              <a:tr h="324000">
                <a:tc>
                  <a:txBody>
                    <a:bodyPr/>
                    <a:lstStyle/>
                    <a:p>
                      <a:r>
                        <a:rPr lang="en-GB" sz="1000" b="1" noProof="0" dirty="0">
                          <a:latin typeface="+mn-lt"/>
                        </a:rPr>
                        <a:t>Alt. Crisis Leader</a:t>
                      </a:r>
                    </a:p>
                  </a:txBody>
                  <a:tcPr/>
                </a:tc>
                <a:tc>
                  <a:txBody>
                    <a:bodyPr/>
                    <a:lstStyle/>
                    <a:p>
                      <a:r>
                        <a:rPr lang="en-GB" sz="1000" noProof="0" dirty="0">
                          <a:latin typeface="+mn-lt"/>
                        </a:rPr>
                        <a:t>Chandrasekar Sankaran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0000"/>
                          </a:solidFill>
                          <a:effectLst/>
                          <a:uLnTx/>
                          <a:uFillTx/>
                          <a:latin typeface="Montserrat"/>
                          <a:ea typeface="+mn-ea"/>
                          <a:cs typeface="+mn-cs"/>
                        </a:rPr>
                        <a:t>Program Manager</a:t>
                      </a:r>
                    </a:p>
                  </a:txBody>
                  <a:tcPr/>
                </a:tc>
                <a:tc>
                  <a:txBody>
                    <a:bodyPr/>
                    <a:lstStyle/>
                    <a:p>
                      <a:r>
                        <a:rPr lang="en-GB" sz="1000" noProof="0" dirty="0">
                          <a:latin typeface="+mn-lt"/>
                        </a:rPr>
                        <a:t>Krishnan Moorthy</a:t>
                      </a:r>
                    </a:p>
                  </a:txBody>
                  <a:tcPr/>
                </a:tc>
                <a:extLst>
                  <a:ext uri="{0D108BD9-81ED-4DB2-BD59-A6C34878D82A}">
                    <a16:rowId xmlns:a16="http://schemas.microsoft.com/office/drawing/2014/main" val="800699655"/>
                  </a:ext>
                </a:extLst>
              </a:tr>
              <a:tr h="324000">
                <a:tc>
                  <a:txBody>
                    <a:bodyPr/>
                    <a:lstStyle/>
                    <a:p>
                      <a:r>
                        <a:rPr lang="en-GB" sz="1000" b="1" noProof="0" dirty="0">
                          <a:latin typeface="+mn-lt"/>
                        </a:rPr>
                        <a:t>Crisis Coordinator</a:t>
                      </a:r>
                    </a:p>
                  </a:txBody>
                  <a:tcPr/>
                </a:tc>
                <a:tc>
                  <a:txBody>
                    <a:bodyPr/>
                    <a:lstStyle/>
                    <a:p>
                      <a:r>
                        <a:rPr lang="en-GB" sz="1000" noProof="0" dirty="0">
                          <a:latin typeface="+mn-lt"/>
                        </a:rPr>
                        <a:t>Sonu Mathur</a:t>
                      </a:r>
                    </a:p>
                  </a:txBody>
                  <a:tcPr/>
                </a:tc>
                <a:tc>
                  <a:txBody>
                    <a:bodyPr/>
                    <a:lstStyle/>
                    <a:p>
                      <a:r>
                        <a:rPr lang="en-GB" sz="1000" b="1" noProof="0" dirty="0">
                          <a:latin typeface="+mn-lt"/>
                        </a:rPr>
                        <a:t>Security</a:t>
                      </a:r>
                    </a:p>
                  </a:txBody>
                  <a:tcPr/>
                </a:tc>
                <a:tc>
                  <a:txBody>
                    <a:bodyPr/>
                    <a:lstStyle/>
                    <a:p>
                      <a:r>
                        <a:rPr lang="en-GB" sz="1000" noProof="0" dirty="0">
                          <a:latin typeface="+mn-lt"/>
                        </a:rPr>
                        <a:t>Joerg Kirsten</a:t>
                      </a:r>
                    </a:p>
                  </a:txBody>
                  <a:tcPr/>
                </a:tc>
                <a:extLst>
                  <a:ext uri="{0D108BD9-81ED-4DB2-BD59-A6C34878D82A}">
                    <a16:rowId xmlns:a16="http://schemas.microsoft.com/office/drawing/2014/main" val="2887845216"/>
                  </a:ext>
                </a:extLst>
              </a:tr>
              <a:tr h="324000">
                <a:tc>
                  <a:txBody>
                    <a:bodyPr/>
                    <a:lstStyle/>
                    <a:p>
                      <a:r>
                        <a:rPr lang="en-GB" sz="1000" b="1" noProof="0" dirty="0">
                          <a:latin typeface="+mn-lt"/>
                        </a:rPr>
                        <a:t>Alt. Crisis Coordinator</a:t>
                      </a:r>
                    </a:p>
                  </a:txBody>
                  <a:tcPr/>
                </a:tc>
                <a:tc>
                  <a:txBody>
                    <a:bodyPr/>
                    <a:lstStyle/>
                    <a:p>
                      <a:r>
                        <a:rPr lang="en-GB" sz="1000" noProof="0" dirty="0">
                          <a:latin typeface="+mn-lt"/>
                        </a:rPr>
                        <a:t>Abhishek Kumar</a:t>
                      </a:r>
                    </a:p>
                  </a:txBody>
                  <a:tcPr/>
                </a:tc>
                <a:tc>
                  <a:txBody>
                    <a:bodyPr/>
                    <a:lstStyle/>
                    <a:p>
                      <a:r>
                        <a:rPr lang="en-GB" sz="1000" b="1" noProof="0" dirty="0">
                          <a:latin typeface="+mn-lt"/>
                        </a:rPr>
                        <a:t>HR</a:t>
                      </a:r>
                    </a:p>
                  </a:txBody>
                  <a:tcPr/>
                </a:tc>
                <a:tc>
                  <a:txBody>
                    <a:bodyPr/>
                    <a:lstStyle/>
                    <a:p>
                      <a:r>
                        <a:rPr lang="en-GB" sz="1000" noProof="0" dirty="0">
                          <a:latin typeface="+mn-lt"/>
                        </a:rPr>
                        <a:t>Annis Banu Shanavaz Khan</a:t>
                      </a:r>
                    </a:p>
                  </a:txBody>
                  <a:tcPr/>
                </a:tc>
                <a:extLst>
                  <a:ext uri="{0D108BD9-81ED-4DB2-BD59-A6C34878D82A}">
                    <a16:rowId xmlns:a16="http://schemas.microsoft.com/office/drawing/2014/main" val="4089523171"/>
                  </a:ext>
                </a:extLst>
              </a:tr>
              <a:tr h="32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noProof="0" dirty="0">
                          <a:latin typeface="+mn-lt"/>
                        </a:rPr>
                        <a:t>Alt. Crisis Coordinator</a:t>
                      </a:r>
                    </a:p>
                  </a:txBody>
                  <a:tcPr/>
                </a:tc>
                <a:tc>
                  <a:txBody>
                    <a:bodyPr/>
                    <a:lstStyle/>
                    <a:p>
                      <a:r>
                        <a:rPr lang="en-GB" sz="1000" noProof="0" dirty="0">
                          <a:latin typeface="+mn-lt"/>
                        </a:rPr>
                        <a:t>Inder Jeet Singh</a:t>
                      </a:r>
                    </a:p>
                  </a:txBody>
                  <a:tcPr/>
                </a:tc>
                <a:tc>
                  <a:txBody>
                    <a:bodyPr/>
                    <a:lstStyle/>
                    <a:p>
                      <a:r>
                        <a:rPr lang="en-GB" sz="1000" b="1" noProof="0" dirty="0">
                          <a:latin typeface="+mn-lt"/>
                        </a:rPr>
                        <a:t>Communication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noProof="0" dirty="0">
                          <a:latin typeface="+mn-lt"/>
                        </a:rPr>
                        <a:t>Radhika Natraj</a:t>
                      </a:r>
                    </a:p>
                  </a:txBody>
                  <a:tcPr/>
                </a:tc>
                <a:extLst>
                  <a:ext uri="{0D108BD9-81ED-4DB2-BD59-A6C34878D82A}">
                    <a16:rowId xmlns:a16="http://schemas.microsoft.com/office/drawing/2014/main" val="3644323865"/>
                  </a:ext>
                </a:extLst>
              </a:tr>
              <a:tr h="324000">
                <a:tc>
                  <a:txBody>
                    <a:bodyPr/>
                    <a:lstStyle/>
                    <a:p>
                      <a:r>
                        <a:rPr lang="en-GB" sz="1000" b="1" noProof="0" dirty="0">
                          <a:latin typeface="+mn-lt"/>
                        </a:rPr>
                        <a:t>Engagements Delivery Manager</a:t>
                      </a:r>
                    </a:p>
                  </a:txBody>
                  <a:tcPr/>
                </a:tc>
                <a:tc>
                  <a:txBody>
                    <a:bodyPr/>
                    <a:lstStyle/>
                    <a:p>
                      <a:r>
                        <a:rPr lang="en-GB" sz="1000" noProof="0" dirty="0">
                          <a:latin typeface="+mn-lt"/>
                        </a:rPr>
                        <a:t>Chittaranjan Mohanty</a:t>
                      </a:r>
                    </a:p>
                  </a:txBody>
                  <a:tcPr/>
                </a:tc>
                <a:tc>
                  <a:txBody>
                    <a:bodyPr/>
                    <a:lstStyle/>
                    <a:p>
                      <a:r>
                        <a:rPr lang="en-GB" sz="1000" b="1" noProof="0" dirty="0">
                          <a:latin typeface="+mn-lt"/>
                        </a:rPr>
                        <a:t>Facilities</a:t>
                      </a:r>
                    </a:p>
                  </a:txBody>
                  <a:tcPr/>
                </a:tc>
                <a:tc>
                  <a:txBody>
                    <a:bodyPr/>
                    <a:lstStyle/>
                    <a:p>
                      <a:r>
                        <a:rPr lang="en-GB" sz="1000" noProof="0" dirty="0">
                          <a:latin typeface="+mn-lt"/>
                        </a:rPr>
                        <a:t>Sarfuddin A</a:t>
                      </a:r>
                    </a:p>
                  </a:txBody>
                  <a:tcPr/>
                </a:tc>
                <a:extLst>
                  <a:ext uri="{0D108BD9-81ED-4DB2-BD59-A6C34878D82A}">
                    <a16:rowId xmlns:a16="http://schemas.microsoft.com/office/drawing/2014/main" val="484229901"/>
                  </a:ext>
                </a:extLst>
              </a:tr>
              <a:tr h="324000">
                <a:tc>
                  <a:txBody>
                    <a:bodyPr/>
                    <a:lstStyle/>
                    <a:p>
                      <a:r>
                        <a:rPr lang="en-GB" sz="1000" b="1" noProof="0" dirty="0">
                          <a:latin typeface="+mn-lt"/>
                        </a:rPr>
                        <a:t>Technical Coordinator</a:t>
                      </a:r>
                    </a:p>
                  </a:txBody>
                  <a:tcPr/>
                </a:tc>
                <a:tc>
                  <a:txBody>
                    <a:bodyPr/>
                    <a:lstStyle/>
                    <a:p>
                      <a:r>
                        <a:rPr lang="en-GB" sz="1000" noProof="0" dirty="0">
                          <a:latin typeface="+mn-lt"/>
                        </a:rPr>
                        <a:t>Harinam Prasad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noProof="0" dirty="0">
                          <a:latin typeface="+mn-lt"/>
                        </a:rPr>
                        <a:t>Finance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noProof="0" dirty="0">
                          <a:latin typeface="+mn-lt"/>
                        </a:rPr>
                        <a:t>Sachin Upadhyay</a:t>
                      </a:r>
                    </a:p>
                  </a:txBody>
                  <a:tcPr/>
                </a:tc>
                <a:extLst>
                  <a:ext uri="{0D108BD9-81ED-4DB2-BD59-A6C34878D82A}">
                    <a16:rowId xmlns:a16="http://schemas.microsoft.com/office/drawing/2014/main" val="1854995802"/>
                  </a:ext>
                </a:extLst>
              </a:tr>
              <a:tr h="324000">
                <a:tc>
                  <a:txBody>
                    <a:bodyPr/>
                    <a:lstStyle/>
                    <a:p>
                      <a:r>
                        <a:rPr lang="en-GB" sz="1000" b="1" noProof="0" dirty="0">
                          <a:latin typeface="+mn-lt"/>
                        </a:rPr>
                        <a:t>Program Manager</a:t>
                      </a:r>
                    </a:p>
                  </a:txBody>
                  <a:tcPr/>
                </a:tc>
                <a:tc>
                  <a:txBody>
                    <a:bodyPr/>
                    <a:lstStyle/>
                    <a:p>
                      <a:r>
                        <a:rPr lang="en-GB" sz="1000" noProof="0" dirty="0">
                          <a:latin typeface="+mn-lt"/>
                        </a:rPr>
                        <a:t>Senthilnathan  Ranganathan</a:t>
                      </a:r>
                    </a:p>
                  </a:txBody>
                  <a:tcPr/>
                </a:tc>
                <a:tc>
                  <a:txBody>
                    <a:bodyPr/>
                    <a:lstStyle/>
                    <a:p>
                      <a:r>
                        <a:rPr lang="en-GB" sz="1000" b="1" noProof="0" dirty="0">
                          <a:latin typeface="+mn-lt"/>
                        </a:rPr>
                        <a:t>Supply Chain</a:t>
                      </a:r>
                    </a:p>
                  </a:txBody>
                  <a:tcPr/>
                </a:tc>
                <a:tc>
                  <a:txBody>
                    <a:bodyPr/>
                    <a:lstStyle/>
                    <a:p>
                      <a:r>
                        <a:rPr lang="en-GB" sz="1000" noProof="0" dirty="0">
                          <a:latin typeface="+mn-lt"/>
                        </a:rPr>
                        <a:t>Akshay P</a:t>
                      </a:r>
                    </a:p>
                  </a:txBody>
                  <a:tcPr/>
                </a:tc>
                <a:extLst>
                  <a:ext uri="{0D108BD9-81ED-4DB2-BD59-A6C34878D82A}">
                    <a16:rowId xmlns:a16="http://schemas.microsoft.com/office/drawing/2014/main" val="729346201"/>
                  </a:ext>
                </a:extLst>
              </a:tr>
              <a:tr h="32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0000"/>
                          </a:solidFill>
                          <a:effectLst/>
                          <a:uLnTx/>
                          <a:uFillTx/>
                          <a:latin typeface="Montserrat"/>
                          <a:ea typeface="+mn-ea"/>
                          <a:cs typeface="+mn-cs"/>
                        </a:rPr>
                        <a:t>Program Manager</a:t>
                      </a:r>
                    </a:p>
                  </a:txBody>
                  <a:tcPr/>
                </a:tc>
                <a:tc>
                  <a:txBody>
                    <a:bodyPr/>
                    <a:lstStyle/>
                    <a:p>
                      <a:r>
                        <a:rPr lang="en-GB" sz="1000" noProof="0" dirty="0">
                          <a:latin typeface="+mn-lt"/>
                        </a:rPr>
                        <a:t>Suresh Babu</a:t>
                      </a:r>
                    </a:p>
                  </a:txBody>
                  <a:tcPr/>
                </a:tc>
                <a:tc>
                  <a:txBody>
                    <a:bodyPr/>
                    <a:lstStyle/>
                    <a:p>
                      <a:endParaRPr lang="en-GB" sz="1000" b="1" noProof="0" dirty="0">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noProof="0" dirty="0">
                        <a:latin typeface="+mn-lt"/>
                      </a:endParaRPr>
                    </a:p>
                  </a:txBody>
                  <a:tcPr/>
                </a:tc>
                <a:extLst>
                  <a:ext uri="{0D108BD9-81ED-4DB2-BD59-A6C34878D82A}">
                    <a16:rowId xmlns:a16="http://schemas.microsoft.com/office/drawing/2014/main" val="3671895429"/>
                  </a:ext>
                </a:extLst>
              </a:tr>
            </a:tbl>
          </a:graphicData>
        </a:graphic>
      </p:graphicFrame>
      <p:sp>
        <p:nvSpPr>
          <p:cNvPr id="4" name="Google Shape;1717;p78">
            <a:extLst>
              <a:ext uri="{FF2B5EF4-FFF2-40B4-BE49-F238E27FC236}">
                <a16:creationId xmlns:a16="http://schemas.microsoft.com/office/drawing/2014/main" id="{E284B9B7-B087-8589-8CCA-36BD9D25ED83}"/>
              </a:ext>
            </a:extLst>
          </p:cNvPr>
          <p:cNvSpPr txBox="1">
            <a:spLocks/>
          </p:cNvSpPr>
          <p:nvPr/>
        </p:nvSpPr>
        <p:spPr>
          <a:xfrm>
            <a:off x="452657" y="5586227"/>
            <a:ext cx="10816216" cy="1004174"/>
          </a:xfrm>
          <a:prstGeom prst="rect">
            <a:avLst/>
          </a:prstGeom>
        </p:spPr>
        <p:txBody>
          <a:bodyPr spcFirstLastPara="1" wrap="square" lIns="91425" tIns="91425" rIns="91425" bIns="91425" anchor="ctr" anchorCtr="0">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ontserrat" pitchFamily="2" charset="77"/>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ontserrat" pitchFamily="2" charset="77"/>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ontserrat" pitchFamily="2" charset="77"/>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ontserrat" pitchFamily="2" charset="77"/>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400" noProof="0" dirty="0">
              <a:solidFill>
                <a:schemeClr val="tx2"/>
              </a:solidFill>
              <a:cs typeface="Arial"/>
            </a:endParaRPr>
          </a:p>
          <a:p>
            <a:pPr marL="0" indent="0" algn="ctr">
              <a:buNone/>
            </a:pPr>
            <a:r>
              <a:rPr lang="en-GB" sz="1400" noProof="0" dirty="0">
                <a:solidFill>
                  <a:schemeClr val="tx2"/>
                </a:solidFill>
                <a:cs typeface="Arial"/>
              </a:rPr>
              <a:t>Crisis Management Plan is the document that guides the Crisis Response Team on activation and managing an incident.</a:t>
            </a:r>
          </a:p>
          <a:p>
            <a:pPr marL="0" indent="0">
              <a:buNone/>
            </a:pPr>
            <a:endParaRPr lang="en-GB" sz="1400" noProof="0" dirty="0">
              <a:solidFill>
                <a:schemeClr val="tx2"/>
              </a:solidFill>
              <a:cs typeface="Arial"/>
            </a:endParaRPr>
          </a:p>
          <a:p>
            <a:endParaRPr lang="en-GB" sz="1400" noProof="0" dirty="0">
              <a:solidFill>
                <a:schemeClr val="tx2"/>
              </a:solidFill>
              <a:cs typeface="Arial"/>
            </a:endParaRPr>
          </a:p>
          <a:p>
            <a:pPr marL="0" indent="0" algn="ctr">
              <a:buNone/>
            </a:pPr>
            <a:endParaRPr lang="en-GB" sz="1400" noProof="0" dirty="0">
              <a:solidFill>
                <a:schemeClr val="tx2"/>
              </a:solidFill>
              <a:cs typeface="Arial"/>
            </a:endParaRPr>
          </a:p>
        </p:txBody>
      </p:sp>
    </p:spTree>
    <p:extLst>
      <p:ext uri="{BB962C8B-B14F-4D97-AF65-F5344CB8AC3E}">
        <p14:creationId xmlns:p14="http://schemas.microsoft.com/office/powerpoint/2010/main" val="598324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6CE1D-2AEA-E7DE-1696-7A0BFCE6C79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85B2B67-FDCC-0F91-224E-15CA7335073A}"/>
              </a:ext>
            </a:extLst>
          </p:cNvPr>
          <p:cNvSpPr>
            <a:spLocks noGrp="1"/>
          </p:cNvSpPr>
          <p:nvPr>
            <p:ph type="title"/>
          </p:nvPr>
        </p:nvSpPr>
        <p:spPr>
          <a:prstGeom prst="rect">
            <a:avLst/>
          </a:prstGeom>
        </p:spPr>
        <p:txBody>
          <a:bodyPr/>
          <a:lstStyle/>
          <a:p>
            <a:r>
              <a:rPr lang="en-GB" sz="2800" noProof="0" dirty="0"/>
              <a:t>Business Impact Analysis</a:t>
            </a:r>
          </a:p>
        </p:txBody>
      </p:sp>
      <p:graphicFrame>
        <p:nvGraphicFramePr>
          <p:cNvPr id="7" name="Table 6">
            <a:extLst>
              <a:ext uri="{FF2B5EF4-FFF2-40B4-BE49-F238E27FC236}">
                <a16:creationId xmlns:a16="http://schemas.microsoft.com/office/drawing/2014/main" id="{BAAAB7A5-DD22-56D0-535D-610457FAEB3A}"/>
              </a:ext>
            </a:extLst>
          </p:cNvPr>
          <p:cNvGraphicFramePr>
            <a:graphicFrameLocks noGrp="1"/>
          </p:cNvGraphicFramePr>
          <p:nvPr>
            <p:extLst>
              <p:ext uri="{D42A27DB-BD31-4B8C-83A1-F6EECF244321}">
                <p14:modId xmlns:p14="http://schemas.microsoft.com/office/powerpoint/2010/main" val="4145967542"/>
              </p:ext>
            </p:extLst>
          </p:nvPr>
        </p:nvGraphicFramePr>
        <p:xfrm>
          <a:off x="647572" y="2894312"/>
          <a:ext cx="10515599" cy="3667651"/>
        </p:xfrm>
        <a:graphic>
          <a:graphicData uri="http://schemas.openxmlformats.org/drawingml/2006/table">
            <a:tbl>
              <a:tblPr>
                <a:tableStyleId>{5C22544A-7EE6-4342-B048-85BDC9FD1C3A}</a:tableStyleId>
              </a:tblPr>
              <a:tblGrid>
                <a:gridCol w="1169207">
                  <a:extLst>
                    <a:ext uri="{9D8B030D-6E8A-4147-A177-3AD203B41FA5}">
                      <a16:colId xmlns:a16="http://schemas.microsoft.com/office/drawing/2014/main" val="785272222"/>
                    </a:ext>
                  </a:extLst>
                </a:gridCol>
                <a:gridCol w="610021">
                  <a:extLst>
                    <a:ext uri="{9D8B030D-6E8A-4147-A177-3AD203B41FA5}">
                      <a16:colId xmlns:a16="http://schemas.microsoft.com/office/drawing/2014/main" val="2230935145"/>
                    </a:ext>
                  </a:extLst>
                </a:gridCol>
                <a:gridCol w="689905">
                  <a:extLst>
                    <a:ext uri="{9D8B030D-6E8A-4147-A177-3AD203B41FA5}">
                      <a16:colId xmlns:a16="http://schemas.microsoft.com/office/drawing/2014/main" val="3800765587"/>
                    </a:ext>
                  </a:extLst>
                </a:gridCol>
                <a:gridCol w="2752357">
                  <a:extLst>
                    <a:ext uri="{9D8B030D-6E8A-4147-A177-3AD203B41FA5}">
                      <a16:colId xmlns:a16="http://schemas.microsoft.com/office/drawing/2014/main" val="2663301904"/>
                    </a:ext>
                  </a:extLst>
                </a:gridCol>
                <a:gridCol w="2752357">
                  <a:extLst>
                    <a:ext uri="{9D8B030D-6E8A-4147-A177-3AD203B41FA5}">
                      <a16:colId xmlns:a16="http://schemas.microsoft.com/office/drawing/2014/main" val="3406628027"/>
                    </a:ext>
                  </a:extLst>
                </a:gridCol>
                <a:gridCol w="268699">
                  <a:extLst>
                    <a:ext uri="{9D8B030D-6E8A-4147-A177-3AD203B41FA5}">
                      <a16:colId xmlns:a16="http://schemas.microsoft.com/office/drawing/2014/main" val="3285370078"/>
                    </a:ext>
                  </a:extLst>
                </a:gridCol>
                <a:gridCol w="268699">
                  <a:extLst>
                    <a:ext uri="{9D8B030D-6E8A-4147-A177-3AD203B41FA5}">
                      <a16:colId xmlns:a16="http://schemas.microsoft.com/office/drawing/2014/main" val="2872116282"/>
                    </a:ext>
                  </a:extLst>
                </a:gridCol>
                <a:gridCol w="268699">
                  <a:extLst>
                    <a:ext uri="{9D8B030D-6E8A-4147-A177-3AD203B41FA5}">
                      <a16:colId xmlns:a16="http://schemas.microsoft.com/office/drawing/2014/main" val="610009144"/>
                    </a:ext>
                  </a:extLst>
                </a:gridCol>
                <a:gridCol w="268699">
                  <a:extLst>
                    <a:ext uri="{9D8B030D-6E8A-4147-A177-3AD203B41FA5}">
                      <a16:colId xmlns:a16="http://schemas.microsoft.com/office/drawing/2014/main" val="2357728469"/>
                    </a:ext>
                  </a:extLst>
                </a:gridCol>
                <a:gridCol w="450254">
                  <a:extLst>
                    <a:ext uri="{9D8B030D-6E8A-4147-A177-3AD203B41FA5}">
                      <a16:colId xmlns:a16="http://schemas.microsoft.com/office/drawing/2014/main" val="2789927311"/>
                    </a:ext>
                  </a:extLst>
                </a:gridCol>
                <a:gridCol w="508351">
                  <a:extLst>
                    <a:ext uri="{9D8B030D-6E8A-4147-A177-3AD203B41FA5}">
                      <a16:colId xmlns:a16="http://schemas.microsoft.com/office/drawing/2014/main" val="2223340365"/>
                    </a:ext>
                  </a:extLst>
                </a:gridCol>
                <a:gridCol w="508351">
                  <a:extLst>
                    <a:ext uri="{9D8B030D-6E8A-4147-A177-3AD203B41FA5}">
                      <a16:colId xmlns:a16="http://schemas.microsoft.com/office/drawing/2014/main" val="2634688286"/>
                    </a:ext>
                  </a:extLst>
                </a:gridCol>
              </a:tblGrid>
              <a:tr h="276484">
                <a:tc rowSpan="3">
                  <a:txBody>
                    <a:bodyPr/>
                    <a:lstStyle/>
                    <a:p>
                      <a:pPr marL="0" algn="l" defTabSz="914400" rtl="0" eaLnBrk="1" fontAlgn="ctr" latinLnBrk="0" hangingPunct="1">
                        <a:buNone/>
                      </a:pPr>
                      <a:r>
                        <a:rPr lang="en-GB" sz="800" u="none" strike="noStrike" kern="1200" dirty="0">
                          <a:solidFill>
                            <a:schemeClr val="bg1"/>
                          </a:solidFill>
                          <a:effectLst/>
                          <a:latin typeface="+mn-lt"/>
                          <a:ea typeface="+mn-ea"/>
                          <a:cs typeface="+mn-cs"/>
                        </a:rPr>
                        <a:t>Business process or activity</a:t>
                      </a:r>
                    </a:p>
                  </a:txBody>
                  <a:tcPr marL="0" marR="0" marT="0" marB="0">
                    <a:solidFill>
                      <a:schemeClr val="accent1"/>
                    </a:solidFill>
                  </a:tcPr>
                </a:tc>
                <a:tc rowSpan="3">
                  <a:txBody>
                    <a:bodyPr/>
                    <a:lstStyle/>
                    <a:p>
                      <a:pPr marL="0" algn="l" defTabSz="914400" rtl="0" eaLnBrk="1" fontAlgn="ctr" latinLnBrk="0" hangingPunct="1">
                        <a:buNone/>
                      </a:pPr>
                      <a:r>
                        <a:rPr lang="en-GB" sz="800" u="none" strike="noStrike" kern="1200" dirty="0">
                          <a:solidFill>
                            <a:schemeClr val="bg1"/>
                          </a:solidFill>
                          <a:effectLst/>
                          <a:latin typeface="+mn-lt"/>
                          <a:ea typeface="+mn-ea"/>
                          <a:cs typeface="+mn-cs"/>
                        </a:rPr>
                        <a:t>Location where this is conducted</a:t>
                      </a:r>
                    </a:p>
                  </a:txBody>
                  <a:tcPr marL="0" marR="0" marT="0" marB="0">
                    <a:solidFill>
                      <a:schemeClr val="accent1"/>
                    </a:solidFill>
                  </a:tcPr>
                </a:tc>
                <a:tc rowSpan="3">
                  <a:txBody>
                    <a:bodyPr/>
                    <a:lstStyle/>
                    <a:p>
                      <a:pPr marL="0" algn="l" defTabSz="914400" rtl="0" eaLnBrk="1" fontAlgn="ctr" latinLnBrk="0" hangingPunct="1">
                        <a:buNone/>
                      </a:pPr>
                      <a:r>
                        <a:rPr lang="en-GB" sz="800" u="none" strike="noStrike" kern="1200" dirty="0">
                          <a:solidFill>
                            <a:schemeClr val="bg1"/>
                          </a:solidFill>
                          <a:effectLst/>
                          <a:latin typeface="+mn-lt"/>
                          <a:ea typeface="+mn-ea"/>
                          <a:cs typeface="+mn-cs"/>
                        </a:rPr>
                        <a:t> </a:t>
                      </a:r>
                    </a:p>
                    <a:p>
                      <a:pPr marL="0" algn="l" defTabSz="914400" rtl="0" eaLnBrk="1" fontAlgn="ctr" latinLnBrk="0" hangingPunct="1">
                        <a:buNone/>
                      </a:pPr>
                      <a:r>
                        <a:rPr lang="en-GB" sz="800" u="none" strike="noStrike" kern="1200" dirty="0">
                          <a:solidFill>
                            <a:schemeClr val="bg1"/>
                          </a:solidFill>
                          <a:effectLst/>
                          <a:latin typeface="+mn-lt"/>
                          <a:ea typeface="+mn-ea"/>
                          <a:cs typeface="+mn-cs"/>
                        </a:rPr>
                        <a:t>Delivery Manager</a:t>
                      </a:r>
                    </a:p>
                    <a:p>
                      <a:pPr algn="ctr" fontAlgn="t">
                        <a:buNone/>
                      </a:pPr>
                      <a:r>
                        <a:rPr lang="en-GB" sz="700" u="none" strike="noStrike" dirty="0">
                          <a:effectLst/>
                        </a:rPr>
                        <a:t> </a:t>
                      </a:r>
                      <a:endParaRPr lang="en-GB" sz="700" b="0" i="0" u="none" strike="noStrike" dirty="0">
                        <a:solidFill>
                          <a:srgbClr val="FFFFFF"/>
                        </a:solidFill>
                        <a:effectLst/>
                        <a:latin typeface="Montserrat Medium" panose="00000600000000000000" pitchFamily="2" charset="0"/>
                      </a:endParaRPr>
                    </a:p>
                  </a:txBody>
                  <a:tcPr marL="0" marR="0" marT="0" marB="0">
                    <a:solidFill>
                      <a:schemeClr val="accent1"/>
                    </a:solidFill>
                  </a:tcPr>
                </a:tc>
                <a:tc rowSpan="3" gridSpan="2">
                  <a:txBody>
                    <a:bodyPr/>
                    <a:lstStyle/>
                    <a:p>
                      <a:pPr marL="0" algn="l" defTabSz="914400" rtl="0" eaLnBrk="1" fontAlgn="ctr" latinLnBrk="0" hangingPunct="1">
                        <a:buNone/>
                      </a:pPr>
                      <a:r>
                        <a:rPr lang="en-GB" sz="800" u="none" strike="noStrike" kern="1200" dirty="0">
                          <a:solidFill>
                            <a:schemeClr val="bg1"/>
                          </a:solidFill>
                          <a:effectLst/>
                          <a:latin typeface="+mn-lt"/>
                          <a:ea typeface="+mn-ea"/>
                          <a:cs typeface="+mn-cs"/>
                        </a:rPr>
                        <a:t>What is the impact on Dedalus If the business process or activity is suspended?</a:t>
                      </a:r>
                      <a:br>
                        <a:rPr lang="en-GB" sz="800" u="none" strike="noStrike" kern="1200" dirty="0">
                          <a:solidFill>
                            <a:schemeClr val="bg1"/>
                          </a:solidFill>
                          <a:effectLst/>
                          <a:latin typeface="+mn-lt"/>
                          <a:ea typeface="+mn-ea"/>
                          <a:cs typeface="+mn-cs"/>
                        </a:rPr>
                      </a:br>
                      <a:r>
                        <a:rPr lang="en-GB" sz="800" u="none" strike="noStrike" kern="1200" dirty="0">
                          <a:solidFill>
                            <a:schemeClr val="bg1"/>
                          </a:solidFill>
                          <a:effectLst/>
                          <a:latin typeface="+mn-lt"/>
                          <a:ea typeface="+mn-ea"/>
                          <a:cs typeface="+mn-cs"/>
                        </a:rPr>
                        <a:t>Impact and types to consider: </a:t>
                      </a:r>
                      <a:br>
                        <a:rPr lang="en-GB" sz="800" u="none" strike="noStrike" kern="1200" dirty="0">
                          <a:solidFill>
                            <a:schemeClr val="bg1"/>
                          </a:solidFill>
                          <a:effectLst/>
                          <a:latin typeface="+mn-lt"/>
                          <a:ea typeface="+mn-ea"/>
                          <a:cs typeface="+mn-cs"/>
                        </a:rPr>
                      </a:br>
                      <a:r>
                        <a:rPr lang="en-GB" sz="800" u="none" strike="noStrike" kern="1200" dirty="0">
                          <a:solidFill>
                            <a:schemeClr val="bg1"/>
                          </a:solidFill>
                          <a:effectLst/>
                          <a:latin typeface="+mn-lt"/>
                          <a:ea typeface="+mn-ea"/>
                          <a:cs typeface="+mn-cs"/>
                        </a:rPr>
                        <a:t>- Loss of staff member, - Loss of site, - Loss of comms, </a:t>
                      </a:r>
                      <a:br>
                        <a:rPr lang="en-GB" sz="800" u="none" strike="noStrike" kern="1200" dirty="0">
                          <a:solidFill>
                            <a:schemeClr val="bg1"/>
                          </a:solidFill>
                          <a:effectLst/>
                          <a:latin typeface="+mn-lt"/>
                          <a:ea typeface="+mn-ea"/>
                          <a:cs typeface="+mn-cs"/>
                        </a:rPr>
                      </a:br>
                      <a:r>
                        <a:rPr lang="en-GB" sz="800" u="none" strike="noStrike" kern="1200" dirty="0">
                          <a:solidFill>
                            <a:schemeClr val="bg1"/>
                          </a:solidFill>
                          <a:effectLst/>
                          <a:latin typeface="+mn-lt"/>
                          <a:ea typeface="+mn-ea"/>
                          <a:cs typeface="+mn-cs"/>
                        </a:rPr>
                        <a:t>- Loss of equipment</a:t>
                      </a:r>
                    </a:p>
                  </a:txBody>
                  <a:tcPr marL="0" marR="0" marT="0" marB="0">
                    <a:solidFill>
                      <a:schemeClr val="accent1"/>
                    </a:solidFill>
                  </a:tcPr>
                </a:tc>
                <a:tc rowSpan="3" hMerge="1">
                  <a:txBody>
                    <a:bodyPr/>
                    <a:lstStyle/>
                    <a:p>
                      <a:endParaRPr lang="en-GB"/>
                    </a:p>
                  </a:txBody>
                  <a:tcPr/>
                </a:tc>
                <a:tc>
                  <a:txBody>
                    <a:bodyPr/>
                    <a:lstStyle/>
                    <a:p>
                      <a:pPr marL="0" algn="ctr" defTabSz="914400" rtl="0" eaLnBrk="1" fontAlgn="ctr" latinLnBrk="0" hangingPunct="1">
                        <a:buNone/>
                      </a:pPr>
                      <a:r>
                        <a:rPr lang="en-GB" sz="700" u="none" strike="noStrike" kern="1200" dirty="0">
                          <a:solidFill>
                            <a:schemeClr val="bg1"/>
                          </a:solidFill>
                          <a:effectLst/>
                          <a:latin typeface="+mn-lt"/>
                          <a:ea typeface="+mn-ea"/>
                          <a:cs typeface="+mn-cs"/>
                        </a:rPr>
                        <a:t>Level 1</a:t>
                      </a:r>
                    </a:p>
                  </a:txBody>
                  <a:tcPr marL="0" marR="0" marT="0" marB="0">
                    <a:solidFill>
                      <a:schemeClr val="accent1"/>
                    </a:solidFill>
                  </a:tcPr>
                </a:tc>
                <a:tc>
                  <a:txBody>
                    <a:bodyPr/>
                    <a:lstStyle/>
                    <a:p>
                      <a:pPr marL="0" algn="ctr" defTabSz="914400" rtl="0" eaLnBrk="1" fontAlgn="ctr" latinLnBrk="0" hangingPunct="1">
                        <a:buNone/>
                      </a:pPr>
                      <a:r>
                        <a:rPr lang="en-GB" sz="700" u="none" strike="noStrike" kern="1200" dirty="0">
                          <a:solidFill>
                            <a:schemeClr val="bg1"/>
                          </a:solidFill>
                          <a:effectLst/>
                          <a:latin typeface="+mn-lt"/>
                          <a:ea typeface="+mn-ea"/>
                          <a:cs typeface="+mn-cs"/>
                        </a:rPr>
                        <a:t>Level 2</a:t>
                      </a:r>
                    </a:p>
                  </a:txBody>
                  <a:tcPr marL="0" marR="0" marT="0" marB="0">
                    <a:solidFill>
                      <a:schemeClr val="accent1"/>
                    </a:solidFill>
                  </a:tcPr>
                </a:tc>
                <a:tc>
                  <a:txBody>
                    <a:bodyPr/>
                    <a:lstStyle/>
                    <a:p>
                      <a:pPr marL="0" algn="ctr" defTabSz="914400" rtl="0" eaLnBrk="1" fontAlgn="ctr" latinLnBrk="0" hangingPunct="1">
                        <a:buNone/>
                      </a:pPr>
                      <a:r>
                        <a:rPr lang="en-GB" sz="700" u="none" strike="noStrike" kern="1200" dirty="0">
                          <a:solidFill>
                            <a:schemeClr val="bg1"/>
                          </a:solidFill>
                          <a:effectLst/>
                          <a:latin typeface="+mn-lt"/>
                          <a:ea typeface="+mn-ea"/>
                          <a:cs typeface="+mn-cs"/>
                        </a:rPr>
                        <a:t>Level 3</a:t>
                      </a:r>
                    </a:p>
                  </a:txBody>
                  <a:tcPr marL="0" marR="0" marT="0" marB="0">
                    <a:solidFill>
                      <a:schemeClr val="accent1"/>
                    </a:solidFill>
                  </a:tcPr>
                </a:tc>
                <a:tc>
                  <a:txBody>
                    <a:bodyPr/>
                    <a:lstStyle/>
                    <a:p>
                      <a:pPr marL="0" algn="ctr" defTabSz="914400" rtl="0" eaLnBrk="1" fontAlgn="ctr" latinLnBrk="0" hangingPunct="1">
                        <a:buNone/>
                      </a:pPr>
                      <a:r>
                        <a:rPr lang="en-GB" sz="700" u="none" strike="noStrike" kern="1200" dirty="0">
                          <a:solidFill>
                            <a:schemeClr val="bg1"/>
                          </a:solidFill>
                          <a:effectLst/>
                          <a:latin typeface="+mn-lt"/>
                          <a:ea typeface="+mn-ea"/>
                          <a:cs typeface="+mn-cs"/>
                        </a:rPr>
                        <a:t>Level 4</a:t>
                      </a:r>
                    </a:p>
                  </a:txBody>
                  <a:tcPr marL="0" marR="0" marT="0" marB="0">
                    <a:solidFill>
                      <a:schemeClr val="accent1"/>
                    </a:solidFill>
                  </a:tcPr>
                </a:tc>
                <a:tc>
                  <a:txBody>
                    <a:bodyPr/>
                    <a:lstStyle/>
                    <a:p>
                      <a:pPr marL="0" algn="ctr" defTabSz="914400" rtl="0" eaLnBrk="1" fontAlgn="ctr" latinLnBrk="0" hangingPunct="1">
                        <a:buNone/>
                      </a:pPr>
                      <a:r>
                        <a:rPr lang="en-GB" sz="700" u="none" strike="noStrike" kern="1200" dirty="0">
                          <a:solidFill>
                            <a:schemeClr val="bg1"/>
                          </a:solidFill>
                          <a:effectLst/>
                          <a:latin typeface="+mn-lt"/>
                          <a:ea typeface="+mn-ea"/>
                          <a:cs typeface="+mn-cs"/>
                        </a:rPr>
                        <a:t>Level 5</a:t>
                      </a:r>
                    </a:p>
                  </a:txBody>
                  <a:tcPr marL="0" marR="0" marT="0" marB="0">
                    <a:solidFill>
                      <a:schemeClr val="accent1"/>
                    </a:solidFill>
                  </a:tcPr>
                </a:tc>
                <a:tc rowSpan="2">
                  <a:txBody>
                    <a:bodyPr/>
                    <a:lstStyle/>
                    <a:p>
                      <a:pPr marL="0" algn="l" defTabSz="914400" rtl="0" eaLnBrk="1" fontAlgn="ctr" latinLnBrk="0" hangingPunct="1">
                        <a:buNone/>
                      </a:pPr>
                      <a:r>
                        <a:rPr lang="en-GB" sz="800" u="none" strike="noStrike" kern="1200" dirty="0">
                          <a:solidFill>
                            <a:schemeClr val="bg1"/>
                          </a:solidFill>
                          <a:effectLst/>
                          <a:latin typeface="+mn-lt"/>
                          <a:ea typeface="+mn-ea"/>
                          <a:cs typeface="+mn-cs"/>
                        </a:rPr>
                        <a:t>Total</a:t>
                      </a:r>
                    </a:p>
                  </a:txBody>
                  <a:tcPr marL="0" marR="0" marT="0" marB="0">
                    <a:solidFill>
                      <a:schemeClr val="accent1"/>
                    </a:solidFill>
                  </a:tcPr>
                </a:tc>
                <a:tc rowSpan="2">
                  <a:txBody>
                    <a:bodyPr/>
                    <a:lstStyle/>
                    <a:p>
                      <a:pPr marL="0" algn="l" defTabSz="914400" rtl="0" eaLnBrk="1" fontAlgn="ctr" latinLnBrk="0" hangingPunct="1">
                        <a:buNone/>
                      </a:pPr>
                      <a:r>
                        <a:rPr lang="en-GB" sz="800" u="none" strike="noStrike" kern="1200" dirty="0">
                          <a:solidFill>
                            <a:schemeClr val="bg1"/>
                          </a:solidFill>
                          <a:effectLst/>
                          <a:latin typeface="+mn-lt"/>
                          <a:ea typeface="+mn-ea"/>
                          <a:cs typeface="+mn-cs"/>
                        </a:rPr>
                        <a:t>Impact Rating</a:t>
                      </a:r>
                    </a:p>
                  </a:txBody>
                  <a:tcPr marL="0" marR="0" marT="0" marB="0">
                    <a:solidFill>
                      <a:schemeClr val="accent1"/>
                    </a:solidFill>
                  </a:tcPr>
                </a:tc>
                <a:extLst>
                  <a:ext uri="{0D108BD9-81ED-4DB2-BD59-A6C34878D82A}">
                    <a16:rowId xmlns:a16="http://schemas.microsoft.com/office/drawing/2014/main" val="1149879830"/>
                  </a:ext>
                </a:extLst>
              </a:tr>
              <a:tr h="382051">
                <a:tc vMerge="1">
                  <a:txBody>
                    <a:bodyPr/>
                    <a:lstStyle/>
                    <a:p>
                      <a:endParaRPr lang="en-GB"/>
                    </a:p>
                  </a:txBody>
                  <a:tcPr/>
                </a:tc>
                <a:tc vMerge="1">
                  <a:txBody>
                    <a:bodyPr/>
                    <a:lstStyle/>
                    <a:p>
                      <a:endParaRPr lang="en-GB"/>
                    </a:p>
                  </a:txBody>
                  <a:tcPr/>
                </a:tc>
                <a:tc vMerge="1">
                  <a:txBody>
                    <a:bodyPr/>
                    <a:lstStyle/>
                    <a:p>
                      <a:endParaRPr/>
                    </a:p>
                  </a:txBody>
                  <a:tcPr marL="0" marR="0" marT="0" marB="0">
                    <a:solidFill>
                      <a:schemeClr val="accent1"/>
                    </a:solidFill>
                  </a:tcPr>
                </a:tc>
                <a:tc gridSpan="2" vMerge="1">
                  <a:txBody>
                    <a:bodyPr/>
                    <a:lstStyle/>
                    <a:p>
                      <a:endParaRPr lang="en-GB"/>
                    </a:p>
                  </a:txBody>
                  <a:tcPr/>
                </a:tc>
                <a:tc hMerge="1" vMerge="1">
                  <a:txBody>
                    <a:bodyPr/>
                    <a:lstStyle/>
                    <a:p>
                      <a:endParaRPr lang="en-GB"/>
                    </a:p>
                  </a:txBody>
                  <a:tcPr/>
                </a:tc>
                <a:tc gridSpan="5">
                  <a:txBody>
                    <a:bodyPr/>
                    <a:lstStyle/>
                    <a:p>
                      <a:pPr marL="0" algn="l" defTabSz="914400" rtl="0" eaLnBrk="1" fontAlgn="ctr" latinLnBrk="0" hangingPunct="1">
                        <a:buNone/>
                      </a:pPr>
                      <a:r>
                        <a:rPr lang="en-GB" sz="800" u="none" strike="noStrike" kern="1200" dirty="0">
                          <a:solidFill>
                            <a:schemeClr val="bg1"/>
                          </a:solidFill>
                          <a:effectLst/>
                          <a:latin typeface="+mn-lt"/>
                          <a:ea typeface="+mn-ea"/>
                          <a:cs typeface="+mn-cs"/>
                        </a:rPr>
                        <a:t>Quantify the impact if this business process or activity is suspended for periods up to:-</a:t>
                      </a:r>
                    </a:p>
                  </a:txBody>
                  <a:tcPr marL="0" marR="0" marT="0" marB="0">
                    <a:solidFill>
                      <a:schemeClr val="accent1"/>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895130544"/>
                  </a:ext>
                </a:extLst>
              </a:tr>
              <a:tr h="376990">
                <a:tc vMerge="1">
                  <a:txBody>
                    <a:bodyPr/>
                    <a:lstStyle/>
                    <a:p>
                      <a:endParaRPr lang="en-GB"/>
                    </a:p>
                  </a:txBody>
                  <a:tcPr/>
                </a:tc>
                <a:tc vMerge="1">
                  <a:txBody>
                    <a:bodyPr/>
                    <a:lstStyle/>
                    <a:p>
                      <a:endParaRPr lang="en-GB"/>
                    </a:p>
                  </a:txBody>
                  <a:tcPr/>
                </a:tc>
                <a:tc vMerge="1">
                  <a:txBody>
                    <a:bodyPr/>
                    <a:lstStyle/>
                    <a:p>
                      <a:pPr algn="ctr" fontAlgn="t">
                        <a:buNone/>
                      </a:pPr>
                      <a:endParaRPr lang="en-GB" sz="700" b="0" i="0" u="none" strike="noStrike">
                        <a:solidFill>
                          <a:srgbClr val="FFFFFF"/>
                        </a:solidFill>
                        <a:effectLst/>
                        <a:latin typeface="Montserrat Medium" panose="00000600000000000000" pitchFamily="2" charset="0"/>
                      </a:endParaRPr>
                    </a:p>
                  </a:txBody>
                  <a:tcPr marL="0" marR="0" marT="0" marB="0"/>
                </a:tc>
                <a:tc gridSpan="2" vMerge="1">
                  <a:txBody>
                    <a:bodyPr/>
                    <a:lstStyle/>
                    <a:p>
                      <a:endParaRPr lang="en-GB"/>
                    </a:p>
                  </a:txBody>
                  <a:tcPr/>
                </a:tc>
                <a:tc hMerge="1" vMerge="1">
                  <a:txBody>
                    <a:bodyPr/>
                    <a:lstStyle/>
                    <a:p>
                      <a:endParaRPr lang="en-GB"/>
                    </a:p>
                  </a:txBody>
                  <a:tcPr/>
                </a:tc>
                <a:tc>
                  <a:txBody>
                    <a:bodyPr/>
                    <a:lstStyle/>
                    <a:p>
                      <a:pPr marL="0" algn="ctr" defTabSz="914400" rtl="0" eaLnBrk="1" fontAlgn="ctr" latinLnBrk="0" hangingPunct="1">
                        <a:buNone/>
                      </a:pPr>
                      <a:r>
                        <a:rPr lang="en-GB" sz="700" u="none" strike="noStrike" kern="1200" dirty="0">
                          <a:solidFill>
                            <a:schemeClr val="bg1"/>
                          </a:solidFill>
                          <a:effectLst/>
                          <a:latin typeface="+mn-lt"/>
                          <a:ea typeface="+mn-ea"/>
                          <a:cs typeface="+mn-cs"/>
                        </a:rPr>
                        <a:t>Up to 4 hours</a:t>
                      </a:r>
                    </a:p>
                  </a:txBody>
                  <a:tcPr marL="0" marR="0" marT="0" marB="0">
                    <a:solidFill>
                      <a:schemeClr val="accent1"/>
                    </a:solidFill>
                  </a:tcPr>
                </a:tc>
                <a:tc>
                  <a:txBody>
                    <a:bodyPr/>
                    <a:lstStyle/>
                    <a:p>
                      <a:pPr marL="0" algn="ctr" defTabSz="914400" rtl="0" eaLnBrk="1" fontAlgn="ctr" latinLnBrk="0" hangingPunct="1">
                        <a:buNone/>
                      </a:pPr>
                      <a:r>
                        <a:rPr lang="en-GB" sz="700" u="none" strike="noStrike" kern="1200" dirty="0">
                          <a:solidFill>
                            <a:schemeClr val="bg1"/>
                          </a:solidFill>
                          <a:effectLst/>
                          <a:latin typeface="+mn-lt"/>
                          <a:ea typeface="+mn-ea"/>
                          <a:cs typeface="+mn-cs"/>
                        </a:rPr>
                        <a:t>Up to 8 hours</a:t>
                      </a:r>
                    </a:p>
                  </a:txBody>
                  <a:tcPr marL="0" marR="0" marT="0" marB="0">
                    <a:solidFill>
                      <a:schemeClr val="accent1"/>
                    </a:solidFill>
                  </a:tcPr>
                </a:tc>
                <a:tc>
                  <a:txBody>
                    <a:bodyPr/>
                    <a:lstStyle/>
                    <a:p>
                      <a:pPr marL="0" algn="ctr" defTabSz="914400" rtl="0" eaLnBrk="1" fontAlgn="ctr" latinLnBrk="0" hangingPunct="1">
                        <a:buNone/>
                      </a:pPr>
                      <a:r>
                        <a:rPr lang="en-GB" sz="700" u="none" strike="noStrike" kern="1200" dirty="0">
                          <a:solidFill>
                            <a:schemeClr val="bg1"/>
                          </a:solidFill>
                          <a:effectLst/>
                          <a:latin typeface="+mn-lt"/>
                          <a:ea typeface="+mn-ea"/>
                          <a:cs typeface="+mn-cs"/>
                        </a:rPr>
                        <a:t>Up to 1 </a:t>
                      </a:r>
                      <a:br>
                        <a:rPr lang="en-GB" sz="700" u="none" strike="noStrike" kern="1200" dirty="0">
                          <a:solidFill>
                            <a:schemeClr val="bg1"/>
                          </a:solidFill>
                          <a:effectLst/>
                          <a:latin typeface="+mn-lt"/>
                          <a:ea typeface="+mn-ea"/>
                          <a:cs typeface="+mn-cs"/>
                        </a:rPr>
                      </a:br>
                      <a:r>
                        <a:rPr lang="en-GB" sz="700" u="none" strike="noStrike" kern="1200" dirty="0">
                          <a:solidFill>
                            <a:schemeClr val="bg1"/>
                          </a:solidFill>
                          <a:effectLst/>
                          <a:latin typeface="+mn-lt"/>
                          <a:ea typeface="+mn-ea"/>
                          <a:cs typeface="+mn-cs"/>
                        </a:rPr>
                        <a:t>day</a:t>
                      </a:r>
                    </a:p>
                  </a:txBody>
                  <a:tcPr marL="0" marR="0" marT="0" marB="0">
                    <a:solidFill>
                      <a:schemeClr val="accent1"/>
                    </a:solidFill>
                  </a:tcPr>
                </a:tc>
                <a:tc>
                  <a:txBody>
                    <a:bodyPr/>
                    <a:lstStyle/>
                    <a:p>
                      <a:pPr marL="0" algn="ctr" defTabSz="914400" rtl="0" eaLnBrk="1" fontAlgn="ctr" latinLnBrk="0" hangingPunct="1">
                        <a:buNone/>
                      </a:pPr>
                      <a:r>
                        <a:rPr lang="en-GB" sz="700" u="none" strike="noStrike" kern="1200" dirty="0">
                          <a:solidFill>
                            <a:schemeClr val="bg1"/>
                          </a:solidFill>
                          <a:effectLst/>
                          <a:latin typeface="+mn-lt"/>
                          <a:ea typeface="+mn-ea"/>
                          <a:cs typeface="+mn-cs"/>
                        </a:rPr>
                        <a:t>Up to 7</a:t>
                      </a:r>
                      <a:br>
                        <a:rPr lang="en-GB" sz="700" u="none" strike="noStrike" kern="1200" dirty="0">
                          <a:solidFill>
                            <a:schemeClr val="bg1"/>
                          </a:solidFill>
                          <a:effectLst/>
                          <a:latin typeface="+mn-lt"/>
                          <a:ea typeface="+mn-ea"/>
                          <a:cs typeface="+mn-cs"/>
                        </a:rPr>
                      </a:br>
                      <a:r>
                        <a:rPr lang="en-GB" sz="700" u="none" strike="noStrike" kern="1200" dirty="0">
                          <a:solidFill>
                            <a:schemeClr val="bg1"/>
                          </a:solidFill>
                          <a:effectLst/>
                          <a:latin typeface="+mn-lt"/>
                          <a:ea typeface="+mn-ea"/>
                          <a:cs typeface="+mn-cs"/>
                        </a:rPr>
                        <a:t> days</a:t>
                      </a:r>
                    </a:p>
                  </a:txBody>
                  <a:tcPr marL="0" marR="0" marT="0" marB="0">
                    <a:solidFill>
                      <a:schemeClr val="accent1"/>
                    </a:solidFill>
                  </a:tcPr>
                </a:tc>
                <a:tc>
                  <a:txBody>
                    <a:bodyPr/>
                    <a:lstStyle/>
                    <a:p>
                      <a:pPr marL="0" algn="ctr" defTabSz="914400" rtl="0" eaLnBrk="1" fontAlgn="ctr" latinLnBrk="0" hangingPunct="1">
                        <a:buNone/>
                      </a:pPr>
                      <a:r>
                        <a:rPr lang="en-GB" sz="700" u="none" strike="noStrike" kern="1200" dirty="0">
                          <a:solidFill>
                            <a:schemeClr val="bg1"/>
                          </a:solidFill>
                          <a:effectLst/>
                          <a:latin typeface="+mn-lt"/>
                          <a:ea typeface="+mn-ea"/>
                          <a:cs typeface="+mn-cs"/>
                        </a:rPr>
                        <a:t>Up to 28 days</a:t>
                      </a:r>
                    </a:p>
                  </a:txBody>
                  <a:tcPr marL="0" marR="0" marT="0" marB="0">
                    <a:solidFill>
                      <a:schemeClr val="accent1"/>
                    </a:solidFill>
                  </a:tcPr>
                </a:tc>
                <a:tc>
                  <a:txBody>
                    <a:bodyPr/>
                    <a:lstStyle/>
                    <a:p>
                      <a:pPr marL="0" algn="l" defTabSz="914400" rtl="0" eaLnBrk="1" fontAlgn="ctr" latinLnBrk="0" hangingPunct="1">
                        <a:buNone/>
                      </a:pPr>
                      <a:r>
                        <a:rPr lang="en-GB" sz="800" u="none" strike="noStrike" kern="1200" dirty="0">
                          <a:solidFill>
                            <a:schemeClr val="bg1"/>
                          </a:solidFill>
                          <a:effectLst/>
                          <a:latin typeface="+mn-lt"/>
                          <a:ea typeface="+mn-ea"/>
                          <a:cs typeface="+mn-cs"/>
                        </a:rPr>
                        <a:t>Total Score</a:t>
                      </a:r>
                    </a:p>
                  </a:txBody>
                  <a:tcPr marL="0" marR="0" marT="0" marB="0">
                    <a:solidFill>
                      <a:schemeClr val="accent1"/>
                    </a:solidFill>
                  </a:tcPr>
                </a:tc>
                <a:tc>
                  <a:txBody>
                    <a:bodyPr/>
                    <a:lstStyle/>
                    <a:p>
                      <a:pPr marL="0" algn="l" defTabSz="914400" rtl="0" eaLnBrk="1" fontAlgn="ctr" latinLnBrk="0" hangingPunct="1">
                        <a:buNone/>
                      </a:pPr>
                      <a:r>
                        <a:rPr lang="en-GB" sz="800" u="none" strike="noStrike" kern="1200" dirty="0">
                          <a:solidFill>
                            <a:schemeClr val="bg1"/>
                          </a:solidFill>
                          <a:effectLst/>
                          <a:latin typeface="+mn-lt"/>
                          <a:ea typeface="+mn-ea"/>
                          <a:cs typeface="+mn-cs"/>
                        </a:rPr>
                        <a:t>High / Medium / Low</a:t>
                      </a:r>
                    </a:p>
                  </a:txBody>
                  <a:tcPr marL="0" marR="0" marT="0" marB="0">
                    <a:solidFill>
                      <a:schemeClr val="accent1"/>
                    </a:solidFill>
                  </a:tcPr>
                </a:tc>
                <a:extLst>
                  <a:ext uri="{0D108BD9-81ED-4DB2-BD59-A6C34878D82A}">
                    <a16:rowId xmlns:a16="http://schemas.microsoft.com/office/drawing/2014/main" val="3029472074"/>
                  </a:ext>
                </a:extLst>
              </a:tr>
              <a:tr h="364959">
                <a:tc rowSpan="5">
                  <a:txBody>
                    <a:bodyPr/>
                    <a:lstStyle/>
                    <a:p>
                      <a:pPr algn="ctr" fontAlgn="ctr">
                        <a:buNone/>
                      </a:pPr>
                      <a:r>
                        <a:rPr lang="en-GB" sz="700" u="none" strike="noStrike" dirty="0">
                          <a:effectLst/>
                        </a:rPr>
                        <a:t>Team name</a:t>
                      </a:r>
                      <a:endParaRPr lang="en-GB" sz="700" b="0" i="0" u="none" strike="noStrike" dirty="0">
                        <a:solidFill>
                          <a:srgbClr val="000000"/>
                        </a:solidFill>
                        <a:effectLst/>
                        <a:latin typeface="Montserrat Medium" panose="00000600000000000000" pitchFamily="2" charset="0"/>
                      </a:endParaRPr>
                    </a:p>
                  </a:txBody>
                  <a:tcPr marL="0" marR="0" marT="0" marB="0" anchor="ctr"/>
                </a:tc>
                <a:tc rowSpan="5">
                  <a:txBody>
                    <a:bodyPr/>
                    <a:lstStyle/>
                    <a:p>
                      <a:pPr algn="ctr" fontAlgn="ctr">
                        <a:buNone/>
                      </a:pPr>
                      <a:r>
                        <a:rPr lang="en-GB" sz="700" u="none" strike="noStrike" dirty="0">
                          <a:effectLst/>
                        </a:rPr>
                        <a:t>Noida - hybrid working</a:t>
                      </a:r>
                      <a:endParaRPr lang="en-GB" sz="700" b="0" i="0" u="none" strike="noStrike" dirty="0">
                        <a:solidFill>
                          <a:srgbClr val="000000"/>
                        </a:solidFill>
                        <a:effectLst/>
                        <a:latin typeface="Montserrat Medium" panose="00000600000000000000" pitchFamily="2" charset="0"/>
                      </a:endParaRPr>
                    </a:p>
                  </a:txBody>
                  <a:tcPr marL="0" marR="0" marT="0" marB="0" anchor="ctr"/>
                </a:tc>
                <a:tc rowSpan="5">
                  <a:txBody>
                    <a:bodyPr/>
                    <a:lstStyle/>
                    <a:p>
                      <a:pPr algn="ctr" fontAlgn="ctr">
                        <a:buNone/>
                      </a:pPr>
                      <a:r>
                        <a:rPr lang="en-GB" sz="700" u="none" strike="noStrike" dirty="0">
                          <a:effectLst/>
                        </a:rPr>
                        <a:t>Managers name</a:t>
                      </a:r>
                      <a:endParaRPr lang="en-GB" sz="700" b="0" i="0" u="none" strike="noStrike" dirty="0">
                        <a:solidFill>
                          <a:srgbClr val="000000"/>
                        </a:solidFill>
                        <a:effectLst/>
                        <a:latin typeface="Montserrat Medium" panose="00000600000000000000" pitchFamily="2" charset="0"/>
                      </a:endParaRPr>
                    </a:p>
                  </a:txBody>
                  <a:tcPr marL="0" marR="0" marT="0" marB="0" anchor="ctr"/>
                </a:tc>
                <a:tc>
                  <a:txBody>
                    <a:bodyPr/>
                    <a:lstStyle/>
                    <a:p>
                      <a:pPr marL="0" algn="l" defTabSz="914400" rtl="0" eaLnBrk="1" fontAlgn="ctr" latinLnBrk="0" hangingPunct="1">
                        <a:buNone/>
                      </a:pPr>
                      <a:r>
                        <a:rPr lang="en-GB" sz="800" u="none" strike="noStrike" kern="1200" dirty="0">
                          <a:solidFill>
                            <a:schemeClr val="bg1"/>
                          </a:solidFill>
                          <a:effectLst/>
                          <a:latin typeface="+mn-lt"/>
                          <a:ea typeface="+mn-ea"/>
                          <a:cs typeface="+mn-cs"/>
                        </a:rPr>
                        <a:t>Loss of staff member</a:t>
                      </a:r>
                    </a:p>
                  </a:txBody>
                  <a:tcPr marL="0" marR="0" marT="0" marB="0">
                    <a:solidFill>
                      <a:schemeClr val="accent1"/>
                    </a:solidFill>
                  </a:tcPr>
                </a:tc>
                <a:tc>
                  <a:txBody>
                    <a:bodyPr/>
                    <a:lstStyle/>
                    <a:p>
                      <a:pPr algn="l" fontAlgn="t">
                        <a:buNone/>
                      </a:pPr>
                      <a:r>
                        <a:rPr lang="en-GB" sz="700" u="none" strike="noStrike" dirty="0">
                          <a:effectLst/>
                        </a:rPr>
                        <a:t>Minimal impact, other members of the team would continue to provide the service.  </a:t>
                      </a:r>
                      <a:endParaRPr lang="en-GB" sz="700" b="0" i="0" u="none" strike="noStrike" dirty="0">
                        <a:solidFill>
                          <a:srgbClr val="000000"/>
                        </a:solidFill>
                        <a:effectLst/>
                        <a:latin typeface="Montserrat Medium" panose="00000600000000000000" pitchFamily="2" charset="0"/>
                      </a:endParaRPr>
                    </a:p>
                  </a:txBody>
                  <a:tcPr marL="0" marR="0" marT="0" marB="0"/>
                </a:tc>
                <a:tc>
                  <a:txBody>
                    <a:bodyPr/>
                    <a:lstStyle/>
                    <a:p>
                      <a:pPr algn="ctr" fontAlgn="t">
                        <a:buNone/>
                      </a:pPr>
                      <a:r>
                        <a:rPr lang="en-GB" sz="800" u="none" strike="noStrike" dirty="0">
                          <a:effectLst/>
                        </a:rPr>
                        <a:t>0</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0</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0</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3</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5</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700" u="none" strike="noStrike" dirty="0">
                          <a:effectLst/>
                        </a:rPr>
                        <a:t>8</a:t>
                      </a:r>
                      <a:endParaRPr lang="en-GB" sz="700" b="0" i="0" u="none" strike="noStrike" dirty="0">
                        <a:solidFill>
                          <a:srgbClr val="000000"/>
                        </a:solidFill>
                        <a:effectLst/>
                        <a:latin typeface="Montserrat Medium" panose="00000600000000000000" pitchFamily="2" charset="0"/>
                      </a:endParaRPr>
                    </a:p>
                  </a:txBody>
                  <a:tcPr marL="0" marR="0" marT="0" marB="0"/>
                </a:tc>
                <a:tc>
                  <a:txBody>
                    <a:bodyPr/>
                    <a:lstStyle/>
                    <a:p>
                      <a:pPr algn="ctr" fontAlgn="t">
                        <a:buNone/>
                      </a:pPr>
                      <a:r>
                        <a:rPr lang="en-GB" sz="700" u="none" strike="noStrike" dirty="0">
                          <a:effectLst/>
                        </a:rPr>
                        <a:t>low</a:t>
                      </a:r>
                      <a:endParaRPr lang="en-GB" sz="700" b="0" i="0" u="none" strike="noStrike" dirty="0">
                        <a:solidFill>
                          <a:srgbClr val="000000"/>
                        </a:solidFill>
                        <a:effectLst/>
                        <a:latin typeface="Montserrat Medium" panose="00000600000000000000" pitchFamily="2" charset="0"/>
                      </a:endParaRPr>
                    </a:p>
                  </a:txBody>
                  <a:tcPr marL="0" marR="0" marT="0" marB="0"/>
                </a:tc>
                <a:extLst>
                  <a:ext uri="{0D108BD9-81ED-4DB2-BD59-A6C34878D82A}">
                    <a16:rowId xmlns:a16="http://schemas.microsoft.com/office/drawing/2014/main" val="3788345748"/>
                  </a:ext>
                </a:extLst>
              </a:tr>
              <a:tr h="331781">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pPr marL="0" algn="l" defTabSz="914400" rtl="0" eaLnBrk="1" fontAlgn="ctr" latinLnBrk="0" hangingPunct="1">
                        <a:buNone/>
                      </a:pPr>
                      <a:r>
                        <a:rPr lang="en-GB" sz="800" u="none" strike="noStrike" kern="1200" dirty="0">
                          <a:solidFill>
                            <a:schemeClr val="bg1"/>
                          </a:solidFill>
                          <a:effectLst/>
                          <a:latin typeface="+mn-lt"/>
                          <a:ea typeface="+mn-ea"/>
                          <a:cs typeface="+mn-cs"/>
                        </a:rPr>
                        <a:t>Loss of site</a:t>
                      </a:r>
                    </a:p>
                  </a:txBody>
                  <a:tcPr marL="0" marR="0" marT="0" marB="0">
                    <a:solidFill>
                      <a:schemeClr val="accent1"/>
                    </a:solidFill>
                  </a:tcPr>
                </a:tc>
                <a:tc>
                  <a:txBody>
                    <a:bodyPr/>
                    <a:lstStyle/>
                    <a:p>
                      <a:pPr algn="l" fontAlgn="t">
                        <a:buNone/>
                      </a:pPr>
                      <a:r>
                        <a:rPr lang="en-GB" sz="700" u="none" strike="noStrike" dirty="0">
                          <a:effectLst/>
                        </a:rPr>
                        <a:t>Minimal impact, team can work from home/alternative site or could go into the office where possible.</a:t>
                      </a:r>
                      <a:endParaRPr lang="en-GB" sz="700" b="0" i="0" u="none" strike="noStrike" dirty="0">
                        <a:solidFill>
                          <a:srgbClr val="000000"/>
                        </a:solidFill>
                        <a:effectLst/>
                        <a:latin typeface="Montserrat Medium" panose="00000600000000000000" pitchFamily="2" charset="0"/>
                      </a:endParaRPr>
                    </a:p>
                  </a:txBody>
                  <a:tcPr marL="0" marR="0" marT="0" marB="0"/>
                </a:tc>
                <a:tc>
                  <a:txBody>
                    <a:bodyPr/>
                    <a:lstStyle/>
                    <a:p>
                      <a:pPr algn="ctr" fontAlgn="t">
                        <a:buNone/>
                      </a:pPr>
                      <a:r>
                        <a:rPr lang="en-GB" sz="800" u="none" strike="noStrike" dirty="0">
                          <a:effectLst/>
                        </a:rPr>
                        <a:t>0</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0</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0</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2</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4</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700" u="none" strike="noStrike" dirty="0">
                          <a:effectLst/>
                        </a:rPr>
                        <a:t>6</a:t>
                      </a:r>
                      <a:endParaRPr lang="en-GB" sz="700" b="0" i="0" u="none" strike="noStrike" dirty="0">
                        <a:solidFill>
                          <a:srgbClr val="000000"/>
                        </a:solidFill>
                        <a:effectLst/>
                        <a:latin typeface="Montserrat Medium" panose="00000600000000000000" pitchFamily="2" charset="0"/>
                      </a:endParaRPr>
                    </a:p>
                  </a:txBody>
                  <a:tcPr marL="0" marR="0" marT="0" marB="0"/>
                </a:tc>
                <a:tc>
                  <a:txBody>
                    <a:bodyPr/>
                    <a:lstStyle/>
                    <a:p>
                      <a:pPr algn="ctr" fontAlgn="t">
                        <a:buNone/>
                      </a:pPr>
                      <a:r>
                        <a:rPr lang="en-GB" sz="700" u="none" strike="noStrike" dirty="0">
                          <a:effectLst/>
                        </a:rPr>
                        <a:t>low</a:t>
                      </a:r>
                      <a:endParaRPr lang="en-GB" sz="700" b="0" i="0" u="none" strike="noStrike" dirty="0">
                        <a:solidFill>
                          <a:srgbClr val="000000"/>
                        </a:solidFill>
                        <a:effectLst/>
                        <a:latin typeface="Montserrat Medium" panose="00000600000000000000" pitchFamily="2" charset="0"/>
                      </a:endParaRPr>
                    </a:p>
                  </a:txBody>
                  <a:tcPr marL="0" marR="0" marT="0" marB="0"/>
                </a:tc>
                <a:extLst>
                  <a:ext uri="{0D108BD9-81ED-4DB2-BD59-A6C34878D82A}">
                    <a16:rowId xmlns:a16="http://schemas.microsoft.com/office/drawing/2014/main" val="2424676781"/>
                  </a:ext>
                </a:extLst>
              </a:tr>
              <a:tr h="309662">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pPr marL="0" algn="l" defTabSz="914400" rtl="0" eaLnBrk="1" fontAlgn="ctr" latinLnBrk="0" hangingPunct="1">
                        <a:buNone/>
                      </a:pPr>
                      <a:r>
                        <a:rPr lang="en-GB" sz="800" u="none" strike="noStrike" kern="1200" dirty="0">
                          <a:solidFill>
                            <a:schemeClr val="bg1"/>
                          </a:solidFill>
                          <a:effectLst/>
                          <a:latin typeface="+mn-lt"/>
                          <a:ea typeface="+mn-ea"/>
                          <a:cs typeface="+mn-cs"/>
                        </a:rPr>
                        <a:t>Loss of comms</a:t>
                      </a:r>
                    </a:p>
                  </a:txBody>
                  <a:tcPr marL="0" marR="0" marT="0" marB="0">
                    <a:solidFill>
                      <a:schemeClr val="accent1"/>
                    </a:solidFill>
                  </a:tcPr>
                </a:tc>
                <a:tc>
                  <a:txBody>
                    <a:bodyPr/>
                    <a:lstStyle/>
                    <a:p>
                      <a:pPr algn="l" fontAlgn="t">
                        <a:buNone/>
                      </a:pPr>
                      <a:r>
                        <a:rPr lang="en-GB" sz="700" u="none" strike="noStrike" dirty="0">
                          <a:effectLst/>
                        </a:rPr>
                        <a:t>Minimal impact, work from an office/alternative location or utilise mobile phone for internet connection.</a:t>
                      </a:r>
                      <a:endParaRPr lang="en-GB" sz="700" b="0" i="0" u="none" strike="noStrike" dirty="0">
                        <a:solidFill>
                          <a:srgbClr val="000000"/>
                        </a:solidFill>
                        <a:effectLst/>
                        <a:latin typeface="Montserrat Medium" panose="00000600000000000000" pitchFamily="2" charset="0"/>
                      </a:endParaRPr>
                    </a:p>
                  </a:txBody>
                  <a:tcPr marL="0" marR="0" marT="0" marB="0"/>
                </a:tc>
                <a:tc>
                  <a:txBody>
                    <a:bodyPr/>
                    <a:lstStyle/>
                    <a:p>
                      <a:pPr algn="ctr" fontAlgn="t">
                        <a:buNone/>
                      </a:pPr>
                      <a:r>
                        <a:rPr lang="en-GB" sz="800" u="none" strike="noStrike" dirty="0">
                          <a:effectLst/>
                        </a:rPr>
                        <a:t>1</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1</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1</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4</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6</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700" u="none" strike="noStrike" dirty="0">
                          <a:effectLst/>
                        </a:rPr>
                        <a:t>13</a:t>
                      </a:r>
                      <a:endParaRPr lang="en-GB" sz="700" b="0" i="0" u="none" strike="noStrike" dirty="0">
                        <a:solidFill>
                          <a:srgbClr val="000000"/>
                        </a:solidFill>
                        <a:effectLst/>
                        <a:latin typeface="Montserrat Medium" panose="00000600000000000000" pitchFamily="2" charset="0"/>
                      </a:endParaRPr>
                    </a:p>
                  </a:txBody>
                  <a:tcPr marL="0" marR="0" marT="0" marB="0"/>
                </a:tc>
                <a:tc>
                  <a:txBody>
                    <a:bodyPr/>
                    <a:lstStyle/>
                    <a:p>
                      <a:pPr algn="ctr" fontAlgn="t">
                        <a:buNone/>
                      </a:pPr>
                      <a:r>
                        <a:rPr lang="en-GB" sz="700" u="none" strike="noStrike" dirty="0">
                          <a:effectLst/>
                        </a:rPr>
                        <a:t>Medium</a:t>
                      </a:r>
                      <a:endParaRPr lang="en-GB" sz="700" b="0" i="0" u="none" strike="noStrike" dirty="0">
                        <a:solidFill>
                          <a:srgbClr val="000000"/>
                        </a:solidFill>
                        <a:effectLst/>
                        <a:latin typeface="Montserrat Medium" panose="00000600000000000000" pitchFamily="2" charset="0"/>
                      </a:endParaRPr>
                    </a:p>
                  </a:txBody>
                  <a:tcPr marL="0" marR="0" marT="0" marB="0"/>
                </a:tc>
                <a:extLst>
                  <a:ext uri="{0D108BD9-81ED-4DB2-BD59-A6C34878D82A}">
                    <a16:rowId xmlns:a16="http://schemas.microsoft.com/office/drawing/2014/main" val="1585802656"/>
                  </a:ext>
                </a:extLst>
              </a:tr>
              <a:tr h="1205469">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pPr marL="0" algn="l" defTabSz="914400" rtl="0" eaLnBrk="1" fontAlgn="ctr" latinLnBrk="0" hangingPunct="1">
                        <a:buNone/>
                      </a:pPr>
                      <a:r>
                        <a:rPr lang="en-GB" sz="800" u="none" strike="noStrike" kern="1200" dirty="0">
                          <a:solidFill>
                            <a:schemeClr val="bg1"/>
                          </a:solidFill>
                          <a:effectLst/>
                          <a:latin typeface="+mn-lt"/>
                          <a:ea typeface="+mn-ea"/>
                          <a:cs typeface="+mn-cs"/>
                        </a:rPr>
                        <a:t>Loss of equipment (laptop etc)</a:t>
                      </a:r>
                    </a:p>
                  </a:txBody>
                  <a:tcPr marL="0" marR="0" marT="0" marB="0">
                    <a:solidFill>
                      <a:schemeClr val="accent1"/>
                    </a:solidFill>
                  </a:tcPr>
                </a:tc>
                <a:tc>
                  <a:txBody>
                    <a:bodyPr/>
                    <a:lstStyle/>
                    <a:p>
                      <a:pPr algn="l" fontAlgn="t">
                        <a:buNone/>
                      </a:pPr>
                      <a:r>
                        <a:rPr lang="en-GB" sz="700" u="none" strike="noStrike" dirty="0">
                          <a:effectLst/>
                        </a:rPr>
                        <a:t>High impact, email, teams can be accessed from personal device.</a:t>
                      </a:r>
                      <a:br>
                        <a:rPr lang="en-GB" sz="700" u="none" strike="noStrike" dirty="0">
                          <a:effectLst/>
                        </a:rPr>
                      </a:br>
                      <a:r>
                        <a:rPr lang="en-GB" sz="700" u="none" strike="noStrike" dirty="0">
                          <a:effectLst/>
                        </a:rPr>
                        <a:t>Replacement laptops would need to be sourced.  Team are hybrid working not all team in the office, could utilise other team members.</a:t>
                      </a:r>
                      <a:br>
                        <a:rPr lang="en-GB" sz="700" u="none" strike="noStrike" dirty="0">
                          <a:effectLst/>
                        </a:rPr>
                      </a:br>
                      <a:r>
                        <a:rPr lang="en-GB" sz="700" u="none" strike="noStrike" dirty="0">
                          <a:effectLst/>
                        </a:rPr>
                        <a:t>If loss of laptop can use personal PCs to connect via virtual machine to Denmark, India DC.  If loss of virtual machine connection would be high impact, if 1 person loss of connection can use other team members, high impact if whole team lost connection.</a:t>
                      </a:r>
                      <a:br>
                        <a:rPr lang="en-GB" sz="700" u="none" strike="noStrike" dirty="0">
                          <a:effectLst/>
                        </a:rPr>
                      </a:br>
                      <a:r>
                        <a:rPr lang="en-GB" sz="700" u="none" strike="noStrike" dirty="0">
                          <a:effectLst/>
                        </a:rPr>
                        <a:t>Testing purposes only can use company mobiles phones</a:t>
                      </a:r>
                      <a:endParaRPr lang="en-GB" sz="700" b="0" i="0" u="none" strike="noStrike" dirty="0">
                        <a:solidFill>
                          <a:srgbClr val="000000"/>
                        </a:solidFill>
                        <a:effectLst/>
                        <a:latin typeface="Montserrat Medium" panose="00000600000000000000" pitchFamily="2" charset="0"/>
                      </a:endParaRPr>
                    </a:p>
                  </a:txBody>
                  <a:tcPr marL="0" marR="0" marT="0" marB="0"/>
                </a:tc>
                <a:tc>
                  <a:txBody>
                    <a:bodyPr/>
                    <a:lstStyle/>
                    <a:p>
                      <a:pPr algn="ctr" fontAlgn="t">
                        <a:buNone/>
                      </a:pPr>
                      <a:r>
                        <a:rPr lang="en-GB" sz="800" u="none" strike="noStrike" dirty="0">
                          <a:effectLst/>
                        </a:rPr>
                        <a:t>3</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4</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4</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6</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6</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700" u="none" strike="noStrike" dirty="0">
                          <a:effectLst/>
                        </a:rPr>
                        <a:t>23</a:t>
                      </a:r>
                      <a:endParaRPr lang="en-GB" sz="700" b="0" i="0" u="none" strike="noStrike" dirty="0">
                        <a:solidFill>
                          <a:srgbClr val="000000"/>
                        </a:solidFill>
                        <a:effectLst/>
                        <a:latin typeface="Montserrat Medium" panose="00000600000000000000" pitchFamily="2" charset="0"/>
                      </a:endParaRPr>
                    </a:p>
                  </a:txBody>
                  <a:tcPr marL="0" marR="0" marT="0" marB="0"/>
                </a:tc>
                <a:tc>
                  <a:txBody>
                    <a:bodyPr/>
                    <a:lstStyle/>
                    <a:p>
                      <a:pPr algn="ctr" fontAlgn="t">
                        <a:buNone/>
                      </a:pPr>
                      <a:r>
                        <a:rPr lang="en-GB" sz="700" u="none" strike="noStrike" dirty="0">
                          <a:effectLst/>
                        </a:rPr>
                        <a:t>High</a:t>
                      </a:r>
                      <a:endParaRPr lang="en-GB" sz="700" b="0" i="0" u="none" strike="noStrike" dirty="0">
                        <a:solidFill>
                          <a:srgbClr val="000000"/>
                        </a:solidFill>
                        <a:effectLst/>
                        <a:latin typeface="Montserrat Medium" panose="00000600000000000000" pitchFamily="2" charset="0"/>
                      </a:endParaRPr>
                    </a:p>
                  </a:txBody>
                  <a:tcPr marL="0" marR="0" marT="0" marB="0"/>
                </a:tc>
                <a:extLst>
                  <a:ext uri="{0D108BD9-81ED-4DB2-BD59-A6C34878D82A}">
                    <a16:rowId xmlns:a16="http://schemas.microsoft.com/office/drawing/2014/main" val="2293749627"/>
                  </a:ext>
                </a:extLst>
              </a:tr>
              <a:tr h="420255">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pPr marL="0" algn="l" defTabSz="914400" rtl="0" eaLnBrk="1" fontAlgn="ctr" latinLnBrk="0" hangingPunct="1">
                        <a:buNone/>
                      </a:pPr>
                      <a:r>
                        <a:rPr lang="en-GB" sz="800" u="none" strike="noStrike" kern="1200" dirty="0">
                          <a:solidFill>
                            <a:schemeClr val="bg1"/>
                          </a:solidFill>
                          <a:effectLst/>
                          <a:latin typeface="+mn-lt"/>
                          <a:ea typeface="+mn-ea"/>
                          <a:cs typeface="+mn-cs"/>
                        </a:rPr>
                        <a:t>Complete loss of service</a:t>
                      </a:r>
                    </a:p>
                  </a:txBody>
                  <a:tcPr marL="0" marR="0" marT="0" marB="0">
                    <a:solidFill>
                      <a:schemeClr val="accent1"/>
                    </a:solidFill>
                  </a:tcPr>
                </a:tc>
                <a:tc>
                  <a:txBody>
                    <a:bodyPr/>
                    <a:lstStyle/>
                    <a:p>
                      <a:pPr algn="l" fontAlgn="t">
                        <a:buNone/>
                      </a:pPr>
                      <a:r>
                        <a:rPr lang="en-GB" sz="700" u="none" strike="noStrike" dirty="0">
                          <a:effectLst/>
                        </a:rPr>
                        <a:t>No one from Offshore can connect to the system, perform any job on R&amp;D, do development, provide build, work on planned release work etc</a:t>
                      </a:r>
                      <a:endParaRPr lang="en-GB" sz="700" b="0" i="0" u="none" strike="noStrike" dirty="0">
                        <a:solidFill>
                          <a:srgbClr val="000000"/>
                        </a:solidFill>
                        <a:effectLst/>
                        <a:latin typeface="Montserrat Medium" panose="00000600000000000000" pitchFamily="2" charset="0"/>
                      </a:endParaRPr>
                    </a:p>
                  </a:txBody>
                  <a:tcPr marL="0" marR="0" marT="0" marB="0"/>
                </a:tc>
                <a:tc>
                  <a:txBody>
                    <a:bodyPr/>
                    <a:lstStyle/>
                    <a:p>
                      <a:pPr algn="ctr" fontAlgn="t">
                        <a:buNone/>
                      </a:pPr>
                      <a:r>
                        <a:rPr lang="en-GB" sz="800" u="none" strike="noStrike" dirty="0">
                          <a:effectLst/>
                        </a:rPr>
                        <a:t>3</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4</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4</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6</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800" u="none" strike="noStrike" dirty="0">
                          <a:effectLst/>
                        </a:rPr>
                        <a:t>6</a:t>
                      </a:r>
                      <a:endParaRPr lang="en-GB" sz="800" b="0" i="0" u="none" strike="noStrike" dirty="0">
                        <a:solidFill>
                          <a:srgbClr val="000000"/>
                        </a:solidFill>
                        <a:effectLst/>
                        <a:latin typeface="Calibri" panose="020F0502020204030204" pitchFamily="34" charset="0"/>
                      </a:endParaRPr>
                    </a:p>
                  </a:txBody>
                  <a:tcPr marL="0" marR="0" marT="0" marB="0"/>
                </a:tc>
                <a:tc>
                  <a:txBody>
                    <a:bodyPr/>
                    <a:lstStyle/>
                    <a:p>
                      <a:pPr algn="ctr" fontAlgn="t">
                        <a:buNone/>
                      </a:pPr>
                      <a:r>
                        <a:rPr lang="en-GB" sz="700" u="none" strike="noStrike" dirty="0">
                          <a:effectLst/>
                        </a:rPr>
                        <a:t>23</a:t>
                      </a:r>
                      <a:endParaRPr lang="en-GB" sz="700" b="0" i="0" u="none" strike="noStrike" dirty="0">
                        <a:solidFill>
                          <a:srgbClr val="000000"/>
                        </a:solidFill>
                        <a:effectLst/>
                        <a:latin typeface="Montserrat Medium" panose="00000600000000000000" pitchFamily="2" charset="0"/>
                      </a:endParaRPr>
                    </a:p>
                  </a:txBody>
                  <a:tcPr marL="0" marR="0" marT="0" marB="0"/>
                </a:tc>
                <a:tc>
                  <a:txBody>
                    <a:bodyPr/>
                    <a:lstStyle/>
                    <a:p>
                      <a:pPr algn="ctr" fontAlgn="t">
                        <a:buNone/>
                      </a:pPr>
                      <a:r>
                        <a:rPr lang="en-GB" sz="700" u="none" strike="noStrike" dirty="0">
                          <a:effectLst/>
                        </a:rPr>
                        <a:t>High</a:t>
                      </a:r>
                      <a:endParaRPr lang="en-GB" sz="700" b="0" i="0" u="none" strike="noStrike" dirty="0">
                        <a:solidFill>
                          <a:srgbClr val="000000"/>
                        </a:solidFill>
                        <a:effectLst/>
                        <a:latin typeface="Montserrat Medium" panose="00000600000000000000" pitchFamily="2" charset="0"/>
                      </a:endParaRPr>
                    </a:p>
                  </a:txBody>
                  <a:tcPr marL="0" marR="0" marT="0" marB="0"/>
                </a:tc>
                <a:extLst>
                  <a:ext uri="{0D108BD9-81ED-4DB2-BD59-A6C34878D82A}">
                    <a16:rowId xmlns:a16="http://schemas.microsoft.com/office/drawing/2014/main" val="1573374080"/>
                  </a:ext>
                </a:extLst>
              </a:tr>
            </a:tbl>
          </a:graphicData>
        </a:graphic>
      </p:graphicFrame>
      <p:sp>
        <p:nvSpPr>
          <p:cNvPr id="4" name="TextBox 3">
            <a:extLst>
              <a:ext uri="{FF2B5EF4-FFF2-40B4-BE49-F238E27FC236}">
                <a16:creationId xmlns:a16="http://schemas.microsoft.com/office/drawing/2014/main" id="{7675914D-EF06-FD6B-E814-AB81F0025A1E}"/>
              </a:ext>
            </a:extLst>
          </p:cNvPr>
          <p:cNvSpPr txBox="1"/>
          <p:nvPr/>
        </p:nvSpPr>
        <p:spPr>
          <a:xfrm>
            <a:off x="442289" y="2134455"/>
            <a:ext cx="3130985" cy="707886"/>
          </a:xfrm>
          <a:prstGeom prst="rect">
            <a:avLst/>
          </a:prstGeom>
          <a:noFill/>
        </p:spPr>
        <p:txBody>
          <a:bodyPr wrap="none" rtlCol="0">
            <a:spAutoFit/>
          </a:bodyPr>
          <a:lstStyle/>
          <a:p>
            <a:pPr algn="ctr"/>
            <a:r>
              <a:rPr lang="en-GB" sz="1000" dirty="0">
                <a:solidFill>
                  <a:srgbClr val="FF0000"/>
                </a:solidFill>
              </a:rPr>
              <a:t>Each individual team is listed, details include</a:t>
            </a:r>
          </a:p>
          <a:p>
            <a:pPr algn="ctr"/>
            <a:r>
              <a:rPr lang="en-GB" sz="1000" dirty="0">
                <a:solidFill>
                  <a:srgbClr val="FF0000"/>
                </a:solidFill>
              </a:rPr>
              <a:t>what the team does</a:t>
            </a:r>
          </a:p>
          <a:p>
            <a:pPr algn="ctr"/>
            <a:r>
              <a:rPr lang="en-GB" sz="1000" dirty="0">
                <a:solidFill>
                  <a:srgbClr val="FF0000"/>
                </a:solidFill>
              </a:rPr>
              <a:t>location of employees</a:t>
            </a:r>
          </a:p>
          <a:p>
            <a:pPr algn="ctr"/>
            <a:r>
              <a:rPr lang="en-GB" sz="1000" dirty="0">
                <a:solidFill>
                  <a:srgbClr val="FF0000"/>
                </a:solidFill>
              </a:rPr>
              <a:t>delivery manager</a:t>
            </a:r>
          </a:p>
        </p:txBody>
      </p:sp>
      <p:sp>
        <p:nvSpPr>
          <p:cNvPr id="5" name="TextBox 4">
            <a:extLst>
              <a:ext uri="{FF2B5EF4-FFF2-40B4-BE49-F238E27FC236}">
                <a16:creationId xmlns:a16="http://schemas.microsoft.com/office/drawing/2014/main" id="{7B6FDF8A-B0C2-0513-8D89-7A0D4F2B1089}"/>
              </a:ext>
            </a:extLst>
          </p:cNvPr>
          <p:cNvSpPr txBox="1"/>
          <p:nvPr/>
        </p:nvSpPr>
        <p:spPr>
          <a:xfrm>
            <a:off x="3565033" y="1928596"/>
            <a:ext cx="7165744" cy="861774"/>
          </a:xfrm>
          <a:prstGeom prst="rect">
            <a:avLst/>
          </a:prstGeom>
          <a:noFill/>
        </p:spPr>
        <p:txBody>
          <a:bodyPr wrap="none" rtlCol="0">
            <a:spAutoFit/>
          </a:bodyPr>
          <a:lstStyle/>
          <a:p>
            <a:pPr algn="ctr"/>
            <a:r>
              <a:rPr lang="en-GB" sz="1000" dirty="0">
                <a:solidFill>
                  <a:srgbClr val="FF0000"/>
                </a:solidFill>
              </a:rPr>
              <a:t>Using scoring of 0 (no impact) to 6 (catastrophic) we rate:</a:t>
            </a:r>
          </a:p>
          <a:p>
            <a:pPr algn="ctr"/>
            <a:r>
              <a:rPr lang="en-GB" sz="1000" dirty="0">
                <a:solidFill>
                  <a:srgbClr val="FF0000"/>
                </a:solidFill>
              </a:rPr>
              <a:t>what is the impact to the team if we had loss of staff member,</a:t>
            </a:r>
          </a:p>
          <a:p>
            <a:pPr algn="ctr"/>
            <a:r>
              <a:rPr lang="en-GB" sz="1000" dirty="0">
                <a:solidFill>
                  <a:srgbClr val="FF0000"/>
                </a:solidFill>
              </a:rPr>
              <a:t>loss of site, loss of comms, loss of equipment, and what complete loss of service</a:t>
            </a:r>
          </a:p>
          <a:p>
            <a:pPr algn="ctr"/>
            <a:r>
              <a:rPr lang="en-GB" sz="1000" dirty="0">
                <a:solidFill>
                  <a:srgbClr val="FF0000"/>
                </a:solidFill>
              </a:rPr>
              <a:t>would mean to Dedalus, and we rate this over a period of time, 4 hours, 8 hours, 1 day, 7 days and 28 days.</a:t>
            </a:r>
          </a:p>
          <a:p>
            <a:pPr algn="ctr"/>
            <a:r>
              <a:rPr lang="en-GB" sz="1000" dirty="0">
                <a:solidFill>
                  <a:srgbClr val="FF0000"/>
                </a:solidFill>
              </a:rPr>
              <a:t>Scoring then gives us impact rating which then help determines criticality and prioritisation on the next slide.</a:t>
            </a: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A896B050-05E9-3B44-179B-6783E1274930}"/>
                  </a:ext>
                </a:extLst>
              </p14:cNvPr>
              <p14:cNvContentPartPr/>
              <p14:nvPr/>
            </p14:nvContentPartPr>
            <p14:xfrm>
              <a:off x="7132029" y="2747723"/>
              <a:ext cx="720" cy="138778"/>
            </p14:xfrm>
          </p:contentPart>
        </mc:Choice>
        <mc:Fallback xmlns="">
          <p:pic>
            <p:nvPicPr>
              <p:cNvPr id="8" name="Ink 7">
                <a:extLst>
                  <a:ext uri="{FF2B5EF4-FFF2-40B4-BE49-F238E27FC236}">
                    <a16:creationId xmlns:a16="http://schemas.microsoft.com/office/drawing/2014/main" id="{A896B050-05E9-3B44-179B-6783E1274930}"/>
                  </a:ext>
                </a:extLst>
              </p:cNvPr>
              <p:cNvPicPr/>
              <p:nvPr/>
            </p:nvPicPr>
            <p:blipFill>
              <a:blip r:embed="rId4"/>
              <a:stretch>
                <a:fillRect/>
              </a:stretch>
            </p:blipFill>
            <p:spPr>
              <a:xfrm>
                <a:off x="7119069" y="2741611"/>
                <a:ext cx="25200" cy="151002"/>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62A68A43-64B8-51C0-ED3A-17A18DA890EC}"/>
                  </a:ext>
                </a:extLst>
              </p14:cNvPr>
              <p14:cNvContentPartPr/>
              <p14:nvPr/>
            </p14:nvContentPartPr>
            <p14:xfrm>
              <a:off x="1966471" y="2747723"/>
              <a:ext cx="720" cy="126123"/>
            </p14:xfrm>
          </p:contentPart>
        </mc:Choice>
        <mc:Fallback xmlns="">
          <p:pic>
            <p:nvPicPr>
              <p:cNvPr id="9" name="Ink 8">
                <a:extLst>
                  <a:ext uri="{FF2B5EF4-FFF2-40B4-BE49-F238E27FC236}">
                    <a16:creationId xmlns:a16="http://schemas.microsoft.com/office/drawing/2014/main" id="{62A68A43-64B8-51C0-ED3A-17A18DA890EC}"/>
                  </a:ext>
                </a:extLst>
              </p:cNvPr>
              <p:cNvPicPr/>
              <p:nvPr/>
            </p:nvPicPr>
            <p:blipFill>
              <a:blip r:embed="rId6"/>
              <a:stretch>
                <a:fillRect/>
              </a:stretch>
            </p:blipFill>
            <p:spPr>
              <a:xfrm>
                <a:off x="1953511" y="2741614"/>
                <a:ext cx="25200" cy="138340"/>
              </a:xfrm>
              <a:prstGeom prst="rect">
                <a:avLst/>
              </a:prstGeom>
            </p:spPr>
          </p:pic>
        </mc:Fallback>
      </mc:AlternateContent>
      <p:sp>
        <p:nvSpPr>
          <p:cNvPr id="10" name="Google Shape;1717;p78">
            <a:extLst>
              <a:ext uri="{FF2B5EF4-FFF2-40B4-BE49-F238E27FC236}">
                <a16:creationId xmlns:a16="http://schemas.microsoft.com/office/drawing/2014/main" id="{AE4F6778-0D5E-F0B1-6104-58A78D496326}"/>
              </a:ext>
            </a:extLst>
          </p:cNvPr>
          <p:cNvSpPr txBox="1">
            <a:spLocks/>
          </p:cNvSpPr>
          <p:nvPr/>
        </p:nvSpPr>
        <p:spPr>
          <a:xfrm>
            <a:off x="497263" y="852853"/>
            <a:ext cx="10816216" cy="1004174"/>
          </a:xfrm>
          <a:prstGeom prst="rect">
            <a:avLst/>
          </a:prstGeom>
        </p:spPr>
        <p:txBody>
          <a:bodyPr spcFirstLastPara="1" wrap="square" lIns="91425" tIns="91425" rIns="91425" bIns="91425" anchor="ctr" anchorCtr="0">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ontserrat" pitchFamily="2" charset="77"/>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ontserrat" pitchFamily="2" charset="77"/>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ontserrat" pitchFamily="2" charset="77"/>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ontserrat" pitchFamily="2" charset="77"/>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400" noProof="0" dirty="0">
              <a:solidFill>
                <a:schemeClr val="tx2"/>
              </a:solidFill>
              <a:cs typeface="Arial"/>
            </a:endParaRPr>
          </a:p>
          <a:p>
            <a:pPr marL="0" indent="0">
              <a:buNone/>
            </a:pPr>
            <a:r>
              <a:rPr lang="en-GB" sz="1400" noProof="0" dirty="0">
                <a:solidFill>
                  <a:schemeClr val="tx2"/>
                </a:solidFill>
                <a:cs typeface="Arial"/>
              </a:rPr>
              <a:t>Business Impact Analysis (B</a:t>
            </a:r>
            <a:r>
              <a:rPr lang="en-GB" sz="1400" dirty="0">
                <a:solidFill>
                  <a:schemeClr val="tx2"/>
                </a:solidFill>
                <a:cs typeface="Arial"/>
              </a:rPr>
              <a:t>IA) - document that analysis the impact over a period of time disruptions to our teams, this information is then used to create the Business Continuity Plan (BCP).  Example of what a BIA looks like: </a:t>
            </a:r>
            <a:endParaRPr lang="en-GB" sz="1400" noProof="0" dirty="0">
              <a:solidFill>
                <a:schemeClr val="tx2"/>
              </a:solidFill>
              <a:cs typeface="Arial"/>
            </a:endParaRPr>
          </a:p>
        </p:txBody>
      </p:sp>
    </p:spTree>
    <p:extLst>
      <p:ext uri="{BB962C8B-B14F-4D97-AF65-F5344CB8AC3E}">
        <p14:creationId xmlns:p14="http://schemas.microsoft.com/office/powerpoint/2010/main" val="284623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5F502-42E2-8FCA-8A64-DACBA60A79F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43719CC-FFAF-8B64-F865-82812FE0A96E}"/>
              </a:ext>
            </a:extLst>
          </p:cNvPr>
          <p:cNvSpPr>
            <a:spLocks noGrp="1"/>
          </p:cNvSpPr>
          <p:nvPr>
            <p:ph type="title"/>
          </p:nvPr>
        </p:nvSpPr>
        <p:spPr>
          <a:prstGeom prst="rect">
            <a:avLst/>
          </a:prstGeom>
        </p:spPr>
        <p:txBody>
          <a:bodyPr/>
          <a:lstStyle/>
          <a:p>
            <a:r>
              <a:rPr lang="en-GB" sz="2800" noProof="0" dirty="0"/>
              <a:t>Business Impact Analysis</a:t>
            </a:r>
          </a:p>
        </p:txBody>
      </p:sp>
      <p:graphicFrame>
        <p:nvGraphicFramePr>
          <p:cNvPr id="4" name="Table 3">
            <a:extLst>
              <a:ext uri="{FF2B5EF4-FFF2-40B4-BE49-F238E27FC236}">
                <a16:creationId xmlns:a16="http://schemas.microsoft.com/office/drawing/2014/main" id="{D115452D-DD0E-6EC5-1996-685A5DBE9C98}"/>
              </a:ext>
            </a:extLst>
          </p:cNvPr>
          <p:cNvGraphicFramePr>
            <a:graphicFrameLocks noGrp="1"/>
          </p:cNvGraphicFramePr>
          <p:nvPr>
            <p:extLst>
              <p:ext uri="{D42A27DB-BD31-4B8C-83A1-F6EECF244321}">
                <p14:modId xmlns:p14="http://schemas.microsoft.com/office/powerpoint/2010/main" val="4250107302"/>
              </p:ext>
            </p:extLst>
          </p:nvPr>
        </p:nvGraphicFramePr>
        <p:xfrm>
          <a:off x="1788781" y="1448784"/>
          <a:ext cx="4838700" cy="1269331"/>
        </p:xfrm>
        <a:graphic>
          <a:graphicData uri="http://schemas.openxmlformats.org/drawingml/2006/table">
            <a:tbl>
              <a:tblPr>
                <a:tableStyleId>{5C22544A-7EE6-4342-B048-85BDC9FD1C3A}</a:tableStyleId>
              </a:tblPr>
              <a:tblGrid>
                <a:gridCol w="1028700">
                  <a:extLst>
                    <a:ext uri="{9D8B030D-6E8A-4147-A177-3AD203B41FA5}">
                      <a16:colId xmlns:a16="http://schemas.microsoft.com/office/drawing/2014/main" val="1682000159"/>
                    </a:ext>
                  </a:extLst>
                </a:gridCol>
                <a:gridCol w="1028700">
                  <a:extLst>
                    <a:ext uri="{9D8B030D-6E8A-4147-A177-3AD203B41FA5}">
                      <a16:colId xmlns:a16="http://schemas.microsoft.com/office/drawing/2014/main" val="3464844867"/>
                    </a:ext>
                  </a:extLst>
                </a:gridCol>
                <a:gridCol w="889000">
                  <a:extLst>
                    <a:ext uri="{9D8B030D-6E8A-4147-A177-3AD203B41FA5}">
                      <a16:colId xmlns:a16="http://schemas.microsoft.com/office/drawing/2014/main" val="101153778"/>
                    </a:ext>
                  </a:extLst>
                </a:gridCol>
                <a:gridCol w="889000">
                  <a:extLst>
                    <a:ext uri="{9D8B030D-6E8A-4147-A177-3AD203B41FA5}">
                      <a16:colId xmlns:a16="http://schemas.microsoft.com/office/drawing/2014/main" val="2222910102"/>
                    </a:ext>
                  </a:extLst>
                </a:gridCol>
                <a:gridCol w="1003300">
                  <a:extLst>
                    <a:ext uri="{9D8B030D-6E8A-4147-A177-3AD203B41FA5}">
                      <a16:colId xmlns:a16="http://schemas.microsoft.com/office/drawing/2014/main" val="299022649"/>
                    </a:ext>
                  </a:extLst>
                </a:gridCol>
              </a:tblGrid>
              <a:tr h="523400">
                <a:tc>
                  <a:txBody>
                    <a:bodyPr/>
                    <a:lstStyle/>
                    <a:p>
                      <a:pPr marL="0" algn="ctr" defTabSz="914400" rtl="0" eaLnBrk="1" fontAlgn="ctr" latinLnBrk="0" hangingPunct="1">
                        <a:buNone/>
                      </a:pPr>
                      <a:r>
                        <a:rPr lang="en-GB" sz="800" u="none" strike="noStrike" kern="1200" dirty="0">
                          <a:solidFill>
                            <a:schemeClr val="bg1"/>
                          </a:solidFill>
                          <a:effectLst/>
                          <a:latin typeface="+mn-lt"/>
                          <a:ea typeface="+mn-ea"/>
                          <a:cs typeface="+mn-cs"/>
                        </a:rPr>
                        <a:t>Would lack of service affect our Legal Regulatory requirements?</a:t>
                      </a:r>
                    </a:p>
                  </a:txBody>
                  <a:tcPr marL="0" marR="0" marT="0" marB="0" anchor="ctr">
                    <a:solidFill>
                      <a:schemeClr val="accent1"/>
                    </a:solidFill>
                  </a:tcPr>
                </a:tc>
                <a:tc>
                  <a:txBody>
                    <a:bodyPr/>
                    <a:lstStyle/>
                    <a:p>
                      <a:pPr marL="0" algn="ctr" defTabSz="914400" rtl="0" eaLnBrk="1" fontAlgn="ctr" latinLnBrk="0" hangingPunct="1">
                        <a:buNone/>
                      </a:pPr>
                      <a:r>
                        <a:rPr lang="en-GB" sz="800" u="none" strike="noStrike" kern="1200" dirty="0">
                          <a:solidFill>
                            <a:schemeClr val="bg1"/>
                          </a:solidFill>
                          <a:effectLst/>
                          <a:latin typeface="+mn-lt"/>
                          <a:ea typeface="+mn-ea"/>
                          <a:cs typeface="+mn-cs"/>
                        </a:rPr>
                        <a:t>Would lack of service affect  legal contractual requirements?</a:t>
                      </a:r>
                    </a:p>
                  </a:txBody>
                  <a:tcPr marL="0" marR="0" marT="0" marB="0" anchor="ctr">
                    <a:solidFill>
                      <a:schemeClr val="accent1"/>
                    </a:solidFill>
                  </a:tcPr>
                </a:tc>
                <a:tc>
                  <a:txBody>
                    <a:bodyPr/>
                    <a:lstStyle/>
                    <a:p>
                      <a:pPr marL="0" algn="ctr" defTabSz="914400" rtl="0" eaLnBrk="1" fontAlgn="ctr" latinLnBrk="0" hangingPunct="1">
                        <a:buNone/>
                      </a:pPr>
                      <a:r>
                        <a:rPr lang="en-GB" sz="800" u="none" strike="noStrike" kern="1200" dirty="0">
                          <a:solidFill>
                            <a:schemeClr val="bg1"/>
                          </a:solidFill>
                          <a:effectLst/>
                          <a:latin typeface="+mn-lt"/>
                          <a:ea typeface="+mn-ea"/>
                          <a:cs typeface="+mn-cs"/>
                        </a:rPr>
                        <a:t>Critical Service</a:t>
                      </a:r>
                    </a:p>
                  </a:txBody>
                  <a:tcPr marL="0" marR="0" marT="0" marB="0">
                    <a:solidFill>
                      <a:schemeClr val="accent1"/>
                    </a:solidFill>
                  </a:tcPr>
                </a:tc>
                <a:tc>
                  <a:txBody>
                    <a:bodyPr/>
                    <a:lstStyle/>
                    <a:p>
                      <a:pPr marL="0" algn="ctr" defTabSz="914400" rtl="0" eaLnBrk="1" fontAlgn="ctr" latinLnBrk="0" hangingPunct="1">
                        <a:buNone/>
                      </a:pPr>
                      <a:r>
                        <a:rPr lang="en-GB" sz="800" u="none" strike="noStrike" kern="1200" dirty="0">
                          <a:solidFill>
                            <a:schemeClr val="bg1"/>
                          </a:solidFill>
                          <a:effectLst/>
                          <a:latin typeface="+mn-lt"/>
                          <a:ea typeface="+mn-ea"/>
                          <a:cs typeface="+mn-cs"/>
                        </a:rPr>
                        <a:t>Criticality level</a:t>
                      </a:r>
                    </a:p>
                  </a:txBody>
                  <a:tcPr marL="0" marR="0" marT="0" marB="0">
                    <a:solidFill>
                      <a:schemeClr val="accent1"/>
                    </a:solidFill>
                  </a:tcPr>
                </a:tc>
                <a:tc>
                  <a:txBody>
                    <a:bodyPr/>
                    <a:lstStyle/>
                    <a:p>
                      <a:pPr marL="0" algn="ctr" defTabSz="914400" rtl="0" eaLnBrk="1" fontAlgn="ctr" latinLnBrk="0" hangingPunct="1">
                        <a:buNone/>
                      </a:pPr>
                      <a:r>
                        <a:rPr lang="en-GB" sz="800" u="none" strike="noStrike" kern="1200" dirty="0">
                          <a:solidFill>
                            <a:schemeClr val="bg1"/>
                          </a:solidFill>
                          <a:effectLst/>
                          <a:latin typeface="+mn-lt"/>
                          <a:ea typeface="+mn-ea"/>
                          <a:cs typeface="+mn-cs"/>
                        </a:rPr>
                        <a:t>Prioritization Level</a:t>
                      </a:r>
                    </a:p>
                  </a:txBody>
                  <a:tcPr marL="0" marR="0" marT="0" marB="0">
                    <a:solidFill>
                      <a:schemeClr val="accent1"/>
                    </a:solidFill>
                  </a:tcPr>
                </a:tc>
                <a:extLst>
                  <a:ext uri="{0D108BD9-81ED-4DB2-BD59-A6C34878D82A}">
                    <a16:rowId xmlns:a16="http://schemas.microsoft.com/office/drawing/2014/main" val="3762911245"/>
                  </a:ext>
                </a:extLst>
              </a:tr>
              <a:tr h="615081">
                <a:tc>
                  <a:txBody>
                    <a:bodyPr/>
                    <a:lstStyle/>
                    <a:p>
                      <a:pPr marL="0" algn="ctr" defTabSz="914400" rtl="0" eaLnBrk="1" fontAlgn="ctr" latinLnBrk="0" hangingPunct="1">
                        <a:buNone/>
                      </a:pPr>
                      <a:r>
                        <a:rPr lang="en-GB" sz="800" u="none" strike="noStrike" kern="1200" dirty="0">
                          <a:solidFill>
                            <a:schemeClr val="bg1"/>
                          </a:solidFill>
                          <a:effectLst/>
                          <a:latin typeface="+mn-lt"/>
                          <a:ea typeface="+mn-ea"/>
                          <a:cs typeface="+mn-cs"/>
                        </a:rPr>
                        <a:t>Yes or No</a:t>
                      </a:r>
                    </a:p>
                  </a:txBody>
                  <a:tcPr marL="0" marR="0" marT="0" marB="0" anchor="ctr">
                    <a:solidFill>
                      <a:schemeClr val="accent1"/>
                    </a:solidFill>
                  </a:tcPr>
                </a:tc>
                <a:tc>
                  <a:txBody>
                    <a:bodyPr/>
                    <a:lstStyle/>
                    <a:p>
                      <a:pPr marL="0" algn="ctr" defTabSz="914400" rtl="0" eaLnBrk="1" fontAlgn="ctr" latinLnBrk="0" hangingPunct="1">
                        <a:buNone/>
                      </a:pPr>
                      <a:r>
                        <a:rPr lang="en-GB" sz="800" u="none" strike="noStrike" kern="1200" dirty="0">
                          <a:solidFill>
                            <a:schemeClr val="bg1"/>
                          </a:solidFill>
                          <a:effectLst/>
                          <a:latin typeface="+mn-lt"/>
                          <a:ea typeface="+mn-ea"/>
                          <a:cs typeface="+mn-cs"/>
                        </a:rPr>
                        <a:t>Yes or No</a:t>
                      </a:r>
                    </a:p>
                  </a:txBody>
                  <a:tcPr marL="0" marR="0" marT="0" marB="0" anchor="ctr">
                    <a:solidFill>
                      <a:schemeClr val="accent1"/>
                    </a:solidFill>
                  </a:tcPr>
                </a:tc>
                <a:tc>
                  <a:txBody>
                    <a:bodyPr/>
                    <a:lstStyle/>
                    <a:p>
                      <a:pPr marL="0" algn="ctr" defTabSz="914400" rtl="0" eaLnBrk="1" fontAlgn="ctr" latinLnBrk="0" hangingPunct="1">
                        <a:buNone/>
                      </a:pPr>
                      <a:r>
                        <a:rPr lang="en-GB" sz="800" u="none" strike="noStrike" kern="1200" dirty="0">
                          <a:solidFill>
                            <a:schemeClr val="bg1"/>
                          </a:solidFill>
                          <a:effectLst/>
                          <a:latin typeface="+mn-lt"/>
                          <a:ea typeface="+mn-ea"/>
                          <a:cs typeface="+mn-cs"/>
                        </a:rPr>
                        <a:t>Yes or No</a:t>
                      </a:r>
                    </a:p>
                  </a:txBody>
                  <a:tcPr marL="0" marR="0" marT="0" marB="0">
                    <a:solidFill>
                      <a:schemeClr val="accent1"/>
                    </a:solidFill>
                  </a:tcPr>
                </a:tc>
                <a:tc>
                  <a:txBody>
                    <a:bodyPr/>
                    <a:lstStyle/>
                    <a:p>
                      <a:pPr marL="0" algn="ctr" defTabSz="914400" rtl="0" eaLnBrk="1" fontAlgn="ctr" latinLnBrk="0" hangingPunct="1">
                        <a:buNone/>
                      </a:pPr>
                      <a:r>
                        <a:rPr lang="en-GB" sz="800" u="none" strike="noStrike" kern="1200" dirty="0">
                          <a:solidFill>
                            <a:schemeClr val="bg1"/>
                          </a:solidFill>
                          <a:effectLst/>
                          <a:latin typeface="+mn-lt"/>
                          <a:ea typeface="+mn-ea"/>
                          <a:cs typeface="+mn-cs"/>
                        </a:rPr>
                        <a:t>Company, Regional, Recover as needed</a:t>
                      </a:r>
                    </a:p>
                  </a:txBody>
                  <a:tcPr marL="0" marR="0" marT="0" marB="0">
                    <a:solidFill>
                      <a:schemeClr val="accent1"/>
                    </a:solidFill>
                  </a:tcPr>
                </a:tc>
                <a:tc>
                  <a:txBody>
                    <a:bodyPr/>
                    <a:lstStyle/>
                    <a:p>
                      <a:pPr marL="0" algn="ctr" defTabSz="914400" rtl="0" eaLnBrk="1" fontAlgn="ctr" latinLnBrk="0" hangingPunct="1">
                        <a:buNone/>
                      </a:pPr>
                      <a:r>
                        <a:rPr lang="en-GB" sz="800" u="none" strike="noStrike" kern="1200" dirty="0">
                          <a:solidFill>
                            <a:schemeClr val="bg1"/>
                          </a:solidFill>
                          <a:effectLst/>
                          <a:latin typeface="+mn-lt"/>
                          <a:ea typeface="+mn-ea"/>
                          <a:cs typeface="+mn-cs"/>
                        </a:rPr>
                        <a:t>1 - Very High</a:t>
                      </a:r>
                      <a:br>
                        <a:rPr lang="en-GB" sz="800" u="none" strike="noStrike" kern="1200" dirty="0">
                          <a:solidFill>
                            <a:schemeClr val="bg1"/>
                          </a:solidFill>
                          <a:effectLst/>
                          <a:latin typeface="+mn-lt"/>
                          <a:ea typeface="+mn-ea"/>
                          <a:cs typeface="+mn-cs"/>
                        </a:rPr>
                      </a:br>
                      <a:r>
                        <a:rPr lang="en-GB" sz="800" u="none" strike="noStrike" kern="1200" dirty="0">
                          <a:solidFill>
                            <a:schemeClr val="bg1"/>
                          </a:solidFill>
                          <a:effectLst/>
                          <a:latin typeface="+mn-lt"/>
                          <a:ea typeface="+mn-ea"/>
                          <a:cs typeface="+mn-cs"/>
                        </a:rPr>
                        <a:t>2-High, 3 - Med. 4 - Low</a:t>
                      </a:r>
                    </a:p>
                  </a:txBody>
                  <a:tcPr marL="0" marR="0" marT="0" marB="0">
                    <a:solidFill>
                      <a:schemeClr val="accent1"/>
                    </a:solidFill>
                  </a:tcPr>
                </a:tc>
                <a:extLst>
                  <a:ext uri="{0D108BD9-81ED-4DB2-BD59-A6C34878D82A}">
                    <a16:rowId xmlns:a16="http://schemas.microsoft.com/office/drawing/2014/main" val="3191195369"/>
                  </a:ext>
                </a:extLst>
              </a:tr>
              <a:tr h="130850">
                <a:tc>
                  <a:txBody>
                    <a:bodyPr/>
                    <a:lstStyle/>
                    <a:p>
                      <a:pPr marL="0" algn="l" defTabSz="914400" rtl="0" eaLnBrk="1" fontAlgn="ctr" latinLnBrk="0" hangingPunct="1">
                        <a:buNone/>
                      </a:pPr>
                      <a:r>
                        <a:rPr lang="en-GB" sz="800" u="none" strike="noStrike" kern="1200" dirty="0">
                          <a:solidFill>
                            <a:schemeClr val="dk1"/>
                          </a:solidFill>
                          <a:effectLst/>
                          <a:latin typeface="+mn-lt"/>
                          <a:ea typeface="+mn-ea"/>
                          <a:cs typeface="+mn-cs"/>
                        </a:rPr>
                        <a:t>No</a:t>
                      </a:r>
                    </a:p>
                  </a:txBody>
                  <a:tcPr marL="0" marR="0" marT="0" marB="0" anchor="ctr"/>
                </a:tc>
                <a:tc>
                  <a:txBody>
                    <a:bodyPr/>
                    <a:lstStyle/>
                    <a:p>
                      <a:pPr marL="0" algn="l" defTabSz="914400" rtl="0" eaLnBrk="1" fontAlgn="ctr" latinLnBrk="0" hangingPunct="1">
                        <a:buNone/>
                      </a:pPr>
                      <a:r>
                        <a:rPr lang="en-GB" sz="800" u="none" strike="noStrike" kern="1200" dirty="0">
                          <a:solidFill>
                            <a:schemeClr val="dk1"/>
                          </a:solidFill>
                          <a:effectLst/>
                          <a:latin typeface="+mn-lt"/>
                          <a:ea typeface="+mn-ea"/>
                          <a:cs typeface="+mn-cs"/>
                        </a:rPr>
                        <a:t>No</a:t>
                      </a:r>
                    </a:p>
                  </a:txBody>
                  <a:tcPr marL="0" marR="0" marT="0" marB="0" anchor="ctr"/>
                </a:tc>
                <a:tc>
                  <a:txBody>
                    <a:bodyPr/>
                    <a:lstStyle/>
                    <a:p>
                      <a:pPr marL="0" algn="l" defTabSz="914400" rtl="0" eaLnBrk="1" fontAlgn="ctr" latinLnBrk="0" hangingPunct="1">
                        <a:buNone/>
                      </a:pPr>
                      <a:r>
                        <a:rPr lang="en-GB" sz="800" u="none" strike="noStrike" kern="1200" dirty="0">
                          <a:solidFill>
                            <a:schemeClr val="dk1"/>
                          </a:solidFill>
                          <a:effectLst/>
                          <a:latin typeface="+mn-lt"/>
                          <a:ea typeface="+mn-ea"/>
                          <a:cs typeface="+mn-cs"/>
                        </a:rPr>
                        <a:t>Yes</a:t>
                      </a:r>
                    </a:p>
                  </a:txBody>
                  <a:tcPr marL="0" marR="0" marT="0" marB="0" anchor="ctr"/>
                </a:tc>
                <a:tc>
                  <a:txBody>
                    <a:bodyPr/>
                    <a:lstStyle/>
                    <a:p>
                      <a:pPr marL="0" algn="l" defTabSz="914400" rtl="0" eaLnBrk="1" fontAlgn="ctr" latinLnBrk="0" hangingPunct="1">
                        <a:buNone/>
                      </a:pPr>
                      <a:r>
                        <a:rPr lang="en-GB" sz="800" u="none" strike="noStrike" kern="1200" dirty="0">
                          <a:solidFill>
                            <a:schemeClr val="dk1"/>
                          </a:solidFill>
                          <a:effectLst/>
                          <a:latin typeface="+mn-lt"/>
                          <a:ea typeface="+mn-ea"/>
                          <a:cs typeface="+mn-cs"/>
                        </a:rPr>
                        <a:t>Regional critical</a:t>
                      </a:r>
                    </a:p>
                  </a:txBody>
                  <a:tcPr marL="0" marR="0" marT="0" marB="0" anchor="ctr"/>
                </a:tc>
                <a:tc>
                  <a:txBody>
                    <a:bodyPr/>
                    <a:lstStyle/>
                    <a:p>
                      <a:pPr marL="0" algn="l" defTabSz="914400" rtl="0" eaLnBrk="1" fontAlgn="ctr" latinLnBrk="0" hangingPunct="1">
                        <a:buNone/>
                      </a:pPr>
                      <a:r>
                        <a:rPr lang="en-GB" sz="800" u="none" strike="noStrike" kern="1200" dirty="0">
                          <a:solidFill>
                            <a:schemeClr val="dk1"/>
                          </a:solidFill>
                          <a:effectLst/>
                          <a:latin typeface="+mn-lt"/>
                          <a:ea typeface="+mn-ea"/>
                          <a:cs typeface="+mn-cs"/>
                        </a:rPr>
                        <a:t>2</a:t>
                      </a:r>
                    </a:p>
                  </a:txBody>
                  <a:tcPr marL="0" marR="0" marT="0" marB="0" anchor="ctr"/>
                </a:tc>
                <a:extLst>
                  <a:ext uri="{0D108BD9-81ED-4DB2-BD59-A6C34878D82A}">
                    <a16:rowId xmlns:a16="http://schemas.microsoft.com/office/drawing/2014/main" val="497311791"/>
                  </a:ext>
                </a:extLst>
              </a:tr>
            </a:tbl>
          </a:graphicData>
        </a:graphic>
      </p:graphicFrame>
      <p:graphicFrame>
        <p:nvGraphicFramePr>
          <p:cNvPr id="7" name="Table 6">
            <a:extLst>
              <a:ext uri="{FF2B5EF4-FFF2-40B4-BE49-F238E27FC236}">
                <a16:creationId xmlns:a16="http://schemas.microsoft.com/office/drawing/2014/main" id="{96662374-1799-A921-4AB4-032ECD7716A8}"/>
              </a:ext>
            </a:extLst>
          </p:cNvPr>
          <p:cNvGraphicFramePr>
            <a:graphicFrameLocks noGrp="1"/>
          </p:cNvGraphicFramePr>
          <p:nvPr>
            <p:extLst>
              <p:ext uri="{D42A27DB-BD31-4B8C-83A1-F6EECF244321}">
                <p14:modId xmlns:p14="http://schemas.microsoft.com/office/powerpoint/2010/main" val="588055501"/>
              </p:ext>
            </p:extLst>
          </p:nvPr>
        </p:nvGraphicFramePr>
        <p:xfrm>
          <a:off x="3410284" y="4708448"/>
          <a:ext cx="8172116" cy="875033"/>
        </p:xfrm>
        <a:graphic>
          <a:graphicData uri="http://schemas.openxmlformats.org/drawingml/2006/table">
            <a:tbl>
              <a:tblPr>
                <a:tableStyleId>{5C22544A-7EE6-4342-B048-85BDC9FD1C3A}</a:tableStyleId>
              </a:tblPr>
              <a:tblGrid>
                <a:gridCol w="1028040">
                  <a:extLst>
                    <a:ext uri="{9D8B030D-6E8A-4147-A177-3AD203B41FA5}">
                      <a16:colId xmlns:a16="http://schemas.microsoft.com/office/drawing/2014/main" val="4191189022"/>
                    </a:ext>
                  </a:extLst>
                </a:gridCol>
                <a:gridCol w="1074036">
                  <a:extLst>
                    <a:ext uri="{9D8B030D-6E8A-4147-A177-3AD203B41FA5}">
                      <a16:colId xmlns:a16="http://schemas.microsoft.com/office/drawing/2014/main" val="1101676062"/>
                    </a:ext>
                  </a:extLst>
                </a:gridCol>
                <a:gridCol w="6070040">
                  <a:extLst>
                    <a:ext uri="{9D8B030D-6E8A-4147-A177-3AD203B41FA5}">
                      <a16:colId xmlns:a16="http://schemas.microsoft.com/office/drawing/2014/main" val="1498888829"/>
                    </a:ext>
                  </a:extLst>
                </a:gridCol>
              </a:tblGrid>
              <a:tr h="131849">
                <a:tc>
                  <a:txBody>
                    <a:bodyPr/>
                    <a:lstStyle/>
                    <a:p>
                      <a:pPr marL="0" algn="ctr" defTabSz="914400" rtl="0" eaLnBrk="1" fontAlgn="ctr" latinLnBrk="0" hangingPunct="1">
                        <a:buNone/>
                      </a:pPr>
                      <a:r>
                        <a:rPr lang="en-GB" sz="800" u="none" strike="noStrike" kern="1200" dirty="0">
                          <a:solidFill>
                            <a:schemeClr val="bg1"/>
                          </a:solidFill>
                          <a:effectLst/>
                          <a:latin typeface="+mn-lt"/>
                          <a:ea typeface="+mn-ea"/>
                          <a:cs typeface="+mn-cs"/>
                        </a:rPr>
                        <a:t>Recovery Time Objective (RTO)</a:t>
                      </a:r>
                    </a:p>
                  </a:txBody>
                  <a:tcPr marL="0" marR="0" marT="0" marB="0">
                    <a:solidFill>
                      <a:schemeClr val="accent1"/>
                    </a:solidFill>
                  </a:tcPr>
                </a:tc>
                <a:tc>
                  <a:txBody>
                    <a:bodyPr/>
                    <a:lstStyle/>
                    <a:p>
                      <a:pPr marL="0" algn="ctr" defTabSz="914400" rtl="0" eaLnBrk="1" fontAlgn="ctr" latinLnBrk="0" hangingPunct="1">
                        <a:buNone/>
                      </a:pPr>
                      <a:r>
                        <a:rPr lang="en-GB" sz="800" u="none" strike="noStrike" kern="1200" dirty="0">
                          <a:solidFill>
                            <a:schemeClr val="bg1"/>
                          </a:solidFill>
                          <a:effectLst/>
                          <a:latin typeface="+mn-lt"/>
                          <a:ea typeface="+mn-ea"/>
                          <a:cs typeface="+mn-cs"/>
                        </a:rPr>
                        <a:t>Maximum Allowable Outage</a:t>
                      </a:r>
                      <a:br>
                        <a:rPr lang="en-GB" sz="800" u="none" strike="noStrike" kern="1200" dirty="0">
                          <a:solidFill>
                            <a:schemeClr val="bg1"/>
                          </a:solidFill>
                          <a:effectLst/>
                          <a:latin typeface="+mn-lt"/>
                          <a:ea typeface="+mn-ea"/>
                          <a:cs typeface="+mn-cs"/>
                        </a:rPr>
                      </a:br>
                      <a:r>
                        <a:rPr lang="en-GB" sz="800" u="none" strike="noStrike" kern="1200" dirty="0">
                          <a:solidFill>
                            <a:schemeClr val="bg1"/>
                          </a:solidFill>
                          <a:effectLst/>
                          <a:latin typeface="+mn-lt"/>
                          <a:ea typeface="+mn-ea"/>
                          <a:cs typeface="+mn-cs"/>
                        </a:rPr>
                        <a:t>(MTPD)</a:t>
                      </a:r>
                    </a:p>
                  </a:txBody>
                  <a:tcPr marL="0" marR="0" marT="0" marB="0">
                    <a:solidFill>
                      <a:schemeClr val="accent1"/>
                    </a:solidFill>
                  </a:tcPr>
                </a:tc>
                <a:tc>
                  <a:txBody>
                    <a:bodyPr/>
                    <a:lstStyle/>
                    <a:p>
                      <a:pPr marL="0" algn="ctr" defTabSz="914400" rtl="0" eaLnBrk="1" fontAlgn="ctr" latinLnBrk="0" hangingPunct="1">
                        <a:buNone/>
                      </a:pPr>
                      <a:r>
                        <a:rPr lang="en-GB" sz="800" u="none" strike="noStrike" kern="1200" dirty="0">
                          <a:solidFill>
                            <a:schemeClr val="bg1"/>
                          </a:solidFill>
                          <a:effectLst/>
                          <a:latin typeface="+mn-lt"/>
                          <a:ea typeface="+mn-ea"/>
                          <a:cs typeface="+mn-cs"/>
                        </a:rPr>
                        <a:t>Minimum service level (MBCO) </a:t>
                      </a:r>
                      <a:br>
                        <a:rPr lang="en-GB" sz="800" u="none" strike="noStrike" kern="1200" dirty="0">
                          <a:solidFill>
                            <a:schemeClr val="bg1"/>
                          </a:solidFill>
                          <a:effectLst/>
                          <a:latin typeface="+mn-lt"/>
                          <a:ea typeface="+mn-ea"/>
                          <a:cs typeface="+mn-cs"/>
                        </a:rPr>
                      </a:br>
                      <a:r>
                        <a:rPr lang="en-GB" sz="800" u="none" strike="noStrike" kern="1200" dirty="0">
                          <a:solidFill>
                            <a:schemeClr val="bg1"/>
                          </a:solidFill>
                          <a:effectLst/>
                          <a:latin typeface="+mn-lt"/>
                          <a:ea typeface="+mn-ea"/>
                          <a:cs typeface="+mn-cs"/>
                        </a:rPr>
                        <a:t>(minimum requirements staff, tools - laptop, detail any cross skill, detail any backup support)</a:t>
                      </a:r>
                    </a:p>
                  </a:txBody>
                  <a:tcPr marL="0" marR="0" marT="0" marB="0">
                    <a:solidFill>
                      <a:schemeClr val="accent1"/>
                    </a:solidFill>
                  </a:tcPr>
                </a:tc>
                <a:extLst>
                  <a:ext uri="{0D108BD9-81ED-4DB2-BD59-A6C34878D82A}">
                    <a16:rowId xmlns:a16="http://schemas.microsoft.com/office/drawing/2014/main" val="2620040283"/>
                  </a:ext>
                </a:extLst>
              </a:tr>
              <a:tr h="509273">
                <a:tc>
                  <a:txBody>
                    <a:bodyPr/>
                    <a:lstStyle/>
                    <a:p>
                      <a:pPr marL="0" algn="l" defTabSz="914400" rtl="0" eaLnBrk="1" fontAlgn="ctr" latinLnBrk="0" hangingPunct="1">
                        <a:buNone/>
                      </a:pPr>
                      <a:r>
                        <a:rPr lang="en-GB" sz="800" u="none" strike="noStrike" kern="1200" dirty="0">
                          <a:solidFill>
                            <a:schemeClr val="dk1"/>
                          </a:solidFill>
                          <a:effectLst/>
                          <a:latin typeface="+mn-lt"/>
                          <a:ea typeface="+mn-ea"/>
                          <a:cs typeface="+mn-cs"/>
                        </a:rPr>
                        <a:t>4 hours</a:t>
                      </a:r>
                    </a:p>
                  </a:txBody>
                  <a:tcPr marL="0" marR="0" marT="0" marB="0" anchor="ctr"/>
                </a:tc>
                <a:tc>
                  <a:txBody>
                    <a:bodyPr/>
                    <a:lstStyle/>
                    <a:p>
                      <a:pPr marL="0" algn="l" defTabSz="914400" rtl="0" eaLnBrk="1" fontAlgn="ctr" latinLnBrk="0" hangingPunct="1">
                        <a:buNone/>
                      </a:pPr>
                      <a:r>
                        <a:rPr lang="en-GB" sz="800" u="none" strike="noStrike" kern="1200" dirty="0">
                          <a:solidFill>
                            <a:schemeClr val="dk1"/>
                          </a:solidFill>
                          <a:effectLst/>
                          <a:latin typeface="+mn-lt"/>
                          <a:ea typeface="+mn-ea"/>
                          <a:cs typeface="+mn-cs"/>
                        </a:rPr>
                        <a:t>1 day</a:t>
                      </a:r>
                    </a:p>
                  </a:txBody>
                  <a:tcPr marL="0" marR="0" marT="0" marB="0" anchor="ctr"/>
                </a:tc>
                <a:tc>
                  <a:txBody>
                    <a:bodyPr/>
                    <a:lstStyle/>
                    <a:p>
                      <a:pPr marL="0" algn="l" defTabSz="914400" rtl="0" eaLnBrk="1" fontAlgn="ctr" latinLnBrk="0" hangingPunct="1">
                        <a:buNone/>
                      </a:pPr>
                      <a:r>
                        <a:rPr lang="en-GB" sz="800" u="none" strike="noStrike" kern="1200" dirty="0">
                          <a:solidFill>
                            <a:schemeClr val="dk1"/>
                          </a:solidFill>
                          <a:effectLst/>
                          <a:latin typeface="+mn-lt"/>
                          <a:ea typeface="+mn-ea"/>
                          <a:cs typeface="+mn-cs"/>
                        </a:rPr>
                        <a:t>2 developers and 2 testers to be available</a:t>
                      </a:r>
                      <a:br>
                        <a:rPr lang="en-GB" sz="800" u="none" strike="noStrike" kern="1200" dirty="0">
                          <a:solidFill>
                            <a:schemeClr val="dk1"/>
                          </a:solidFill>
                          <a:effectLst/>
                          <a:latin typeface="+mn-lt"/>
                          <a:ea typeface="+mn-ea"/>
                          <a:cs typeface="+mn-cs"/>
                        </a:rPr>
                      </a:br>
                      <a:r>
                        <a:rPr lang="en-GB" sz="800" u="none" strike="noStrike" kern="1200" dirty="0">
                          <a:solidFill>
                            <a:schemeClr val="dk1"/>
                          </a:solidFill>
                          <a:effectLst/>
                          <a:latin typeface="+mn-lt"/>
                          <a:ea typeface="+mn-ea"/>
                          <a:cs typeface="+mn-cs"/>
                        </a:rPr>
                        <a:t>Tools/dependencies; laptop, internet, VPN</a:t>
                      </a:r>
                    </a:p>
                  </a:txBody>
                  <a:tcPr marL="0" marR="0" marT="0" marB="0" anchor="ctr"/>
                </a:tc>
                <a:extLst>
                  <a:ext uri="{0D108BD9-81ED-4DB2-BD59-A6C34878D82A}">
                    <a16:rowId xmlns:a16="http://schemas.microsoft.com/office/drawing/2014/main" val="3443733660"/>
                  </a:ext>
                </a:extLst>
              </a:tr>
            </a:tbl>
          </a:graphicData>
        </a:graphic>
      </p:graphicFrame>
      <p:sp>
        <p:nvSpPr>
          <p:cNvPr id="3" name="TextBox 2">
            <a:extLst>
              <a:ext uri="{FF2B5EF4-FFF2-40B4-BE49-F238E27FC236}">
                <a16:creationId xmlns:a16="http://schemas.microsoft.com/office/drawing/2014/main" id="{B8A09DD4-0A3E-DC68-F31A-F1D5EC673368}"/>
              </a:ext>
            </a:extLst>
          </p:cNvPr>
          <p:cNvSpPr txBox="1"/>
          <p:nvPr/>
        </p:nvSpPr>
        <p:spPr>
          <a:xfrm>
            <a:off x="6627481" y="3818606"/>
            <a:ext cx="4206601" cy="553998"/>
          </a:xfrm>
          <a:prstGeom prst="rect">
            <a:avLst/>
          </a:prstGeom>
          <a:noFill/>
        </p:spPr>
        <p:txBody>
          <a:bodyPr wrap="none" rtlCol="0">
            <a:spAutoFit/>
          </a:bodyPr>
          <a:lstStyle/>
          <a:p>
            <a:pPr algn="ctr"/>
            <a:r>
              <a:rPr lang="en-GB" sz="1000" dirty="0">
                <a:solidFill>
                  <a:srgbClr val="FF0000"/>
                </a:solidFill>
              </a:rPr>
              <a:t>The minimum requirements for the team during a disruption -</a:t>
            </a:r>
          </a:p>
          <a:p>
            <a:pPr algn="ctr"/>
            <a:r>
              <a:rPr lang="en-GB" sz="1000" dirty="0">
                <a:solidFill>
                  <a:srgbClr val="FF0000"/>
                </a:solidFill>
              </a:rPr>
              <a:t>Minimum team members</a:t>
            </a:r>
          </a:p>
          <a:p>
            <a:pPr algn="ctr"/>
            <a:r>
              <a:rPr lang="en-GB" sz="1000" dirty="0">
                <a:solidFill>
                  <a:srgbClr val="FF0000"/>
                </a:solidFill>
              </a:rPr>
              <a:t>Minimum equipment</a:t>
            </a:r>
          </a:p>
        </p:txBody>
      </p:sp>
      <p:sp>
        <p:nvSpPr>
          <p:cNvPr id="5" name="TextBox 4">
            <a:extLst>
              <a:ext uri="{FF2B5EF4-FFF2-40B4-BE49-F238E27FC236}">
                <a16:creationId xmlns:a16="http://schemas.microsoft.com/office/drawing/2014/main" id="{8CF0BD87-65F8-9423-D113-1462B4A01346}"/>
              </a:ext>
            </a:extLst>
          </p:cNvPr>
          <p:cNvSpPr txBox="1"/>
          <p:nvPr/>
        </p:nvSpPr>
        <p:spPr>
          <a:xfrm>
            <a:off x="1005943" y="4863456"/>
            <a:ext cx="1683474" cy="861774"/>
          </a:xfrm>
          <a:prstGeom prst="rect">
            <a:avLst/>
          </a:prstGeom>
          <a:noFill/>
        </p:spPr>
        <p:txBody>
          <a:bodyPr wrap="none" rtlCol="0">
            <a:spAutoFit/>
          </a:bodyPr>
          <a:lstStyle/>
          <a:p>
            <a:pPr algn="ctr"/>
            <a:r>
              <a:rPr lang="en-GB" sz="1000" dirty="0">
                <a:solidFill>
                  <a:srgbClr val="FF0000"/>
                </a:solidFill>
              </a:rPr>
              <a:t>During a disruption</a:t>
            </a:r>
          </a:p>
          <a:p>
            <a:pPr algn="ctr"/>
            <a:r>
              <a:rPr lang="en-GB" sz="1000" dirty="0">
                <a:solidFill>
                  <a:srgbClr val="FF0000"/>
                </a:solidFill>
              </a:rPr>
              <a:t>the time the team</a:t>
            </a:r>
          </a:p>
          <a:p>
            <a:pPr algn="ctr"/>
            <a:r>
              <a:rPr lang="en-GB" sz="1000" dirty="0">
                <a:solidFill>
                  <a:srgbClr val="FF0000"/>
                </a:solidFill>
              </a:rPr>
              <a:t>need to be </a:t>
            </a:r>
          </a:p>
          <a:p>
            <a:pPr algn="ctr"/>
            <a:r>
              <a:rPr lang="en-GB" sz="1000" dirty="0">
                <a:solidFill>
                  <a:srgbClr val="FF0000"/>
                </a:solidFill>
              </a:rPr>
              <a:t>up and running for e.g.,</a:t>
            </a:r>
          </a:p>
          <a:p>
            <a:pPr algn="ctr"/>
            <a:r>
              <a:rPr lang="en-GB" sz="1000" dirty="0">
                <a:solidFill>
                  <a:srgbClr val="FF0000"/>
                </a:solidFill>
              </a:rPr>
              <a:t>meet an SLA</a:t>
            </a:r>
          </a:p>
        </p:txBody>
      </p:sp>
      <p:sp>
        <p:nvSpPr>
          <p:cNvPr id="6" name="TextBox 5">
            <a:extLst>
              <a:ext uri="{FF2B5EF4-FFF2-40B4-BE49-F238E27FC236}">
                <a16:creationId xmlns:a16="http://schemas.microsoft.com/office/drawing/2014/main" id="{B9D8893D-3EB3-0F0A-33B8-A4EE773E379A}"/>
              </a:ext>
            </a:extLst>
          </p:cNvPr>
          <p:cNvSpPr txBox="1"/>
          <p:nvPr/>
        </p:nvSpPr>
        <p:spPr>
          <a:xfrm>
            <a:off x="4331513" y="5891166"/>
            <a:ext cx="1271502" cy="553998"/>
          </a:xfrm>
          <a:prstGeom prst="rect">
            <a:avLst/>
          </a:prstGeom>
          <a:noFill/>
        </p:spPr>
        <p:txBody>
          <a:bodyPr wrap="none" rtlCol="0">
            <a:spAutoFit/>
          </a:bodyPr>
          <a:lstStyle/>
          <a:p>
            <a:pPr algn="ctr"/>
            <a:r>
              <a:rPr lang="en-GB" sz="1000" dirty="0">
                <a:solidFill>
                  <a:srgbClr val="FF0000"/>
                </a:solidFill>
              </a:rPr>
              <a:t>Maximum time</a:t>
            </a:r>
          </a:p>
          <a:p>
            <a:pPr algn="ctr"/>
            <a:r>
              <a:rPr lang="en-GB" sz="1000" dirty="0">
                <a:solidFill>
                  <a:srgbClr val="FF0000"/>
                </a:solidFill>
              </a:rPr>
              <a:t>the team can be </a:t>
            </a:r>
          </a:p>
          <a:p>
            <a:pPr algn="ctr"/>
            <a:r>
              <a:rPr lang="en-GB" sz="1000" dirty="0">
                <a:solidFill>
                  <a:srgbClr val="FF0000"/>
                </a:solidFill>
              </a:rPr>
              <a:t>unavailable for</a:t>
            </a:r>
          </a:p>
        </p:txBody>
      </p:sp>
      <p:sp>
        <p:nvSpPr>
          <p:cNvPr id="8" name="TextBox 7">
            <a:extLst>
              <a:ext uri="{FF2B5EF4-FFF2-40B4-BE49-F238E27FC236}">
                <a16:creationId xmlns:a16="http://schemas.microsoft.com/office/drawing/2014/main" id="{748CECF1-E9B2-376D-3C7C-921D73C27B5B}"/>
              </a:ext>
            </a:extLst>
          </p:cNvPr>
          <p:cNvSpPr txBox="1"/>
          <p:nvPr/>
        </p:nvSpPr>
        <p:spPr>
          <a:xfrm>
            <a:off x="7221039" y="2103406"/>
            <a:ext cx="1965603" cy="707886"/>
          </a:xfrm>
          <a:prstGeom prst="rect">
            <a:avLst/>
          </a:prstGeom>
          <a:noFill/>
        </p:spPr>
        <p:txBody>
          <a:bodyPr wrap="none" rtlCol="0">
            <a:spAutoFit/>
          </a:bodyPr>
          <a:lstStyle/>
          <a:p>
            <a:pPr algn="ctr"/>
            <a:r>
              <a:rPr lang="en-GB" sz="1000" dirty="0">
                <a:solidFill>
                  <a:srgbClr val="FF0000"/>
                </a:solidFill>
              </a:rPr>
              <a:t>During an incident, </a:t>
            </a:r>
          </a:p>
          <a:p>
            <a:pPr algn="ctr"/>
            <a:r>
              <a:rPr lang="en-GB" sz="1000" dirty="0">
                <a:solidFill>
                  <a:srgbClr val="FF0000"/>
                </a:solidFill>
              </a:rPr>
              <a:t>prioritisation levels show </a:t>
            </a:r>
          </a:p>
          <a:p>
            <a:pPr algn="ctr"/>
            <a:r>
              <a:rPr lang="en-GB" sz="1000" dirty="0">
                <a:solidFill>
                  <a:srgbClr val="FF0000"/>
                </a:solidFill>
              </a:rPr>
              <a:t>which teams recovered first</a:t>
            </a:r>
          </a:p>
          <a:p>
            <a:pPr algn="ctr"/>
            <a:r>
              <a:rPr lang="en-GB" sz="1000" dirty="0">
                <a:solidFill>
                  <a:srgbClr val="FF0000"/>
                </a:solidFill>
              </a:rPr>
              <a:t>1 first then 2, 3 and 4</a:t>
            </a:r>
          </a:p>
        </p:txBody>
      </p:sp>
      <p:sp>
        <p:nvSpPr>
          <p:cNvPr id="9" name="TextBox 8">
            <a:extLst>
              <a:ext uri="{FF2B5EF4-FFF2-40B4-BE49-F238E27FC236}">
                <a16:creationId xmlns:a16="http://schemas.microsoft.com/office/drawing/2014/main" id="{CE44DB65-6A47-F098-014E-5301FA8634AB}"/>
              </a:ext>
            </a:extLst>
          </p:cNvPr>
          <p:cNvSpPr txBox="1"/>
          <p:nvPr/>
        </p:nvSpPr>
        <p:spPr>
          <a:xfrm>
            <a:off x="156191" y="2886898"/>
            <a:ext cx="1699504" cy="861774"/>
          </a:xfrm>
          <a:prstGeom prst="rect">
            <a:avLst/>
          </a:prstGeom>
          <a:noFill/>
        </p:spPr>
        <p:txBody>
          <a:bodyPr wrap="none" rtlCol="0">
            <a:spAutoFit/>
          </a:bodyPr>
          <a:lstStyle/>
          <a:p>
            <a:pPr algn="ctr"/>
            <a:r>
              <a:rPr lang="en-GB" sz="1000" dirty="0">
                <a:solidFill>
                  <a:srgbClr val="FF0000"/>
                </a:solidFill>
              </a:rPr>
              <a:t>If the team is unable to</a:t>
            </a:r>
          </a:p>
          <a:p>
            <a:pPr algn="ctr"/>
            <a:r>
              <a:rPr lang="en-GB" sz="1000" dirty="0">
                <a:solidFill>
                  <a:srgbClr val="FF0000"/>
                </a:solidFill>
              </a:rPr>
              <a:t>provide their service</a:t>
            </a:r>
          </a:p>
          <a:p>
            <a:pPr algn="ctr"/>
            <a:r>
              <a:rPr lang="en-GB" sz="1000" dirty="0">
                <a:solidFill>
                  <a:srgbClr val="FF0000"/>
                </a:solidFill>
              </a:rPr>
              <a:t>does it impact</a:t>
            </a:r>
          </a:p>
          <a:p>
            <a:pPr algn="ctr"/>
            <a:r>
              <a:rPr lang="en-GB" sz="1000" dirty="0">
                <a:solidFill>
                  <a:srgbClr val="FF0000"/>
                </a:solidFill>
              </a:rPr>
              <a:t>any country </a:t>
            </a:r>
          </a:p>
          <a:p>
            <a:pPr algn="ctr"/>
            <a:r>
              <a:rPr lang="en-GB" sz="1000" dirty="0">
                <a:solidFill>
                  <a:srgbClr val="FF0000"/>
                </a:solidFill>
              </a:rPr>
              <a:t>laws or regulations?</a:t>
            </a:r>
          </a:p>
        </p:txBody>
      </p:sp>
      <p:sp>
        <p:nvSpPr>
          <p:cNvPr id="10" name="TextBox 9">
            <a:extLst>
              <a:ext uri="{FF2B5EF4-FFF2-40B4-BE49-F238E27FC236}">
                <a16:creationId xmlns:a16="http://schemas.microsoft.com/office/drawing/2014/main" id="{9BBD33D1-8E44-0F71-747C-2AD8A9D209A7}"/>
              </a:ext>
            </a:extLst>
          </p:cNvPr>
          <p:cNvSpPr txBox="1"/>
          <p:nvPr/>
        </p:nvSpPr>
        <p:spPr>
          <a:xfrm>
            <a:off x="1919864" y="3211402"/>
            <a:ext cx="1744388" cy="707886"/>
          </a:xfrm>
          <a:prstGeom prst="rect">
            <a:avLst/>
          </a:prstGeom>
          <a:noFill/>
        </p:spPr>
        <p:txBody>
          <a:bodyPr wrap="none" rtlCol="0">
            <a:spAutoFit/>
          </a:bodyPr>
          <a:lstStyle/>
          <a:p>
            <a:pPr algn="ctr"/>
            <a:r>
              <a:rPr lang="en-GB" sz="1000" dirty="0">
                <a:solidFill>
                  <a:srgbClr val="FF0000"/>
                </a:solidFill>
              </a:rPr>
              <a:t>If the team is unable to</a:t>
            </a:r>
          </a:p>
          <a:p>
            <a:pPr algn="ctr"/>
            <a:r>
              <a:rPr lang="en-GB" sz="1000" dirty="0">
                <a:solidFill>
                  <a:srgbClr val="FF0000"/>
                </a:solidFill>
              </a:rPr>
              <a:t>provide their service</a:t>
            </a:r>
          </a:p>
          <a:p>
            <a:pPr algn="ctr"/>
            <a:r>
              <a:rPr lang="en-GB" sz="1000" dirty="0">
                <a:solidFill>
                  <a:srgbClr val="FF0000"/>
                </a:solidFill>
              </a:rPr>
              <a:t>does it impact any</a:t>
            </a:r>
          </a:p>
          <a:p>
            <a:pPr algn="ctr"/>
            <a:r>
              <a:rPr lang="en-GB" sz="1000" dirty="0">
                <a:solidFill>
                  <a:srgbClr val="FF0000"/>
                </a:solidFill>
              </a:rPr>
              <a:t>contractual obligations?</a:t>
            </a:r>
          </a:p>
        </p:txBody>
      </p:sp>
      <p:sp>
        <p:nvSpPr>
          <p:cNvPr id="11" name="TextBox 10">
            <a:extLst>
              <a:ext uri="{FF2B5EF4-FFF2-40B4-BE49-F238E27FC236}">
                <a16:creationId xmlns:a16="http://schemas.microsoft.com/office/drawing/2014/main" id="{90426380-7F71-F540-3584-CBC8A8A02E06}"/>
              </a:ext>
            </a:extLst>
          </p:cNvPr>
          <p:cNvSpPr txBox="1"/>
          <p:nvPr/>
        </p:nvSpPr>
        <p:spPr>
          <a:xfrm>
            <a:off x="3757584" y="3221609"/>
            <a:ext cx="1545616" cy="246221"/>
          </a:xfrm>
          <a:prstGeom prst="rect">
            <a:avLst/>
          </a:prstGeom>
          <a:noFill/>
        </p:spPr>
        <p:txBody>
          <a:bodyPr wrap="none" rtlCol="0">
            <a:spAutoFit/>
          </a:bodyPr>
          <a:lstStyle/>
          <a:p>
            <a:pPr algn="ctr"/>
            <a:r>
              <a:rPr lang="en-GB" sz="1000" dirty="0">
                <a:solidFill>
                  <a:srgbClr val="FF0000"/>
                </a:solidFill>
              </a:rPr>
              <a:t>Is the service critical?</a:t>
            </a:r>
          </a:p>
        </p:txBody>
      </p:sp>
      <p:sp>
        <p:nvSpPr>
          <p:cNvPr id="12" name="TextBox 11">
            <a:extLst>
              <a:ext uri="{FF2B5EF4-FFF2-40B4-BE49-F238E27FC236}">
                <a16:creationId xmlns:a16="http://schemas.microsoft.com/office/drawing/2014/main" id="{D4025C9C-6A55-98C3-DE94-07C6C0537A0D}"/>
              </a:ext>
            </a:extLst>
          </p:cNvPr>
          <p:cNvSpPr txBox="1"/>
          <p:nvPr/>
        </p:nvSpPr>
        <p:spPr>
          <a:xfrm>
            <a:off x="5396532" y="3320841"/>
            <a:ext cx="1116011" cy="246221"/>
          </a:xfrm>
          <a:prstGeom prst="rect">
            <a:avLst/>
          </a:prstGeom>
          <a:noFill/>
        </p:spPr>
        <p:txBody>
          <a:bodyPr wrap="none" rtlCol="0">
            <a:spAutoFit/>
          </a:bodyPr>
          <a:lstStyle/>
          <a:p>
            <a:pPr algn="ctr"/>
            <a:r>
              <a:rPr lang="en-GB" sz="1000" dirty="0">
                <a:solidFill>
                  <a:srgbClr val="FF0000"/>
                </a:solidFill>
              </a:rPr>
              <a:t>Criticality level</a:t>
            </a:r>
          </a:p>
        </p:txBody>
      </p:sp>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60E0F996-A972-C833-6367-0984A6062651}"/>
                  </a:ext>
                </a:extLst>
              </p14:cNvPr>
              <p14:cNvContentPartPr/>
              <p14:nvPr/>
            </p14:nvContentPartPr>
            <p14:xfrm>
              <a:off x="3087928" y="2811292"/>
              <a:ext cx="720" cy="400110"/>
            </p14:xfrm>
          </p:contentPart>
        </mc:Choice>
        <mc:Fallback xmlns="">
          <p:pic>
            <p:nvPicPr>
              <p:cNvPr id="13" name="Ink 12">
                <a:extLst>
                  <a:ext uri="{FF2B5EF4-FFF2-40B4-BE49-F238E27FC236}">
                    <a16:creationId xmlns:a16="http://schemas.microsoft.com/office/drawing/2014/main" id="{60E0F996-A972-C833-6367-0984A6062651}"/>
                  </a:ext>
                </a:extLst>
              </p:cNvPr>
              <p:cNvPicPr/>
              <p:nvPr/>
            </p:nvPicPr>
            <p:blipFill>
              <a:blip r:embed="rId4"/>
              <a:stretch>
                <a:fillRect/>
              </a:stretch>
            </p:blipFill>
            <p:spPr>
              <a:xfrm>
                <a:off x="3074968" y="2805175"/>
                <a:ext cx="25200" cy="412344"/>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C54FA143-3FBA-5BAE-CBDA-79B97EDEDF1F}"/>
                  </a:ext>
                </a:extLst>
              </p14:cNvPr>
              <p14:cNvContentPartPr/>
              <p14:nvPr/>
            </p14:nvContentPartPr>
            <p14:xfrm>
              <a:off x="4191912" y="2811292"/>
              <a:ext cx="720" cy="400110"/>
            </p14:xfrm>
          </p:contentPart>
        </mc:Choice>
        <mc:Fallback xmlns="">
          <p:pic>
            <p:nvPicPr>
              <p:cNvPr id="14" name="Ink 13">
                <a:extLst>
                  <a:ext uri="{FF2B5EF4-FFF2-40B4-BE49-F238E27FC236}">
                    <a16:creationId xmlns:a16="http://schemas.microsoft.com/office/drawing/2014/main" id="{C54FA143-3FBA-5BAE-CBDA-79B97EDEDF1F}"/>
                  </a:ext>
                </a:extLst>
              </p:cNvPr>
              <p:cNvPicPr/>
              <p:nvPr/>
            </p:nvPicPr>
            <p:blipFill>
              <a:blip r:embed="rId4"/>
              <a:stretch>
                <a:fillRect/>
              </a:stretch>
            </p:blipFill>
            <p:spPr>
              <a:xfrm>
                <a:off x="4178952" y="2805175"/>
                <a:ext cx="25200" cy="412344"/>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07888105-5435-F4FB-8F41-350BFD712E62}"/>
                  </a:ext>
                </a:extLst>
              </p14:cNvPr>
              <p14:cNvContentPartPr/>
              <p14:nvPr/>
            </p14:nvContentPartPr>
            <p14:xfrm>
              <a:off x="8735704" y="4372604"/>
              <a:ext cx="720" cy="279704"/>
            </p14:xfrm>
          </p:contentPart>
        </mc:Choice>
        <mc:Fallback xmlns="">
          <p:pic>
            <p:nvPicPr>
              <p:cNvPr id="15" name="Ink 14">
                <a:extLst>
                  <a:ext uri="{FF2B5EF4-FFF2-40B4-BE49-F238E27FC236}">
                    <a16:creationId xmlns:a16="http://schemas.microsoft.com/office/drawing/2014/main" id="{07888105-5435-F4FB-8F41-350BFD712E62}"/>
                  </a:ext>
                </a:extLst>
              </p:cNvPr>
              <p:cNvPicPr/>
              <p:nvPr/>
            </p:nvPicPr>
            <p:blipFill>
              <a:blip r:embed="rId7"/>
              <a:stretch>
                <a:fillRect/>
              </a:stretch>
            </p:blipFill>
            <p:spPr>
              <a:xfrm>
                <a:off x="8722744" y="4366484"/>
                <a:ext cx="25200" cy="291943"/>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49CC3D38-3F5C-7FFC-6BF2-96D668F5F0E8}"/>
                  </a:ext>
                </a:extLst>
              </p14:cNvPr>
              <p14:cNvContentPartPr/>
              <p14:nvPr/>
            </p14:nvContentPartPr>
            <p14:xfrm>
              <a:off x="4966544" y="5635615"/>
              <a:ext cx="720" cy="279704"/>
            </p14:xfrm>
          </p:contentPart>
        </mc:Choice>
        <mc:Fallback xmlns="">
          <p:pic>
            <p:nvPicPr>
              <p:cNvPr id="16" name="Ink 15">
                <a:extLst>
                  <a:ext uri="{FF2B5EF4-FFF2-40B4-BE49-F238E27FC236}">
                    <a16:creationId xmlns:a16="http://schemas.microsoft.com/office/drawing/2014/main" id="{49CC3D38-3F5C-7FFC-6BF2-96D668F5F0E8}"/>
                  </a:ext>
                </a:extLst>
              </p:cNvPr>
              <p:cNvPicPr/>
              <p:nvPr/>
            </p:nvPicPr>
            <p:blipFill>
              <a:blip r:embed="rId7"/>
              <a:stretch>
                <a:fillRect/>
              </a:stretch>
            </p:blipFill>
            <p:spPr>
              <a:xfrm>
                <a:off x="4953584" y="5629495"/>
                <a:ext cx="25200" cy="291943"/>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1" name="Ink 20">
                <a:extLst>
                  <a:ext uri="{FF2B5EF4-FFF2-40B4-BE49-F238E27FC236}">
                    <a16:creationId xmlns:a16="http://schemas.microsoft.com/office/drawing/2014/main" id="{CA7FC3E7-DE77-0C5B-598E-008FCFB49F28}"/>
                  </a:ext>
                </a:extLst>
              </p14:cNvPr>
              <p14:cNvContentPartPr/>
              <p14:nvPr/>
            </p14:nvContentPartPr>
            <p14:xfrm>
              <a:off x="2510223" y="5293983"/>
              <a:ext cx="609120" cy="360"/>
            </p14:xfrm>
          </p:contentPart>
        </mc:Choice>
        <mc:Fallback xmlns="">
          <p:pic>
            <p:nvPicPr>
              <p:cNvPr id="21" name="Ink 20">
                <a:extLst>
                  <a:ext uri="{FF2B5EF4-FFF2-40B4-BE49-F238E27FC236}">
                    <a16:creationId xmlns:a16="http://schemas.microsoft.com/office/drawing/2014/main" id="{CA7FC3E7-DE77-0C5B-598E-008FCFB49F28}"/>
                  </a:ext>
                </a:extLst>
              </p:cNvPr>
              <p:cNvPicPr/>
              <p:nvPr/>
            </p:nvPicPr>
            <p:blipFill>
              <a:blip r:embed="rId10"/>
              <a:stretch>
                <a:fillRect/>
              </a:stretch>
            </p:blipFill>
            <p:spPr>
              <a:xfrm>
                <a:off x="2504103" y="5287863"/>
                <a:ext cx="6213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2" name="Ink 21">
                <a:extLst>
                  <a:ext uri="{FF2B5EF4-FFF2-40B4-BE49-F238E27FC236}">
                    <a16:creationId xmlns:a16="http://schemas.microsoft.com/office/drawing/2014/main" id="{C912D317-B4CA-120A-1FD6-666497BDFB86}"/>
                  </a:ext>
                </a:extLst>
              </p14:cNvPr>
              <p14:cNvContentPartPr/>
              <p14:nvPr/>
            </p14:nvContentPartPr>
            <p14:xfrm>
              <a:off x="6753360" y="2639014"/>
              <a:ext cx="609120" cy="360"/>
            </p14:xfrm>
          </p:contentPart>
        </mc:Choice>
        <mc:Fallback xmlns="">
          <p:pic>
            <p:nvPicPr>
              <p:cNvPr id="22" name="Ink 21">
                <a:extLst>
                  <a:ext uri="{FF2B5EF4-FFF2-40B4-BE49-F238E27FC236}">
                    <a16:creationId xmlns:a16="http://schemas.microsoft.com/office/drawing/2014/main" id="{C912D317-B4CA-120A-1FD6-666497BDFB86}"/>
                  </a:ext>
                </a:extLst>
              </p:cNvPr>
              <p:cNvPicPr/>
              <p:nvPr/>
            </p:nvPicPr>
            <p:blipFill>
              <a:blip r:embed="rId10"/>
              <a:stretch>
                <a:fillRect/>
              </a:stretch>
            </p:blipFill>
            <p:spPr>
              <a:xfrm>
                <a:off x="6747240" y="2632894"/>
                <a:ext cx="6213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3395DA35-F4B3-938B-03D8-76C0D0D5D9A1}"/>
                  </a:ext>
                </a:extLst>
              </p14:cNvPr>
              <p14:cNvContentPartPr/>
              <p14:nvPr/>
            </p14:nvContentPartPr>
            <p14:xfrm>
              <a:off x="5317503" y="2798823"/>
              <a:ext cx="465480" cy="465480"/>
            </p14:xfrm>
          </p:contentPart>
        </mc:Choice>
        <mc:Fallback xmlns="">
          <p:pic>
            <p:nvPicPr>
              <p:cNvPr id="24" name="Ink 23">
                <a:extLst>
                  <a:ext uri="{FF2B5EF4-FFF2-40B4-BE49-F238E27FC236}">
                    <a16:creationId xmlns:a16="http://schemas.microsoft.com/office/drawing/2014/main" id="{3395DA35-F4B3-938B-03D8-76C0D0D5D9A1}"/>
                  </a:ext>
                </a:extLst>
              </p:cNvPr>
              <p:cNvPicPr/>
              <p:nvPr/>
            </p:nvPicPr>
            <p:blipFill>
              <a:blip r:embed="rId13"/>
              <a:stretch>
                <a:fillRect/>
              </a:stretch>
            </p:blipFill>
            <p:spPr>
              <a:xfrm>
                <a:off x="5311383" y="2792703"/>
                <a:ext cx="477720" cy="477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8" name="Ink 27">
                <a:extLst>
                  <a:ext uri="{FF2B5EF4-FFF2-40B4-BE49-F238E27FC236}">
                    <a16:creationId xmlns:a16="http://schemas.microsoft.com/office/drawing/2014/main" id="{657EC0BC-4D41-FB00-D787-BF852F3FA16D}"/>
                  </a:ext>
                </a:extLst>
              </p14:cNvPr>
              <p14:cNvContentPartPr/>
              <p14:nvPr/>
            </p14:nvContentPartPr>
            <p14:xfrm>
              <a:off x="1018383" y="2695143"/>
              <a:ext cx="634320" cy="184320"/>
            </p14:xfrm>
          </p:contentPart>
        </mc:Choice>
        <mc:Fallback xmlns="">
          <p:pic>
            <p:nvPicPr>
              <p:cNvPr id="28" name="Ink 27">
                <a:extLst>
                  <a:ext uri="{FF2B5EF4-FFF2-40B4-BE49-F238E27FC236}">
                    <a16:creationId xmlns:a16="http://schemas.microsoft.com/office/drawing/2014/main" id="{657EC0BC-4D41-FB00-D787-BF852F3FA16D}"/>
                  </a:ext>
                </a:extLst>
              </p:cNvPr>
              <p:cNvPicPr/>
              <p:nvPr/>
            </p:nvPicPr>
            <p:blipFill>
              <a:blip r:embed="rId15"/>
              <a:stretch>
                <a:fillRect/>
              </a:stretch>
            </p:blipFill>
            <p:spPr>
              <a:xfrm>
                <a:off x="1011903" y="2689023"/>
                <a:ext cx="646560" cy="196560"/>
              </a:xfrm>
              <a:prstGeom prst="rect">
                <a:avLst/>
              </a:prstGeom>
            </p:spPr>
          </p:pic>
        </mc:Fallback>
      </mc:AlternateContent>
    </p:spTree>
    <p:extLst>
      <p:ext uri="{BB962C8B-B14F-4D97-AF65-F5344CB8AC3E}">
        <p14:creationId xmlns:p14="http://schemas.microsoft.com/office/powerpoint/2010/main" val="1060448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2016C-0797-E94B-E03C-8EAC7E02F3F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C6989D7-0A57-92E6-6363-834752D3ED73}"/>
              </a:ext>
            </a:extLst>
          </p:cNvPr>
          <p:cNvSpPr>
            <a:spLocks noGrp="1"/>
          </p:cNvSpPr>
          <p:nvPr>
            <p:ph type="title"/>
          </p:nvPr>
        </p:nvSpPr>
        <p:spPr>
          <a:prstGeom prst="rect">
            <a:avLst/>
          </a:prstGeom>
        </p:spPr>
        <p:txBody>
          <a:bodyPr/>
          <a:lstStyle/>
          <a:p>
            <a:r>
              <a:rPr lang="en-GB" sz="2800" noProof="0" dirty="0"/>
              <a:t>Business Impact Analysis</a:t>
            </a:r>
          </a:p>
        </p:txBody>
      </p:sp>
      <p:graphicFrame>
        <p:nvGraphicFramePr>
          <p:cNvPr id="3" name="Table 2">
            <a:extLst>
              <a:ext uri="{FF2B5EF4-FFF2-40B4-BE49-F238E27FC236}">
                <a16:creationId xmlns:a16="http://schemas.microsoft.com/office/drawing/2014/main" id="{C3684992-44FD-6D63-0A43-6D00C5894364}"/>
              </a:ext>
            </a:extLst>
          </p:cNvPr>
          <p:cNvGraphicFramePr>
            <a:graphicFrameLocks noGrp="1"/>
          </p:cNvGraphicFramePr>
          <p:nvPr>
            <p:extLst>
              <p:ext uri="{D42A27DB-BD31-4B8C-83A1-F6EECF244321}">
                <p14:modId xmlns:p14="http://schemas.microsoft.com/office/powerpoint/2010/main" val="4027714251"/>
              </p:ext>
            </p:extLst>
          </p:nvPr>
        </p:nvGraphicFramePr>
        <p:xfrm>
          <a:off x="493295" y="2665914"/>
          <a:ext cx="11160000" cy="1212531"/>
        </p:xfrm>
        <a:graphic>
          <a:graphicData uri="http://schemas.openxmlformats.org/drawingml/2006/table">
            <a:tbl>
              <a:tblPr>
                <a:tableStyleId>{5C22544A-7EE6-4342-B048-85BDC9FD1C3A}</a:tableStyleId>
              </a:tblPr>
              <a:tblGrid>
                <a:gridCol w="2232000">
                  <a:extLst>
                    <a:ext uri="{9D8B030D-6E8A-4147-A177-3AD203B41FA5}">
                      <a16:colId xmlns:a16="http://schemas.microsoft.com/office/drawing/2014/main" val="3250956097"/>
                    </a:ext>
                  </a:extLst>
                </a:gridCol>
                <a:gridCol w="2232000">
                  <a:extLst>
                    <a:ext uri="{9D8B030D-6E8A-4147-A177-3AD203B41FA5}">
                      <a16:colId xmlns:a16="http://schemas.microsoft.com/office/drawing/2014/main" val="1693419469"/>
                    </a:ext>
                  </a:extLst>
                </a:gridCol>
                <a:gridCol w="2232000">
                  <a:extLst>
                    <a:ext uri="{9D8B030D-6E8A-4147-A177-3AD203B41FA5}">
                      <a16:colId xmlns:a16="http://schemas.microsoft.com/office/drawing/2014/main" val="309029700"/>
                    </a:ext>
                  </a:extLst>
                </a:gridCol>
                <a:gridCol w="2232000">
                  <a:extLst>
                    <a:ext uri="{9D8B030D-6E8A-4147-A177-3AD203B41FA5}">
                      <a16:colId xmlns:a16="http://schemas.microsoft.com/office/drawing/2014/main" val="2041613225"/>
                    </a:ext>
                  </a:extLst>
                </a:gridCol>
                <a:gridCol w="2232000">
                  <a:extLst>
                    <a:ext uri="{9D8B030D-6E8A-4147-A177-3AD203B41FA5}">
                      <a16:colId xmlns:a16="http://schemas.microsoft.com/office/drawing/2014/main" val="2332302023"/>
                    </a:ext>
                  </a:extLst>
                </a:gridCol>
              </a:tblGrid>
              <a:tr h="708622">
                <a:tc>
                  <a:txBody>
                    <a:bodyPr/>
                    <a:lstStyle/>
                    <a:p>
                      <a:pPr algn="ctr" fontAlgn="ctr">
                        <a:buNone/>
                      </a:pPr>
                      <a:r>
                        <a:rPr lang="en-GB" sz="800" u="none" strike="noStrike" kern="1200" dirty="0">
                          <a:solidFill>
                            <a:schemeClr val="bg1"/>
                          </a:solidFill>
                          <a:effectLst/>
                          <a:latin typeface="+mn-lt"/>
                          <a:ea typeface="+mn-ea"/>
                          <a:cs typeface="+mn-cs"/>
                        </a:rPr>
                        <a:t>Internal dependencies </a:t>
                      </a:r>
                      <a:br>
                        <a:rPr lang="en-GB" sz="800" u="none" strike="noStrike" kern="1200" dirty="0">
                          <a:solidFill>
                            <a:schemeClr val="bg1"/>
                          </a:solidFill>
                          <a:effectLst/>
                          <a:latin typeface="+mn-lt"/>
                          <a:ea typeface="+mn-ea"/>
                          <a:cs typeface="+mn-cs"/>
                        </a:rPr>
                      </a:br>
                      <a:r>
                        <a:rPr lang="en-GB" sz="800" u="none" strike="noStrike" kern="1200" dirty="0">
                          <a:solidFill>
                            <a:schemeClr val="bg1"/>
                          </a:solidFill>
                          <a:effectLst/>
                          <a:latin typeface="+mn-lt"/>
                          <a:ea typeface="+mn-ea"/>
                          <a:cs typeface="+mn-cs"/>
                        </a:rPr>
                        <a:t>(other teams within Dedalus)</a:t>
                      </a:r>
                    </a:p>
                  </a:txBody>
                  <a:tcPr marL="0" marR="0" marT="0" marB="0" anchor="ctr">
                    <a:solidFill>
                      <a:schemeClr val="accent1"/>
                    </a:solidFill>
                  </a:tcPr>
                </a:tc>
                <a:tc>
                  <a:txBody>
                    <a:bodyPr/>
                    <a:lstStyle/>
                    <a:p>
                      <a:pPr algn="ctr" fontAlgn="ctr">
                        <a:buNone/>
                      </a:pPr>
                      <a:r>
                        <a:rPr lang="en-GB" sz="800" u="none" strike="noStrike" kern="1200" dirty="0">
                          <a:solidFill>
                            <a:schemeClr val="bg1"/>
                          </a:solidFill>
                          <a:effectLst/>
                          <a:latin typeface="+mn-lt"/>
                          <a:ea typeface="+mn-ea"/>
                          <a:cs typeface="+mn-cs"/>
                        </a:rPr>
                        <a:t>Technology </a:t>
                      </a:r>
                      <a:br>
                        <a:rPr lang="en-GB" sz="800" u="none" strike="noStrike" kern="1200" dirty="0">
                          <a:solidFill>
                            <a:schemeClr val="bg1"/>
                          </a:solidFill>
                          <a:effectLst/>
                          <a:latin typeface="+mn-lt"/>
                          <a:ea typeface="+mn-ea"/>
                          <a:cs typeface="+mn-cs"/>
                        </a:rPr>
                      </a:br>
                      <a:r>
                        <a:rPr lang="en-GB" sz="800" u="none" strike="noStrike" kern="1200" dirty="0">
                          <a:solidFill>
                            <a:schemeClr val="bg1"/>
                          </a:solidFill>
                          <a:effectLst/>
                          <a:latin typeface="+mn-lt"/>
                          <a:ea typeface="+mn-ea"/>
                          <a:cs typeface="+mn-cs"/>
                        </a:rPr>
                        <a:t>(description of what the technology is, does everyone have access.  Assume PC/laptop, network connectivity, phone, MS Office, Notes) </a:t>
                      </a:r>
                    </a:p>
                  </a:txBody>
                  <a:tcPr marL="0" marR="0" marT="0" marB="0" anchor="ctr">
                    <a:solidFill>
                      <a:schemeClr val="accent1"/>
                    </a:solidFill>
                  </a:tcPr>
                </a:tc>
                <a:tc>
                  <a:txBody>
                    <a:bodyPr/>
                    <a:lstStyle/>
                    <a:p>
                      <a:pPr algn="ctr" fontAlgn="ctr">
                        <a:buNone/>
                      </a:pPr>
                      <a:r>
                        <a:rPr lang="en-GB" sz="800" u="none" strike="noStrike" kern="1200" dirty="0">
                          <a:solidFill>
                            <a:schemeClr val="bg1"/>
                          </a:solidFill>
                          <a:effectLst/>
                          <a:latin typeface="+mn-lt"/>
                          <a:ea typeface="+mn-ea"/>
                          <a:cs typeface="+mn-cs"/>
                        </a:rPr>
                        <a:t>Data / Documentation</a:t>
                      </a:r>
                      <a:br>
                        <a:rPr lang="en-GB" sz="800" u="none" strike="noStrike" kern="1200" dirty="0">
                          <a:solidFill>
                            <a:schemeClr val="bg1"/>
                          </a:solidFill>
                          <a:effectLst/>
                          <a:latin typeface="+mn-lt"/>
                          <a:ea typeface="+mn-ea"/>
                          <a:cs typeface="+mn-cs"/>
                        </a:rPr>
                      </a:br>
                      <a:r>
                        <a:rPr lang="en-GB" sz="800" u="none" strike="noStrike" kern="1200" dirty="0">
                          <a:solidFill>
                            <a:schemeClr val="bg1"/>
                          </a:solidFill>
                          <a:effectLst/>
                          <a:latin typeface="+mn-lt"/>
                          <a:ea typeface="+mn-ea"/>
                          <a:cs typeface="+mn-cs"/>
                        </a:rPr>
                        <a:t>(description of what data/documentation is, what is it used for, and location i.e. SharePoint or Teams pages, who has access, can it be accessed on phone?)</a:t>
                      </a:r>
                    </a:p>
                  </a:txBody>
                  <a:tcPr marL="0" marR="0" marT="0" marB="0" anchor="ctr">
                    <a:solidFill>
                      <a:schemeClr val="accent1"/>
                    </a:solidFill>
                  </a:tcPr>
                </a:tc>
                <a:tc>
                  <a:txBody>
                    <a:bodyPr/>
                    <a:lstStyle/>
                    <a:p>
                      <a:pPr algn="ctr" fontAlgn="ctr">
                        <a:buNone/>
                      </a:pPr>
                      <a:r>
                        <a:rPr lang="en-GB" sz="800" u="none" strike="noStrike" kern="1200" dirty="0">
                          <a:solidFill>
                            <a:schemeClr val="bg1"/>
                          </a:solidFill>
                          <a:effectLst/>
                          <a:latin typeface="+mn-lt"/>
                          <a:ea typeface="+mn-ea"/>
                          <a:cs typeface="+mn-cs"/>
                        </a:rPr>
                        <a:t>Equipment </a:t>
                      </a:r>
                      <a:br>
                        <a:rPr lang="en-GB" sz="800" u="none" strike="noStrike" kern="1200" dirty="0">
                          <a:solidFill>
                            <a:schemeClr val="bg1"/>
                          </a:solidFill>
                          <a:effectLst/>
                          <a:latin typeface="+mn-lt"/>
                          <a:ea typeface="+mn-ea"/>
                          <a:cs typeface="+mn-cs"/>
                        </a:rPr>
                      </a:br>
                      <a:r>
                        <a:rPr lang="en-GB" sz="800" u="none" strike="noStrike" kern="1200" dirty="0">
                          <a:solidFill>
                            <a:schemeClr val="bg1"/>
                          </a:solidFill>
                          <a:effectLst/>
                          <a:latin typeface="+mn-lt"/>
                          <a:ea typeface="+mn-ea"/>
                          <a:cs typeface="+mn-cs"/>
                        </a:rPr>
                        <a:t>(transport, spare parts, 3G cards, tool kits)</a:t>
                      </a:r>
                    </a:p>
                  </a:txBody>
                  <a:tcPr marL="0" marR="0" marT="0" marB="0" anchor="ctr">
                    <a:solidFill>
                      <a:schemeClr val="accent1"/>
                    </a:solidFill>
                  </a:tcPr>
                </a:tc>
                <a:tc>
                  <a:txBody>
                    <a:bodyPr/>
                    <a:lstStyle/>
                    <a:p>
                      <a:pPr algn="ctr" fontAlgn="ctr">
                        <a:buNone/>
                      </a:pPr>
                      <a:r>
                        <a:rPr lang="en-GB" sz="800" u="none" strike="noStrike" kern="1200" dirty="0">
                          <a:solidFill>
                            <a:schemeClr val="bg1"/>
                          </a:solidFill>
                          <a:effectLst/>
                          <a:latin typeface="+mn-lt"/>
                          <a:ea typeface="+mn-ea"/>
                          <a:cs typeface="+mn-cs"/>
                        </a:rPr>
                        <a:t>Suppliers</a:t>
                      </a:r>
                      <a:br>
                        <a:rPr lang="en-GB" sz="800" u="none" strike="noStrike" kern="1200" dirty="0">
                          <a:solidFill>
                            <a:schemeClr val="bg1"/>
                          </a:solidFill>
                          <a:effectLst/>
                          <a:latin typeface="+mn-lt"/>
                          <a:ea typeface="+mn-ea"/>
                          <a:cs typeface="+mn-cs"/>
                        </a:rPr>
                      </a:br>
                      <a:r>
                        <a:rPr lang="en-GB" sz="800" u="none" strike="noStrike" kern="1200" dirty="0">
                          <a:solidFill>
                            <a:schemeClr val="bg1"/>
                          </a:solidFill>
                          <a:effectLst/>
                          <a:latin typeface="+mn-lt"/>
                          <a:ea typeface="+mn-ea"/>
                          <a:cs typeface="+mn-cs"/>
                        </a:rPr>
                        <a:t>(Name, service provided, backup contingency, supplier resiliency)</a:t>
                      </a:r>
                    </a:p>
                  </a:txBody>
                  <a:tcPr marL="0" marR="0" marT="0" marB="0" anchor="ctr">
                    <a:solidFill>
                      <a:schemeClr val="accent1"/>
                    </a:solidFill>
                  </a:tcPr>
                </a:tc>
                <a:extLst>
                  <a:ext uri="{0D108BD9-81ED-4DB2-BD59-A6C34878D82A}">
                    <a16:rowId xmlns:a16="http://schemas.microsoft.com/office/drawing/2014/main" val="1096219918"/>
                  </a:ext>
                </a:extLst>
              </a:tr>
              <a:tr h="503909">
                <a:tc>
                  <a:txBody>
                    <a:bodyPr/>
                    <a:lstStyle/>
                    <a:p>
                      <a:pPr algn="l" fontAlgn="ctr">
                        <a:buNone/>
                      </a:pPr>
                      <a:r>
                        <a:rPr lang="en-GB" sz="800" u="none" strike="noStrike" kern="1200" dirty="0">
                          <a:solidFill>
                            <a:schemeClr val="dk1"/>
                          </a:solidFill>
                          <a:effectLst/>
                          <a:latin typeface="+mn-lt"/>
                          <a:ea typeface="+mn-ea"/>
                          <a:cs typeface="+mn-cs"/>
                        </a:rPr>
                        <a:t>Jira Team</a:t>
                      </a:r>
                    </a:p>
                    <a:p>
                      <a:pPr algn="l" fontAlgn="ctr">
                        <a:buNone/>
                      </a:pPr>
                      <a:r>
                        <a:rPr lang="en-GB" sz="800" u="none" strike="noStrike" kern="1200" dirty="0">
                          <a:solidFill>
                            <a:schemeClr val="dk1"/>
                          </a:solidFill>
                          <a:effectLst/>
                          <a:latin typeface="+mn-lt"/>
                          <a:ea typeface="+mn-ea"/>
                          <a:cs typeface="+mn-cs"/>
                        </a:rPr>
                        <a:t>IT Team Global</a:t>
                      </a:r>
                    </a:p>
                  </a:txBody>
                  <a:tcPr marL="0" marR="0" marT="0" marB="0" anchor="ctr"/>
                </a:tc>
                <a:tc>
                  <a:txBody>
                    <a:bodyPr/>
                    <a:lstStyle/>
                    <a:p>
                      <a:pPr algn="l" fontAlgn="ctr">
                        <a:buNone/>
                      </a:pPr>
                      <a:r>
                        <a:rPr lang="en-GB" sz="800" u="none" strike="noStrike" dirty="0">
                          <a:effectLst/>
                        </a:rPr>
                        <a:t>ServiceNow - internal tickets - full team access</a:t>
                      </a:r>
                      <a:br>
                        <a:rPr lang="en-GB" sz="800" u="none" strike="noStrike" dirty="0">
                          <a:effectLst/>
                        </a:rPr>
                      </a:br>
                      <a:r>
                        <a:rPr lang="en-GB" sz="800" u="none" strike="noStrike" dirty="0">
                          <a:effectLst/>
                        </a:rPr>
                        <a:t>Jira - development - full team access</a:t>
                      </a:r>
                      <a:br>
                        <a:rPr lang="en-GB" sz="800" u="none" strike="noStrike" dirty="0">
                          <a:effectLst/>
                        </a:rPr>
                      </a:br>
                      <a:r>
                        <a:rPr lang="en-GB" sz="800" u="none" strike="noStrike" dirty="0">
                          <a:effectLst/>
                        </a:rPr>
                        <a:t>Zscaler - external access - full team access</a:t>
                      </a:r>
                      <a:endParaRPr lang="en-GB" sz="800" b="0"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buNone/>
                      </a:pPr>
                      <a:r>
                        <a:rPr lang="en-GB" sz="800" u="none" strike="noStrike" dirty="0">
                          <a:effectLst/>
                        </a:rPr>
                        <a:t>SharePoint - documentation - full team access</a:t>
                      </a:r>
                      <a:br>
                        <a:rPr lang="en-GB" sz="800" u="none" strike="noStrike" dirty="0">
                          <a:effectLst/>
                        </a:rPr>
                      </a:br>
                      <a:r>
                        <a:rPr lang="en-GB" sz="800" u="none" strike="noStrike" dirty="0">
                          <a:effectLst/>
                        </a:rPr>
                        <a:t>Confluence - team documentation - full team access</a:t>
                      </a:r>
                      <a:endParaRPr lang="en-GB" sz="800" b="0"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buNone/>
                      </a:pPr>
                      <a:r>
                        <a:rPr lang="en-GB" sz="800" u="none" strike="noStrike" dirty="0">
                          <a:effectLst/>
                        </a:rPr>
                        <a:t>None</a:t>
                      </a:r>
                      <a:endParaRPr lang="en-GB" sz="800" b="0"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buNone/>
                      </a:pPr>
                      <a:r>
                        <a:rPr lang="en-GB" sz="800" u="none" strike="noStrike" dirty="0">
                          <a:effectLst/>
                        </a:rPr>
                        <a:t>None</a:t>
                      </a:r>
                      <a:endParaRPr lang="en-GB" sz="8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793514607"/>
                  </a:ext>
                </a:extLst>
              </a:tr>
            </a:tbl>
          </a:graphicData>
        </a:graphic>
      </p:graphicFrame>
      <p:sp>
        <p:nvSpPr>
          <p:cNvPr id="4" name="TextBox 3">
            <a:extLst>
              <a:ext uri="{FF2B5EF4-FFF2-40B4-BE49-F238E27FC236}">
                <a16:creationId xmlns:a16="http://schemas.microsoft.com/office/drawing/2014/main" id="{08F362E2-C0B3-7265-718A-20D9E708F88D}"/>
              </a:ext>
            </a:extLst>
          </p:cNvPr>
          <p:cNvSpPr txBox="1"/>
          <p:nvPr/>
        </p:nvSpPr>
        <p:spPr>
          <a:xfrm>
            <a:off x="526595" y="4517342"/>
            <a:ext cx="1994456" cy="400110"/>
          </a:xfrm>
          <a:prstGeom prst="rect">
            <a:avLst/>
          </a:prstGeom>
          <a:noFill/>
        </p:spPr>
        <p:txBody>
          <a:bodyPr wrap="none" rtlCol="0">
            <a:spAutoFit/>
          </a:bodyPr>
          <a:lstStyle/>
          <a:p>
            <a:pPr algn="ctr"/>
            <a:r>
              <a:rPr lang="en-GB" sz="1000" dirty="0">
                <a:solidFill>
                  <a:srgbClr val="FF0000"/>
                </a:solidFill>
              </a:rPr>
              <a:t>What teams</a:t>
            </a:r>
          </a:p>
          <a:p>
            <a:pPr algn="ctr"/>
            <a:r>
              <a:rPr lang="en-GB" sz="1000" dirty="0">
                <a:solidFill>
                  <a:srgbClr val="FF0000"/>
                </a:solidFill>
              </a:rPr>
              <a:t>in Dedalus dependent upon</a:t>
            </a:r>
          </a:p>
        </p:txBody>
      </p:sp>
      <p:sp>
        <p:nvSpPr>
          <p:cNvPr id="5" name="TextBox 4">
            <a:extLst>
              <a:ext uri="{FF2B5EF4-FFF2-40B4-BE49-F238E27FC236}">
                <a16:creationId xmlns:a16="http://schemas.microsoft.com/office/drawing/2014/main" id="{25EAA838-C8E5-3835-644B-11CFF95AF246}"/>
              </a:ext>
            </a:extLst>
          </p:cNvPr>
          <p:cNvSpPr txBox="1"/>
          <p:nvPr/>
        </p:nvSpPr>
        <p:spPr>
          <a:xfrm>
            <a:off x="2796923" y="4363454"/>
            <a:ext cx="2013692" cy="553998"/>
          </a:xfrm>
          <a:prstGeom prst="rect">
            <a:avLst/>
          </a:prstGeom>
          <a:noFill/>
        </p:spPr>
        <p:txBody>
          <a:bodyPr wrap="none" rtlCol="0">
            <a:spAutoFit/>
          </a:bodyPr>
          <a:lstStyle/>
          <a:p>
            <a:pPr algn="ctr"/>
            <a:r>
              <a:rPr lang="en-GB" sz="1000" dirty="0">
                <a:solidFill>
                  <a:srgbClr val="FF0000"/>
                </a:solidFill>
              </a:rPr>
              <a:t>Technology / applications </a:t>
            </a:r>
          </a:p>
          <a:p>
            <a:pPr algn="ctr"/>
            <a:r>
              <a:rPr lang="en-GB" sz="1000" dirty="0">
                <a:solidFill>
                  <a:srgbClr val="FF0000"/>
                </a:solidFill>
              </a:rPr>
              <a:t>dependent upon, </a:t>
            </a:r>
          </a:p>
          <a:p>
            <a:pPr algn="ctr"/>
            <a:r>
              <a:rPr lang="en-GB" sz="1000" dirty="0">
                <a:solidFill>
                  <a:srgbClr val="FF0000"/>
                </a:solidFill>
              </a:rPr>
              <a:t>used for and who has access</a:t>
            </a:r>
          </a:p>
        </p:txBody>
      </p:sp>
      <p:sp>
        <p:nvSpPr>
          <p:cNvPr id="6" name="TextBox 5">
            <a:extLst>
              <a:ext uri="{FF2B5EF4-FFF2-40B4-BE49-F238E27FC236}">
                <a16:creationId xmlns:a16="http://schemas.microsoft.com/office/drawing/2014/main" id="{3C32D3ED-2AC4-FCB3-33A2-E0ADE78C6964}"/>
              </a:ext>
            </a:extLst>
          </p:cNvPr>
          <p:cNvSpPr txBox="1"/>
          <p:nvPr/>
        </p:nvSpPr>
        <p:spPr>
          <a:xfrm>
            <a:off x="5050422" y="4989097"/>
            <a:ext cx="2045753" cy="553998"/>
          </a:xfrm>
          <a:prstGeom prst="rect">
            <a:avLst/>
          </a:prstGeom>
          <a:noFill/>
        </p:spPr>
        <p:txBody>
          <a:bodyPr wrap="none" rtlCol="0">
            <a:spAutoFit/>
          </a:bodyPr>
          <a:lstStyle/>
          <a:p>
            <a:pPr algn="ctr"/>
            <a:r>
              <a:rPr lang="en-GB" sz="1000" dirty="0">
                <a:solidFill>
                  <a:srgbClr val="FF0000"/>
                </a:solidFill>
              </a:rPr>
              <a:t>Where team</a:t>
            </a:r>
          </a:p>
          <a:p>
            <a:pPr algn="ctr"/>
            <a:r>
              <a:rPr lang="en-GB" sz="1000" dirty="0">
                <a:solidFill>
                  <a:srgbClr val="FF0000"/>
                </a:solidFill>
              </a:rPr>
              <a:t>documentation is stored and</a:t>
            </a:r>
          </a:p>
          <a:p>
            <a:pPr algn="ctr"/>
            <a:r>
              <a:rPr lang="en-GB" sz="1000" dirty="0">
                <a:solidFill>
                  <a:srgbClr val="FF0000"/>
                </a:solidFill>
              </a:rPr>
              <a:t>who has access</a:t>
            </a:r>
          </a:p>
        </p:txBody>
      </p:sp>
      <p:sp>
        <p:nvSpPr>
          <p:cNvPr id="7" name="TextBox 6">
            <a:extLst>
              <a:ext uri="{FF2B5EF4-FFF2-40B4-BE49-F238E27FC236}">
                <a16:creationId xmlns:a16="http://schemas.microsoft.com/office/drawing/2014/main" id="{2ABE694E-3F9A-EB24-447C-D298F5F282D8}"/>
              </a:ext>
            </a:extLst>
          </p:cNvPr>
          <p:cNvSpPr txBox="1"/>
          <p:nvPr/>
        </p:nvSpPr>
        <p:spPr>
          <a:xfrm>
            <a:off x="7457534" y="4435099"/>
            <a:ext cx="1861407" cy="246221"/>
          </a:xfrm>
          <a:prstGeom prst="rect">
            <a:avLst/>
          </a:prstGeom>
          <a:noFill/>
        </p:spPr>
        <p:txBody>
          <a:bodyPr wrap="none" rtlCol="0">
            <a:spAutoFit/>
          </a:bodyPr>
          <a:lstStyle/>
          <a:p>
            <a:pPr algn="ctr"/>
            <a:r>
              <a:rPr lang="en-GB" sz="1000" dirty="0">
                <a:solidFill>
                  <a:srgbClr val="FF0000"/>
                </a:solidFill>
              </a:rPr>
              <a:t>Equipment dependencies</a:t>
            </a:r>
          </a:p>
        </p:txBody>
      </p:sp>
      <p:sp>
        <p:nvSpPr>
          <p:cNvPr id="8" name="TextBox 7">
            <a:extLst>
              <a:ext uri="{FF2B5EF4-FFF2-40B4-BE49-F238E27FC236}">
                <a16:creationId xmlns:a16="http://schemas.microsoft.com/office/drawing/2014/main" id="{885D7209-28C0-C260-D05A-85D2EAE5D79D}"/>
              </a:ext>
            </a:extLst>
          </p:cNvPr>
          <p:cNvSpPr txBox="1"/>
          <p:nvPr/>
        </p:nvSpPr>
        <p:spPr>
          <a:xfrm>
            <a:off x="8957127" y="5019875"/>
            <a:ext cx="3049233" cy="553998"/>
          </a:xfrm>
          <a:prstGeom prst="rect">
            <a:avLst/>
          </a:prstGeom>
          <a:noFill/>
        </p:spPr>
        <p:txBody>
          <a:bodyPr wrap="none" rtlCol="0">
            <a:spAutoFit/>
          </a:bodyPr>
          <a:lstStyle/>
          <a:p>
            <a:pPr algn="ctr"/>
            <a:r>
              <a:rPr lang="en-GB" sz="1000" dirty="0">
                <a:solidFill>
                  <a:srgbClr val="FF0000"/>
                </a:solidFill>
              </a:rPr>
              <a:t>Supplier dependencies, </a:t>
            </a:r>
          </a:p>
          <a:p>
            <a:pPr algn="ctr"/>
            <a:r>
              <a:rPr lang="en-GB" sz="1000" dirty="0">
                <a:solidFill>
                  <a:srgbClr val="FF0000"/>
                </a:solidFill>
              </a:rPr>
              <a:t>what the supplier does and if we</a:t>
            </a:r>
          </a:p>
          <a:p>
            <a:pPr algn="ctr"/>
            <a:r>
              <a:rPr lang="en-GB" sz="1000" dirty="0">
                <a:solidFill>
                  <a:srgbClr val="FF0000"/>
                </a:solidFill>
              </a:rPr>
              <a:t>lost the supplier what are our contingencies</a:t>
            </a:r>
          </a:p>
        </p:txBody>
      </p:sp>
      <p:sp>
        <p:nvSpPr>
          <p:cNvPr id="9" name="Google Shape;1717;p78">
            <a:extLst>
              <a:ext uri="{FF2B5EF4-FFF2-40B4-BE49-F238E27FC236}">
                <a16:creationId xmlns:a16="http://schemas.microsoft.com/office/drawing/2014/main" id="{55C36F36-8B94-F663-779C-CFBC4CD63473}"/>
              </a:ext>
            </a:extLst>
          </p:cNvPr>
          <p:cNvSpPr txBox="1">
            <a:spLocks/>
          </p:cNvSpPr>
          <p:nvPr/>
        </p:nvSpPr>
        <p:spPr>
          <a:xfrm>
            <a:off x="493295" y="1436321"/>
            <a:ext cx="10816216" cy="1004174"/>
          </a:xfrm>
          <a:prstGeom prst="rect">
            <a:avLst/>
          </a:prstGeom>
        </p:spPr>
        <p:txBody>
          <a:bodyPr spcFirstLastPara="1" wrap="square" lIns="91425" tIns="91425" rIns="91425" bIns="91425" anchor="ctr" anchorCtr="0">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ontserrat" pitchFamily="2" charset="77"/>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ontserrat" pitchFamily="2" charset="77"/>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ontserrat" pitchFamily="2" charset="77"/>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ontserrat" pitchFamily="2" charset="77"/>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400" noProof="0" dirty="0">
              <a:solidFill>
                <a:schemeClr val="tx2"/>
              </a:solidFill>
              <a:cs typeface="Arial"/>
            </a:endParaRPr>
          </a:p>
          <a:p>
            <a:pPr marL="0" indent="0">
              <a:buNone/>
            </a:pPr>
            <a:r>
              <a:rPr lang="en-GB" sz="1400" noProof="0" dirty="0">
                <a:solidFill>
                  <a:schemeClr val="tx2"/>
                </a:solidFill>
                <a:cs typeface="Arial"/>
              </a:rPr>
              <a:t>In the BIA we list what our teams are dependent upon:</a:t>
            </a:r>
          </a:p>
          <a:p>
            <a:endParaRPr lang="en-GB" sz="1400" noProof="0" dirty="0">
              <a:solidFill>
                <a:schemeClr val="tx2"/>
              </a:solidFill>
              <a:cs typeface="Arial"/>
            </a:endParaRPr>
          </a:p>
          <a:p>
            <a:pPr marL="0" indent="0" algn="ctr">
              <a:buNone/>
            </a:pPr>
            <a:endParaRPr lang="en-GB" sz="1400" noProof="0" dirty="0">
              <a:solidFill>
                <a:schemeClr val="tx2"/>
              </a:solidFill>
              <a:cs typeface="Arial"/>
            </a:endParaRPr>
          </a:p>
        </p:txBody>
      </p:sp>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89D2A0CE-AFE4-A5DA-B49C-B42ABC9D3C44}"/>
                  </a:ext>
                </a:extLst>
              </p14:cNvPr>
              <p14:cNvContentPartPr/>
              <p14:nvPr/>
            </p14:nvContentPartPr>
            <p14:xfrm>
              <a:off x="1523823" y="3971193"/>
              <a:ext cx="720" cy="400110"/>
            </p14:xfrm>
          </p:contentPart>
        </mc:Choice>
        <mc:Fallback xmlns="">
          <p:pic>
            <p:nvPicPr>
              <p:cNvPr id="13" name="Ink 12">
                <a:extLst>
                  <a:ext uri="{FF2B5EF4-FFF2-40B4-BE49-F238E27FC236}">
                    <a16:creationId xmlns:a16="http://schemas.microsoft.com/office/drawing/2014/main" id="{89D2A0CE-AFE4-A5DA-B49C-B42ABC9D3C44}"/>
                  </a:ext>
                </a:extLst>
              </p:cNvPr>
              <p:cNvPicPr/>
              <p:nvPr/>
            </p:nvPicPr>
            <p:blipFill>
              <a:blip r:embed="rId4"/>
              <a:stretch>
                <a:fillRect/>
              </a:stretch>
            </p:blipFill>
            <p:spPr>
              <a:xfrm>
                <a:off x="1510863" y="3965076"/>
                <a:ext cx="25200" cy="412344"/>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CC66B108-020F-CC84-ACA5-1C5ED351F7C0}"/>
                  </a:ext>
                </a:extLst>
              </p14:cNvPr>
              <p14:cNvContentPartPr/>
              <p14:nvPr/>
            </p14:nvContentPartPr>
            <p14:xfrm>
              <a:off x="3787550" y="3956717"/>
              <a:ext cx="720" cy="400110"/>
            </p14:xfrm>
          </p:contentPart>
        </mc:Choice>
        <mc:Fallback xmlns="">
          <p:pic>
            <p:nvPicPr>
              <p:cNvPr id="17" name="Ink 16">
                <a:extLst>
                  <a:ext uri="{FF2B5EF4-FFF2-40B4-BE49-F238E27FC236}">
                    <a16:creationId xmlns:a16="http://schemas.microsoft.com/office/drawing/2014/main" id="{CC66B108-020F-CC84-ACA5-1C5ED351F7C0}"/>
                  </a:ext>
                </a:extLst>
              </p:cNvPr>
              <p:cNvPicPr/>
              <p:nvPr/>
            </p:nvPicPr>
            <p:blipFill>
              <a:blip r:embed="rId4"/>
              <a:stretch>
                <a:fillRect/>
              </a:stretch>
            </p:blipFill>
            <p:spPr>
              <a:xfrm>
                <a:off x="3774590" y="3950600"/>
                <a:ext cx="25200" cy="412344"/>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8" name="Ink 17">
                <a:extLst>
                  <a:ext uri="{FF2B5EF4-FFF2-40B4-BE49-F238E27FC236}">
                    <a16:creationId xmlns:a16="http://schemas.microsoft.com/office/drawing/2014/main" id="{159ADC62-D1DF-81FC-F6CA-927CB3400893}"/>
                  </a:ext>
                </a:extLst>
              </p14:cNvPr>
              <p14:cNvContentPartPr/>
              <p14:nvPr/>
            </p14:nvContentPartPr>
            <p14:xfrm>
              <a:off x="6058866" y="3971193"/>
              <a:ext cx="720" cy="987126"/>
            </p14:xfrm>
          </p:contentPart>
        </mc:Choice>
        <mc:Fallback xmlns="">
          <p:pic>
            <p:nvPicPr>
              <p:cNvPr id="18" name="Ink 17">
                <a:extLst>
                  <a:ext uri="{FF2B5EF4-FFF2-40B4-BE49-F238E27FC236}">
                    <a16:creationId xmlns:a16="http://schemas.microsoft.com/office/drawing/2014/main" id="{159ADC62-D1DF-81FC-F6CA-927CB3400893}"/>
                  </a:ext>
                </a:extLst>
              </p:cNvPr>
              <p:cNvPicPr/>
              <p:nvPr/>
            </p:nvPicPr>
            <p:blipFill>
              <a:blip r:embed="rId7"/>
              <a:stretch>
                <a:fillRect/>
              </a:stretch>
            </p:blipFill>
            <p:spPr>
              <a:xfrm>
                <a:off x="6045906" y="3965071"/>
                <a:ext cx="25200" cy="999371"/>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9" name="Ink 18">
                <a:extLst>
                  <a:ext uri="{FF2B5EF4-FFF2-40B4-BE49-F238E27FC236}">
                    <a16:creationId xmlns:a16="http://schemas.microsoft.com/office/drawing/2014/main" id="{CA4CC2C8-D26B-3561-F276-66BC410E7347}"/>
                  </a:ext>
                </a:extLst>
              </p14:cNvPr>
              <p14:cNvContentPartPr/>
              <p14:nvPr/>
            </p14:nvContentPartPr>
            <p14:xfrm>
              <a:off x="10490834" y="4001971"/>
              <a:ext cx="720" cy="987126"/>
            </p14:xfrm>
          </p:contentPart>
        </mc:Choice>
        <mc:Fallback xmlns="">
          <p:pic>
            <p:nvPicPr>
              <p:cNvPr id="19" name="Ink 18">
                <a:extLst>
                  <a:ext uri="{FF2B5EF4-FFF2-40B4-BE49-F238E27FC236}">
                    <a16:creationId xmlns:a16="http://schemas.microsoft.com/office/drawing/2014/main" id="{CA4CC2C8-D26B-3561-F276-66BC410E7347}"/>
                  </a:ext>
                </a:extLst>
              </p:cNvPr>
              <p:cNvPicPr/>
              <p:nvPr/>
            </p:nvPicPr>
            <p:blipFill>
              <a:blip r:embed="rId7"/>
              <a:stretch>
                <a:fillRect/>
              </a:stretch>
            </p:blipFill>
            <p:spPr>
              <a:xfrm>
                <a:off x="10477874" y="3995849"/>
                <a:ext cx="25200" cy="999371"/>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CD4EC6AB-BC54-59B3-EAFF-E98102B92E13}"/>
                  </a:ext>
                </a:extLst>
              </p14:cNvPr>
              <p14:cNvContentPartPr/>
              <p14:nvPr/>
            </p14:nvContentPartPr>
            <p14:xfrm>
              <a:off x="8276463" y="3956717"/>
              <a:ext cx="720" cy="400110"/>
            </p14:xfrm>
          </p:contentPart>
        </mc:Choice>
        <mc:Fallback xmlns="">
          <p:pic>
            <p:nvPicPr>
              <p:cNvPr id="20" name="Ink 19">
                <a:extLst>
                  <a:ext uri="{FF2B5EF4-FFF2-40B4-BE49-F238E27FC236}">
                    <a16:creationId xmlns:a16="http://schemas.microsoft.com/office/drawing/2014/main" id="{CD4EC6AB-BC54-59B3-EAFF-E98102B92E13}"/>
                  </a:ext>
                </a:extLst>
              </p:cNvPr>
              <p:cNvPicPr/>
              <p:nvPr/>
            </p:nvPicPr>
            <p:blipFill>
              <a:blip r:embed="rId4"/>
              <a:stretch>
                <a:fillRect/>
              </a:stretch>
            </p:blipFill>
            <p:spPr>
              <a:xfrm>
                <a:off x="8263503" y="3950600"/>
                <a:ext cx="25200" cy="412344"/>
              </a:xfrm>
              <a:prstGeom prst="rect">
                <a:avLst/>
              </a:prstGeom>
            </p:spPr>
          </p:pic>
        </mc:Fallback>
      </mc:AlternateContent>
    </p:spTree>
    <p:extLst>
      <p:ext uri="{BB962C8B-B14F-4D97-AF65-F5344CB8AC3E}">
        <p14:creationId xmlns:p14="http://schemas.microsoft.com/office/powerpoint/2010/main" val="2305488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25DFA-DEF6-6B47-B7DF-0D3BA09C2536}"/>
              </a:ext>
            </a:extLst>
          </p:cNvPr>
          <p:cNvSpPr>
            <a:spLocks noGrp="1"/>
          </p:cNvSpPr>
          <p:nvPr>
            <p:ph type="title"/>
          </p:nvPr>
        </p:nvSpPr>
        <p:spPr>
          <a:prstGeom prst="rect">
            <a:avLst/>
          </a:prstGeom>
        </p:spPr>
        <p:txBody>
          <a:bodyPr/>
          <a:lstStyle/>
          <a:p>
            <a:r>
              <a:rPr lang="en-GB" sz="2800" noProof="0" dirty="0">
                <a:cs typeface="Arial"/>
                <a:sym typeface="Arial"/>
              </a:rPr>
              <a:t>Tabletop Exercise</a:t>
            </a:r>
            <a:endParaRPr lang="en-GB" sz="2800" noProof="0" dirty="0"/>
          </a:p>
        </p:txBody>
      </p:sp>
      <p:sp>
        <p:nvSpPr>
          <p:cNvPr id="4" name="Google Shape;1717;p78">
            <a:extLst>
              <a:ext uri="{FF2B5EF4-FFF2-40B4-BE49-F238E27FC236}">
                <a16:creationId xmlns:a16="http://schemas.microsoft.com/office/drawing/2014/main" id="{05072C87-35B5-0D42-A610-C0EC0012D21D}"/>
              </a:ext>
            </a:extLst>
          </p:cNvPr>
          <p:cNvSpPr txBox="1">
            <a:spLocks/>
          </p:cNvSpPr>
          <p:nvPr/>
        </p:nvSpPr>
        <p:spPr>
          <a:xfrm>
            <a:off x="458872" y="2732949"/>
            <a:ext cx="10816216" cy="1004174"/>
          </a:xfrm>
          <a:prstGeom prst="rect">
            <a:avLst/>
          </a:prstGeom>
        </p:spPr>
        <p:txBody>
          <a:bodyPr spcFirstLastPara="1" wrap="square" lIns="91425" tIns="91425" rIns="91425" bIns="91425" anchor="ctr" anchorCtr="0">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ontserrat" pitchFamily="2" charset="77"/>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ontserrat" pitchFamily="2" charset="77"/>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ontserrat" pitchFamily="2" charset="77"/>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ontserrat" pitchFamily="2" charset="77"/>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400" noProof="0" dirty="0">
              <a:solidFill>
                <a:schemeClr val="tx2"/>
              </a:solidFill>
              <a:cs typeface="Arial"/>
            </a:endParaRPr>
          </a:p>
          <a:p>
            <a:pPr marL="0" indent="0">
              <a:buNone/>
            </a:pPr>
            <a:r>
              <a:rPr lang="en-GB" sz="1400" noProof="0" dirty="0">
                <a:solidFill>
                  <a:schemeClr val="tx2"/>
                </a:solidFill>
                <a:cs typeface="Arial"/>
              </a:rPr>
              <a:t>As part of the Business Continuity Program, each year we are required by the ISO22301 standard to test our Business </a:t>
            </a:r>
          </a:p>
          <a:p>
            <a:pPr marL="0" indent="0">
              <a:buNone/>
            </a:pPr>
            <a:r>
              <a:rPr lang="en-GB" sz="1400" noProof="0" dirty="0">
                <a:solidFill>
                  <a:schemeClr val="tx2"/>
                </a:solidFill>
                <a:cs typeface="Arial"/>
              </a:rPr>
              <a:t>Continuity Plan, we call this a tabletop exercise.  This enables our Crisis Response Team to get together </a:t>
            </a:r>
          </a:p>
          <a:p>
            <a:pPr marL="0" indent="0">
              <a:buNone/>
            </a:pPr>
            <a:r>
              <a:rPr lang="en-GB" sz="1400" noProof="0" dirty="0">
                <a:solidFill>
                  <a:schemeClr val="tx2"/>
                </a:solidFill>
                <a:cs typeface="Arial"/>
              </a:rPr>
              <a:t>and talk through what they would do in certain situation and check everyone is aware of their roles and responsibilities.</a:t>
            </a:r>
          </a:p>
          <a:p>
            <a:pPr marL="0" indent="0">
              <a:buNone/>
            </a:pPr>
            <a:endParaRPr lang="en-GB" sz="1400" noProof="0" dirty="0">
              <a:solidFill>
                <a:schemeClr val="tx2"/>
              </a:solidFill>
              <a:cs typeface="Arial"/>
            </a:endParaRPr>
          </a:p>
          <a:p>
            <a:pPr marL="0" indent="0">
              <a:buNone/>
            </a:pPr>
            <a:r>
              <a:rPr lang="en-GB" sz="1400" noProof="0" dirty="0">
                <a:solidFill>
                  <a:schemeClr val="tx2"/>
                </a:solidFill>
                <a:cs typeface="Arial"/>
              </a:rPr>
              <a:t>Every incident is different, but by doing tabletop exercise we can practice, so during a real incident we know the steps</a:t>
            </a:r>
          </a:p>
          <a:p>
            <a:pPr marL="0" indent="0">
              <a:buNone/>
            </a:pPr>
            <a:r>
              <a:rPr lang="en-GB" sz="1400" noProof="0" dirty="0">
                <a:solidFill>
                  <a:schemeClr val="tx2"/>
                </a:solidFill>
                <a:cs typeface="Arial"/>
              </a:rPr>
              <a:t>that we need to take.</a:t>
            </a:r>
          </a:p>
          <a:p>
            <a:pPr marL="0" indent="0">
              <a:buNone/>
            </a:pPr>
            <a:endParaRPr lang="en-GB" sz="1400" noProof="0" dirty="0">
              <a:solidFill>
                <a:schemeClr val="tx2"/>
              </a:solidFill>
              <a:cs typeface="Arial"/>
            </a:endParaRPr>
          </a:p>
          <a:p>
            <a:pPr marL="0" indent="0">
              <a:buNone/>
            </a:pPr>
            <a:endParaRPr lang="en-GB" sz="1400" noProof="0" dirty="0">
              <a:solidFill>
                <a:schemeClr val="tx2"/>
              </a:solidFill>
              <a:cs typeface="Arial"/>
            </a:endParaRPr>
          </a:p>
          <a:p>
            <a:pPr marL="0" indent="0">
              <a:buNone/>
            </a:pPr>
            <a:endParaRPr lang="en-GB" sz="1400" noProof="0" dirty="0">
              <a:solidFill>
                <a:schemeClr val="tx2"/>
              </a:solidFill>
              <a:cs typeface="Arial"/>
            </a:endParaRPr>
          </a:p>
          <a:p>
            <a:endParaRPr lang="en-GB" sz="1400" noProof="0" dirty="0">
              <a:solidFill>
                <a:schemeClr val="tx2"/>
              </a:solidFill>
              <a:cs typeface="Arial"/>
            </a:endParaRPr>
          </a:p>
          <a:p>
            <a:pPr marL="0" indent="0" algn="ctr">
              <a:buNone/>
            </a:pPr>
            <a:endParaRPr lang="en-GB" sz="1400" noProof="0" dirty="0">
              <a:solidFill>
                <a:schemeClr val="tx2"/>
              </a:solidFill>
              <a:cs typeface="Arial"/>
            </a:endParaRPr>
          </a:p>
        </p:txBody>
      </p:sp>
    </p:spTree>
    <p:extLst>
      <p:ext uri="{BB962C8B-B14F-4D97-AF65-F5344CB8AC3E}">
        <p14:creationId xmlns:p14="http://schemas.microsoft.com/office/powerpoint/2010/main" val="3105946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25DFA-DEF6-6B47-B7DF-0D3BA09C2536}"/>
              </a:ext>
            </a:extLst>
          </p:cNvPr>
          <p:cNvSpPr>
            <a:spLocks noGrp="1"/>
          </p:cNvSpPr>
          <p:nvPr>
            <p:ph type="title"/>
          </p:nvPr>
        </p:nvSpPr>
        <p:spPr>
          <a:prstGeom prst="rect">
            <a:avLst/>
          </a:prstGeom>
        </p:spPr>
        <p:txBody>
          <a:bodyPr/>
          <a:lstStyle/>
          <a:p>
            <a:r>
              <a:rPr lang="en-GB" sz="2800" noProof="0" dirty="0">
                <a:cs typeface="Arial"/>
                <a:sym typeface="Arial"/>
              </a:rPr>
              <a:t>Tabletop Exercise</a:t>
            </a:r>
            <a:endParaRPr lang="en-GB" sz="2800" noProof="0" dirty="0"/>
          </a:p>
        </p:txBody>
      </p:sp>
      <p:sp>
        <p:nvSpPr>
          <p:cNvPr id="4" name="Google Shape;1717;p78">
            <a:extLst>
              <a:ext uri="{FF2B5EF4-FFF2-40B4-BE49-F238E27FC236}">
                <a16:creationId xmlns:a16="http://schemas.microsoft.com/office/drawing/2014/main" id="{05072C87-35B5-0D42-A610-C0EC0012D21D}"/>
              </a:ext>
            </a:extLst>
          </p:cNvPr>
          <p:cNvSpPr txBox="1">
            <a:spLocks/>
          </p:cNvSpPr>
          <p:nvPr/>
        </p:nvSpPr>
        <p:spPr>
          <a:xfrm>
            <a:off x="476185" y="3537284"/>
            <a:ext cx="11127333" cy="1004174"/>
          </a:xfrm>
          <a:prstGeom prst="rect">
            <a:avLst/>
          </a:prstGeom>
        </p:spPr>
        <p:txBody>
          <a:bodyPr spcFirstLastPara="1" wrap="square" lIns="91425" tIns="91425" rIns="91425" bIns="91425" anchor="ctr" anchorCtr="0">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ontserrat" pitchFamily="2" charset="77"/>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ontserrat" pitchFamily="2" charset="77"/>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ontserrat" pitchFamily="2" charset="77"/>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ontserrat" pitchFamily="2" charset="77"/>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400" noProof="0" dirty="0">
              <a:solidFill>
                <a:schemeClr val="tx2"/>
              </a:solidFill>
              <a:cs typeface="Arial"/>
            </a:endParaRPr>
          </a:p>
          <a:p>
            <a:pPr marL="0" indent="0">
              <a:buNone/>
            </a:pPr>
            <a:r>
              <a:rPr lang="en-GB" sz="1400" noProof="0" dirty="0">
                <a:solidFill>
                  <a:schemeClr val="tx2"/>
                </a:solidFill>
                <a:cs typeface="Arial"/>
              </a:rPr>
              <a:t>This year our tabletop exercise for the India Region was on the 20</a:t>
            </a:r>
            <a:r>
              <a:rPr lang="en-GB" sz="1400" baseline="30000" noProof="0" dirty="0">
                <a:solidFill>
                  <a:schemeClr val="tx2"/>
                </a:solidFill>
                <a:cs typeface="Arial"/>
              </a:rPr>
              <a:t>th</a:t>
            </a:r>
            <a:r>
              <a:rPr lang="en-GB" sz="1400" noProof="0" dirty="0">
                <a:solidFill>
                  <a:schemeClr val="tx2"/>
                </a:solidFill>
                <a:cs typeface="Arial"/>
              </a:rPr>
              <a:t> March 2026, scenario was ransomware attack,  as a team we discussed:</a:t>
            </a:r>
          </a:p>
          <a:p>
            <a:r>
              <a:rPr lang="en-GB" sz="1400" noProof="0" dirty="0">
                <a:solidFill>
                  <a:schemeClr val="tx2"/>
                </a:solidFill>
                <a:cs typeface="Arial"/>
              </a:rPr>
              <a:t>How the Crisis Leader is notified of the incident</a:t>
            </a:r>
          </a:p>
          <a:p>
            <a:r>
              <a:rPr lang="en-GB" sz="1400" noProof="0" dirty="0">
                <a:solidFill>
                  <a:schemeClr val="tx2"/>
                </a:solidFill>
                <a:cs typeface="Arial"/>
              </a:rPr>
              <a:t>How the Crisis Team form</a:t>
            </a:r>
          </a:p>
          <a:p>
            <a:r>
              <a:rPr lang="en-GB" sz="1400" noProof="0" dirty="0">
                <a:solidFill>
                  <a:schemeClr val="tx2"/>
                </a:solidFill>
                <a:cs typeface="Arial"/>
              </a:rPr>
              <a:t>Roles and responsibilities</a:t>
            </a:r>
          </a:p>
          <a:p>
            <a:r>
              <a:rPr lang="en-GB" sz="1400" noProof="0" dirty="0">
                <a:solidFill>
                  <a:schemeClr val="tx2"/>
                </a:solidFill>
                <a:cs typeface="Arial"/>
              </a:rPr>
              <a:t>Process steps for the team</a:t>
            </a:r>
          </a:p>
          <a:p>
            <a:r>
              <a:rPr lang="en-GB" sz="1400" noProof="0" dirty="0">
                <a:solidFill>
                  <a:schemeClr val="tx2"/>
                </a:solidFill>
                <a:cs typeface="Arial"/>
              </a:rPr>
              <a:t>Priorities for the team </a:t>
            </a:r>
          </a:p>
          <a:p>
            <a:r>
              <a:rPr lang="en-GB" sz="1400" noProof="0" dirty="0">
                <a:solidFill>
                  <a:schemeClr val="tx2"/>
                </a:solidFill>
                <a:cs typeface="Arial"/>
              </a:rPr>
              <a:t>How technically the situation would be handled</a:t>
            </a:r>
          </a:p>
          <a:p>
            <a:r>
              <a:rPr lang="en-GB" sz="1400" noProof="0" dirty="0">
                <a:solidFill>
                  <a:schemeClr val="tx2"/>
                </a:solidFill>
                <a:cs typeface="Arial"/>
              </a:rPr>
              <a:t>Impacts and disruptions</a:t>
            </a:r>
          </a:p>
          <a:p>
            <a:r>
              <a:rPr lang="en-GB" sz="1400" noProof="0" dirty="0">
                <a:solidFill>
                  <a:schemeClr val="tx2"/>
                </a:solidFill>
                <a:cs typeface="Arial"/>
              </a:rPr>
              <a:t>How do we continue to provide a service?</a:t>
            </a:r>
          </a:p>
          <a:p>
            <a:r>
              <a:rPr lang="en-GB" sz="1400" noProof="0" dirty="0">
                <a:solidFill>
                  <a:schemeClr val="tx2"/>
                </a:solidFill>
                <a:cs typeface="Arial"/>
              </a:rPr>
              <a:t>Communications</a:t>
            </a:r>
          </a:p>
          <a:p>
            <a:r>
              <a:rPr lang="en-GB" sz="1400" noProof="0" dirty="0">
                <a:solidFill>
                  <a:schemeClr val="tx2"/>
                </a:solidFill>
                <a:cs typeface="Arial"/>
              </a:rPr>
              <a:t>How the Crisis Team handle the situation until the situation is resolved</a:t>
            </a:r>
          </a:p>
          <a:p>
            <a:pPr marL="0" indent="0">
              <a:buNone/>
            </a:pPr>
            <a:endParaRPr lang="en-GB" sz="1400" noProof="0" dirty="0">
              <a:solidFill>
                <a:schemeClr val="tx2"/>
              </a:solidFill>
              <a:cs typeface="Arial"/>
            </a:endParaRPr>
          </a:p>
          <a:p>
            <a:pPr marL="0" indent="0">
              <a:buNone/>
            </a:pPr>
            <a:r>
              <a:rPr lang="en-GB" sz="1400" noProof="0" dirty="0">
                <a:solidFill>
                  <a:schemeClr val="tx2"/>
                </a:solidFill>
                <a:cs typeface="Arial"/>
              </a:rPr>
              <a:t>The exercise consists of all the invitee's sharing views on how the situation should be handled within their area of expertise. </a:t>
            </a:r>
          </a:p>
          <a:p>
            <a:endParaRPr lang="en-GB" sz="1400" noProof="0" dirty="0">
              <a:solidFill>
                <a:schemeClr val="tx2"/>
              </a:solidFill>
              <a:cs typeface="Arial"/>
            </a:endParaRPr>
          </a:p>
          <a:p>
            <a:pPr marL="0" indent="0" algn="ctr">
              <a:buNone/>
            </a:pPr>
            <a:endParaRPr lang="en-GB" sz="1400" noProof="0" dirty="0">
              <a:solidFill>
                <a:schemeClr val="tx2"/>
              </a:solidFill>
              <a:cs typeface="Arial"/>
            </a:endParaRPr>
          </a:p>
        </p:txBody>
      </p:sp>
      <p:pic>
        <p:nvPicPr>
          <p:cNvPr id="5" name="Picture 4" descr="First ever ransomware death! - The420CyberNews">
            <a:extLst>
              <a:ext uri="{FF2B5EF4-FFF2-40B4-BE49-F238E27FC236}">
                <a16:creationId xmlns:a16="http://schemas.microsoft.com/office/drawing/2014/main" id="{3CC30E9F-F7EF-81C3-6880-9B2348A492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568" y="2562519"/>
            <a:ext cx="3392242" cy="2171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640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25DFA-DEF6-6B47-B7DF-0D3BA09C2536}"/>
              </a:ext>
            </a:extLst>
          </p:cNvPr>
          <p:cNvSpPr>
            <a:spLocks noGrp="1"/>
          </p:cNvSpPr>
          <p:nvPr>
            <p:ph type="title"/>
          </p:nvPr>
        </p:nvSpPr>
        <p:spPr>
          <a:prstGeom prst="rect">
            <a:avLst/>
          </a:prstGeom>
        </p:spPr>
        <p:txBody>
          <a:bodyPr/>
          <a:lstStyle/>
          <a:p>
            <a:r>
              <a:rPr lang="en-GB" sz="2800" noProof="0" dirty="0"/>
              <a:t>Objectives</a:t>
            </a:r>
          </a:p>
        </p:txBody>
      </p:sp>
      <p:graphicFrame>
        <p:nvGraphicFramePr>
          <p:cNvPr id="7" name="Table 6">
            <a:extLst>
              <a:ext uri="{FF2B5EF4-FFF2-40B4-BE49-F238E27FC236}">
                <a16:creationId xmlns:a16="http://schemas.microsoft.com/office/drawing/2014/main" id="{BC1B951C-D2A6-E6EC-AFE5-71D60F500733}"/>
              </a:ext>
            </a:extLst>
          </p:cNvPr>
          <p:cNvGraphicFramePr>
            <a:graphicFrameLocks noGrp="1"/>
          </p:cNvGraphicFramePr>
          <p:nvPr>
            <p:extLst>
              <p:ext uri="{D42A27DB-BD31-4B8C-83A1-F6EECF244321}">
                <p14:modId xmlns:p14="http://schemas.microsoft.com/office/powerpoint/2010/main" val="932196752"/>
              </p:ext>
            </p:extLst>
          </p:nvPr>
        </p:nvGraphicFramePr>
        <p:xfrm>
          <a:off x="240457" y="2100923"/>
          <a:ext cx="11616358" cy="3254093"/>
        </p:xfrm>
        <a:graphic>
          <a:graphicData uri="http://schemas.openxmlformats.org/drawingml/2006/table">
            <a:tbl>
              <a:tblPr firstRow="1" bandRow="1">
                <a:tableStyleId>{5C22544A-7EE6-4342-B048-85BDC9FD1C3A}</a:tableStyleId>
              </a:tblPr>
              <a:tblGrid>
                <a:gridCol w="7684343">
                  <a:extLst>
                    <a:ext uri="{9D8B030D-6E8A-4147-A177-3AD203B41FA5}">
                      <a16:colId xmlns:a16="http://schemas.microsoft.com/office/drawing/2014/main" val="2546276160"/>
                    </a:ext>
                  </a:extLst>
                </a:gridCol>
                <a:gridCol w="3304674">
                  <a:extLst>
                    <a:ext uri="{9D8B030D-6E8A-4147-A177-3AD203B41FA5}">
                      <a16:colId xmlns:a16="http://schemas.microsoft.com/office/drawing/2014/main" val="2042836459"/>
                    </a:ext>
                  </a:extLst>
                </a:gridCol>
                <a:gridCol w="627341">
                  <a:extLst>
                    <a:ext uri="{9D8B030D-6E8A-4147-A177-3AD203B41FA5}">
                      <a16:colId xmlns:a16="http://schemas.microsoft.com/office/drawing/2014/main" val="1507662886"/>
                    </a:ext>
                  </a:extLst>
                </a:gridCol>
              </a:tblGrid>
              <a:tr h="353413">
                <a:tc>
                  <a:txBody>
                    <a:bodyPr/>
                    <a:lstStyle/>
                    <a:p>
                      <a:r>
                        <a:rPr lang="en-GB" sz="1000" b="1" kern="1200" noProof="0" dirty="0">
                          <a:solidFill>
                            <a:schemeClr val="bg1"/>
                          </a:solidFill>
                          <a:latin typeface="Montserrat" pitchFamily="2" charset="77"/>
                          <a:ea typeface="+mn-ea"/>
                          <a:cs typeface="Arial"/>
                        </a:rPr>
                        <a:t>Objective</a:t>
                      </a:r>
                    </a:p>
                  </a:txBody>
                  <a:tcPr/>
                </a:tc>
                <a:tc>
                  <a:txBody>
                    <a:bodyPr/>
                    <a:lstStyle/>
                    <a:p>
                      <a:r>
                        <a:rPr lang="en-GB" sz="1000" b="1" kern="1200" noProof="0" dirty="0">
                          <a:solidFill>
                            <a:schemeClr val="bg1"/>
                          </a:solidFill>
                          <a:latin typeface="Montserrat" pitchFamily="2" charset="77"/>
                          <a:ea typeface="+mn-ea"/>
                          <a:cs typeface="Arial"/>
                        </a:rPr>
                        <a:t>Progress</a:t>
                      </a:r>
                    </a:p>
                  </a:txBody>
                  <a:tcPr/>
                </a:tc>
                <a:tc>
                  <a:txBody>
                    <a:bodyPr/>
                    <a:lstStyle/>
                    <a:p>
                      <a:r>
                        <a:rPr lang="en-GB" sz="1000" b="1" kern="1200" noProof="0" dirty="0">
                          <a:solidFill>
                            <a:schemeClr val="bg1"/>
                          </a:solidFill>
                          <a:latin typeface="Montserrat" pitchFamily="2" charset="77"/>
                          <a:ea typeface="+mn-ea"/>
                          <a:cs typeface="Arial"/>
                        </a:rPr>
                        <a:t>Status</a:t>
                      </a:r>
                    </a:p>
                  </a:txBody>
                  <a:tcPr/>
                </a:tc>
                <a:extLst>
                  <a:ext uri="{0D108BD9-81ED-4DB2-BD59-A6C34878D82A}">
                    <a16:rowId xmlns:a16="http://schemas.microsoft.com/office/drawing/2014/main" val="460999987"/>
                  </a:ext>
                </a:extLst>
              </a:tr>
              <a:tr h="370840">
                <a:tc>
                  <a:txBody>
                    <a:bodyPr/>
                    <a:lstStyle/>
                    <a:p>
                      <a:pPr marL="0" lvl="1" indent="0">
                        <a:buFont typeface="Arial" panose="020B0604020202020204" pitchFamily="34" charset="0"/>
                        <a:buNone/>
                      </a:pPr>
                      <a:r>
                        <a:rPr lang="en-GB" sz="1000" b="0" kern="1200" noProof="0" dirty="0">
                          <a:solidFill>
                            <a:schemeClr val="tx2"/>
                          </a:solidFill>
                          <a:latin typeface="Montserrat" pitchFamily="2" charset="77"/>
                          <a:ea typeface="+mn-ea"/>
                          <a:cs typeface="+mn-cs"/>
                        </a:rPr>
                        <a:t>To protect Dedalus, its staff, our customers and other stakeholders from unforeseen incidents and disruptions to our business operations – We meet the objective by maintaining Business Continuity Plan and validate through testing</a:t>
                      </a:r>
                    </a:p>
                  </a:txBody>
                  <a:tcPr/>
                </a:tc>
                <a:tc>
                  <a:txBody>
                    <a:bodyPr/>
                    <a:lstStyle/>
                    <a:p>
                      <a:pPr marL="0" lvl="1" indent="0">
                        <a:buFont typeface="Arial" panose="020B0604020202020204" pitchFamily="34" charset="0"/>
                        <a:buNone/>
                      </a:pPr>
                      <a:r>
                        <a:rPr lang="en-GB" sz="1000" b="0" kern="1200" noProof="0" dirty="0">
                          <a:solidFill>
                            <a:schemeClr val="tx2"/>
                          </a:solidFill>
                          <a:latin typeface="Montserrat" pitchFamily="2" charset="77"/>
                          <a:ea typeface="+mn-ea"/>
                          <a:cs typeface="+mn-cs"/>
                        </a:rPr>
                        <a:t>Annual review of the BCP was completed in May 26 and our BCP exercise was March 26</a:t>
                      </a:r>
                    </a:p>
                  </a:txBody>
                  <a:tcPr/>
                </a:tc>
                <a:tc>
                  <a:txBody>
                    <a:bodyPr/>
                    <a:lstStyle/>
                    <a:p>
                      <a:pPr marL="0" lvl="1" indent="0">
                        <a:buFont typeface="Arial" panose="020B0604020202020204" pitchFamily="34" charset="0"/>
                        <a:buNone/>
                      </a:pPr>
                      <a:endParaRPr lang="en-GB" sz="1000" b="0" kern="1200" noProof="0" dirty="0">
                        <a:solidFill>
                          <a:schemeClr val="tx2"/>
                        </a:solidFill>
                        <a:latin typeface="Montserrat" pitchFamily="2" charset="77"/>
                        <a:ea typeface="+mn-ea"/>
                        <a:cs typeface="+mn-cs"/>
                      </a:endParaRPr>
                    </a:p>
                  </a:txBody>
                  <a:tcPr>
                    <a:solidFill>
                      <a:srgbClr val="92D050"/>
                    </a:solidFill>
                  </a:tcPr>
                </a:tc>
                <a:extLst>
                  <a:ext uri="{0D108BD9-81ED-4DB2-BD59-A6C34878D82A}">
                    <a16:rowId xmlns:a16="http://schemas.microsoft.com/office/drawing/2014/main" val="88472471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200" noProof="0" dirty="0">
                          <a:solidFill>
                            <a:schemeClr val="tx2"/>
                          </a:solidFill>
                          <a:latin typeface="Montserrat" pitchFamily="2" charset="77"/>
                          <a:ea typeface="+mn-ea"/>
                          <a:cs typeface="+mn-cs"/>
                        </a:rPr>
                        <a:t>Perform an annual review of the Business Impact Analysis, identifying critical business operations, dependencies and analysis of what a disruption to the region would mean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200" noProof="0" dirty="0">
                          <a:solidFill>
                            <a:schemeClr val="tx2"/>
                          </a:solidFill>
                          <a:latin typeface="Montserrat" pitchFamily="2" charset="77"/>
                          <a:ea typeface="+mn-ea"/>
                          <a:cs typeface="+mn-cs"/>
                        </a:rPr>
                        <a:t>Annual review of our BIA was completed May 26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b="0" kern="1200" noProof="0" dirty="0">
                        <a:solidFill>
                          <a:schemeClr val="tx2"/>
                        </a:solidFill>
                        <a:latin typeface="Montserrat" pitchFamily="2" charset="77"/>
                        <a:ea typeface="+mn-ea"/>
                        <a:cs typeface="+mn-cs"/>
                      </a:endParaRPr>
                    </a:p>
                  </a:txBody>
                  <a:tcPr>
                    <a:solidFill>
                      <a:srgbClr val="92D050"/>
                    </a:solidFill>
                  </a:tcPr>
                </a:tc>
                <a:extLst>
                  <a:ext uri="{0D108BD9-81ED-4DB2-BD59-A6C34878D82A}">
                    <a16:rowId xmlns:a16="http://schemas.microsoft.com/office/drawing/2014/main" val="210057271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200" noProof="0" dirty="0">
                          <a:solidFill>
                            <a:schemeClr val="tx2"/>
                          </a:solidFill>
                          <a:latin typeface="Montserrat" pitchFamily="2" charset="77"/>
                          <a:ea typeface="+mn-ea"/>
                          <a:cs typeface="+mn-cs"/>
                        </a:rPr>
                        <a:t>Identify any potential business continuity risks, assess and treat accordingly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200" noProof="0" dirty="0">
                          <a:solidFill>
                            <a:schemeClr val="tx2"/>
                          </a:solidFill>
                          <a:latin typeface="Montserrat" pitchFamily="2" charset="77"/>
                          <a:ea typeface="+mn-ea"/>
                          <a:cs typeface="+mn-cs"/>
                        </a:rPr>
                        <a:t>Annual review of our risk assessment was conducted January 26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b="0" kern="1200" noProof="0" dirty="0">
                        <a:solidFill>
                          <a:schemeClr val="tx2"/>
                        </a:solidFill>
                        <a:latin typeface="Montserrat" pitchFamily="2" charset="77"/>
                        <a:ea typeface="+mn-ea"/>
                        <a:cs typeface="+mn-cs"/>
                      </a:endParaRPr>
                    </a:p>
                  </a:txBody>
                  <a:tcPr>
                    <a:solidFill>
                      <a:srgbClr val="92D050"/>
                    </a:solidFill>
                  </a:tcPr>
                </a:tc>
                <a:extLst>
                  <a:ext uri="{0D108BD9-81ED-4DB2-BD59-A6C34878D82A}">
                    <a16:rowId xmlns:a16="http://schemas.microsoft.com/office/drawing/2014/main" val="236984854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200" noProof="0" dirty="0">
                          <a:solidFill>
                            <a:schemeClr val="tx2"/>
                          </a:solidFill>
                          <a:latin typeface="Montserrat" pitchFamily="2" charset="77"/>
                          <a:ea typeface="+mn-ea"/>
                          <a:cs typeface="+mn-cs"/>
                        </a:rPr>
                        <a:t>To ensure Dedalus is able to meet its legal and regulatory obligations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200" noProof="0" dirty="0">
                          <a:solidFill>
                            <a:schemeClr val="tx2"/>
                          </a:solidFill>
                          <a:latin typeface="Montserrat" pitchFamily="2" charset="77"/>
                          <a:ea typeface="+mn-ea"/>
                          <a:cs typeface="+mn-cs"/>
                        </a:rPr>
                        <a:t>Annual review of our legislations completed January 26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b="0" kern="1200" noProof="0" dirty="0">
                        <a:solidFill>
                          <a:schemeClr val="tx2"/>
                        </a:solidFill>
                        <a:latin typeface="Montserrat" pitchFamily="2" charset="77"/>
                        <a:ea typeface="+mn-ea"/>
                        <a:cs typeface="+mn-cs"/>
                      </a:endParaRPr>
                    </a:p>
                  </a:txBody>
                  <a:tcPr>
                    <a:solidFill>
                      <a:srgbClr val="92D050"/>
                    </a:solidFill>
                  </a:tcPr>
                </a:tc>
                <a:extLst>
                  <a:ext uri="{0D108BD9-81ED-4DB2-BD59-A6C34878D82A}">
                    <a16:rowId xmlns:a16="http://schemas.microsoft.com/office/drawing/2014/main" val="275918448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200" noProof="0" dirty="0">
                          <a:solidFill>
                            <a:schemeClr val="tx2"/>
                          </a:solidFill>
                          <a:latin typeface="Montserrat" pitchFamily="2" charset="77"/>
                          <a:ea typeface="+mn-ea"/>
                          <a:cs typeface="+mn-cs"/>
                        </a:rPr>
                        <a:t>Take into account applicable requirements (Internal and external issues, needs and interests interested parties,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200" noProof="0" dirty="0">
                          <a:solidFill>
                            <a:schemeClr val="tx2"/>
                          </a:solidFill>
                          <a:latin typeface="Montserrat" pitchFamily="2" charset="77"/>
                          <a:ea typeface="+mn-ea"/>
                          <a:cs typeface="+mn-cs"/>
                        </a:rPr>
                        <a:t>legal and regulatory requirements)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b="0" kern="1200" noProof="0" dirty="0">
                        <a:solidFill>
                          <a:schemeClr val="tx2"/>
                        </a:solidFill>
                        <a:latin typeface="Montserrat" pitchFamily="2" charset="77"/>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200" noProof="0" dirty="0">
                          <a:solidFill>
                            <a:schemeClr val="tx2"/>
                          </a:solidFill>
                          <a:latin typeface="Montserrat" pitchFamily="2" charset="77"/>
                          <a:ea typeface="+mn-ea"/>
                          <a:cs typeface="+mn-cs"/>
                        </a:rPr>
                        <a:t>Issues reviewed during management reviews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200" noProof="0" dirty="0">
                          <a:solidFill>
                            <a:schemeClr val="tx2"/>
                          </a:solidFill>
                          <a:latin typeface="Montserrat" pitchFamily="2" charset="77"/>
                          <a:ea typeface="+mn-ea"/>
                          <a:cs typeface="+mn-cs"/>
                        </a:rPr>
                        <a:t>Interested parties managed by IMS Manager</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200" noProof="0" dirty="0">
                          <a:solidFill>
                            <a:schemeClr val="tx2"/>
                          </a:solidFill>
                          <a:latin typeface="Montserrat" pitchFamily="2" charset="77"/>
                          <a:ea typeface="+mn-ea"/>
                          <a:cs typeface="+mn-cs"/>
                        </a:rPr>
                        <a:t>Regulatory review complete for 2026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b="0" kern="1200" noProof="0" dirty="0">
                        <a:solidFill>
                          <a:schemeClr val="tx2"/>
                        </a:solidFill>
                        <a:latin typeface="Montserrat" pitchFamily="2" charset="77"/>
                        <a:ea typeface="+mn-ea"/>
                        <a:cs typeface="+mn-cs"/>
                      </a:endParaRPr>
                    </a:p>
                  </a:txBody>
                  <a:tcPr>
                    <a:solidFill>
                      <a:srgbClr val="92D050"/>
                    </a:solidFill>
                  </a:tcPr>
                </a:tc>
                <a:extLst>
                  <a:ext uri="{0D108BD9-81ED-4DB2-BD59-A6C34878D82A}">
                    <a16:rowId xmlns:a16="http://schemas.microsoft.com/office/drawing/2014/main" val="84288361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200" noProof="0" dirty="0">
                          <a:solidFill>
                            <a:schemeClr val="tx2"/>
                          </a:solidFill>
                          <a:latin typeface="Montserrat" pitchFamily="2" charset="77"/>
                          <a:ea typeface="+mn-ea"/>
                          <a:cs typeface="+mn-cs"/>
                        </a:rPr>
                        <a:t>To ensure India BCMS meets the requirements of the ISO22301:2019 standard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200" noProof="0" dirty="0">
                          <a:solidFill>
                            <a:schemeClr val="tx2"/>
                          </a:solidFill>
                          <a:latin typeface="Montserrat" pitchFamily="2" charset="77"/>
                          <a:ea typeface="+mn-ea"/>
                          <a:cs typeface="+mn-cs"/>
                        </a:rPr>
                        <a:t>Internal audits booked for July 26, and complete for 25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b="0" kern="1200" noProof="0" dirty="0">
                        <a:solidFill>
                          <a:schemeClr val="tx2"/>
                        </a:solidFill>
                        <a:latin typeface="Montserrat" pitchFamily="2" charset="77"/>
                        <a:ea typeface="+mn-ea"/>
                        <a:cs typeface="+mn-cs"/>
                      </a:endParaRPr>
                    </a:p>
                  </a:txBody>
                  <a:tcPr>
                    <a:solidFill>
                      <a:srgbClr val="92D050"/>
                    </a:solidFill>
                  </a:tcPr>
                </a:tc>
                <a:extLst>
                  <a:ext uri="{0D108BD9-81ED-4DB2-BD59-A6C34878D82A}">
                    <a16:rowId xmlns:a16="http://schemas.microsoft.com/office/drawing/2014/main" val="3262825273"/>
                  </a:ext>
                </a:extLst>
              </a:tr>
              <a:tr h="370840">
                <a:tc>
                  <a:txBody>
                    <a:bodyPr/>
                    <a:lstStyle/>
                    <a:p>
                      <a:pPr marL="0" lvl="1" indent="0">
                        <a:buFont typeface="Arial" panose="020B0604020202020204" pitchFamily="34" charset="0"/>
                        <a:buNone/>
                      </a:pPr>
                      <a:r>
                        <a:rPr lang="en-GB" sz="1000" b="0" kern="1200" noProof="0" dirty="0">
                          <a:solidFill>
                            <a:schemeClr val="tx2"/>
                          </a:solidFill>
                          <a:latin typeface="Montserrat" pitchFamily="2" charset="77"/>
                          <a:ea typeface="+mn-ea"/>
                          <a:cs typeface="+mn-cs"/>
                        </a:rPr>
                        <a:t>Annual training for Business Continuity with a completion rate of 90%+</a:t>
                      </a:r>
                    </a:p>
                  </a:txBody>
                  <a:tcPr/>
                </a:tc>
                <a:tc>
                  <a:txBody>
                    <a:bodyPr/>
                    <a:lstStyle/>
                    <a:p>
                      <a:pPr marL="0" lvl="1" indent="0">
                        <a:buFont typeface="Arial" panose="020B0604020202020204" pitchFamily="34" charset="0"/>
                        <a:buNone/>
                      </a:pPr>
                      <a:r>
                        <a:rPr lang="en-GB" sz="1000" b="0" kern="1200" noProof="0" dirty="0">
                          <a:solidFill>
                            <a:schemeClr val="tx2"/>
                          </a:solidFill>
                          <a:latin typeface="Montserrat" pitchFamily="2" charset="77"/>
                          <a:ea typeface="+mn-ea"/>
                          <a:cs typeface="+mn-cs"/>
                        </a:rPr>
                        <a:t>Annual 2025 training complete</a:t>
                      </a:r>
                    </a:p>
                  </a:txBody>
                  <a:tcPr/>
                </a:tc>
                <a:tc>
                  <a:txBody>
                    <a:bodyPr/>
                    <a:lstStyle/>
                    <a:p>
                      <a:pPr marL="0" lvl="1" indent="0">
                        <a:buFont typeface="Arial" panose="020B0604020202020204" pitchFamily="34" charset="0"/>
                        <a:buNone/>
                      </a:pPr>
                      <a:endParaRPr lang="en-GB" sz="1000" b="0" kern="1200" noProof="0" dirty="0">
                        <a:solidFill>
                          <a:schemeClr val="tx2"/>
                        </a:solidFill>
                        <a:latin typeface="Montserrat" pitchFamily="2" charset="77"/>
                        <a:ea typeface="+mn-ea"/>
                        <a:cs typeface="+mn-cs"/>
                      </a:endParaRPr>
                    </a:p>
                  </a:txBody>
                  <a:tcPr>
                    <a:solidFill>
                      <a:srgbClr val="92D050"/>
                    </a:solidFill>
                  </a:tcPr>
                </a:tc>
                <a:extLst>
                  <a:ext uri="{0D108BD9-81ED-4DB2-BD59-A6C34878D82A}">
                    <a16:rowId xmlns:a16="http://schemas.microsoft.com/office/drawing/2014/main" val="4079942207"/>
                  </a:ext>
                </a:extLst>
              </a:tr>
            </a:tbl>
          </a:graphicData>
        </a:graphic>
      </p:graphicFrame>
      <p:sp>
        <p:nvSpPr>
          <p:cNvPr id="15" name="TextBox 14">
            <a:extLst>
              <a:ext uri="{FF2B5EF4-FFF2-40B4-BE49-F238E27FC236}">
                <a16:creationId xmlns:a16="http://schemas.microsoft.com/office/drawing/2014/main" id="{11626D99-E81F-5BA0-C90A-33044DB31AC0}"/>
              </a:ext>
            </a:extLst>
          </p:cNvPr>
          <p:cNvSpPr txBox="1"/>
          <p:nvPr/>
        </p:nvSpPr>
        <p:spPr>
          <a:xfrm>
            <a:off x="538790" y="1580316"/>
            <a:ext cx="11318027" cy="584775"/>
          </a:xfrm>
          <a:prstGeom prst="rect">
            <a:avLst/>
          </a:prstGeom>
          <a:noFill/>
        </p:spPr>
        <p:txBody>
          <a:bodyPr wrap="square" rtlCol="0">
            <a:spAutoFit/>
          </a:bodyPr>
          <a:lstStyle/>
          <a:p>
            <a:r>
              <a:rPr lang="en-GB" sz="1400" noProof="0" dirty="0">
                <a:solidFill>
                  <a:schemeClr val="tx2"/>
                </a:solidFill>
              </a:rPr>
              <a:t>Part of the Business Continuity Management System, we have a number of objectives for the region these are:</a:t>
            </a:r>
          </a:p>
          <a:p>
            <a:endParaRPr lang="en-GB" noProof="0" dirty="0"/>
          </a:p>
        </p:txBody>
      </p:sp>
      <p:graphicFrame>
        <p:nvGraphicFramePr>
          <p:cNvPr id="3" name="Table 2">
            <a:extLst>
              <a:ext uri="{FF2B5EF4-FFF2-40B4-BE49-F238E27FC236}">
                <a16:creationId xmlns:a16="http://schemas.microsoft.com/office/drawing/2014/main" id="{B53304D5-B496-5E66-66FE-277EB7A3028D}"/>
              </a:ext>
            </a:extLst>
          </p:cNvPr>
          <p:cNvGraphicFramePr>
            <a:graphicFrameLocks noGrp="1"/>
          </p:cNvGraphicFramePr>
          <p:nvPr>
            <p:extLst>
              <p:ext uri="{D42A27DB-BD31-4B8C-83A1-F6EECF244321}">
                <p14:modId xmlns:p14="http://schemas.microsoft.com/office/powerpoint/2010/main" val="2341081358"/>
              </p:ext>
            </p:extLst>
          </p:nvPr>
        </p:nvGraphicFramePr>
        <p:xfrm>
          <a:off x="9074484" y="6125458"/>
          <a:ext cx="2484000" cy="216000"/>
        </p:xfrm>
        <a:graphic>
          <a:graphicData uri="http://schemas.openxmlformats.org/drawingml/2006/table">
            <a:tbl>
              <a:tblPr firstRow="1" bandRow="1">
                <a:tableStyleId>{5C22544A-7EE6-4342-B048-85BDC9FD1C3A}</a:tableStyleId>
              </a:tblPr>
              <a:tblGrid>
                <a:gridCol w="828000">
                  <a:extLst>
                    <a:ext uri="{9D8B030D-6E8A-4147-A177-3AD203B41FA5}">
                      <a16:colId xmlns:a16="http://schemas.microsoft.com/office/drawing/2014/main" val="3150749047"/>
                    </a:ext>
                  </a:extLst>
                </a:gridCol>
                <a:gridCol w="828000">
                  <a:extLst>
                    <a:ext uri="{9D8B030D-6E8A-4147-A177-3AD203B41FA5}">
                      <a16:colId xmlns:a16="http://schemas.microsoft.com/office/drawing/2014/main" val="702623753"/>
                    </a:ext>
                  </a:extLst>
                </a:gridCol>
                <a:gridCol w="828000">
                  <a:extLst>
                    <a:ext uri="{9D8B030D-6E8A-4147-A177-3AD203B41FA5}">
                      <a16:colId xmlns:a16="http://schemas.microsoft.com/office/drawing/2014/main" val="4104485423"/>
                    </a:ext>
                  </a:extLst>
                </a:gridCol>
              </a:tblGrid>
              <a:tr h="216000">
                <a:tc>
                  <a:txBody>
                    <a:bodyPr/>
                    <a:lstStyle/>
                    <a:p>
                      <a:r>
                        <a:rPr lang="en-GB" sz="800" dirty="0"/>
                        <a:t>Out of date</a:t>
                      </a:r>
                    </a:p>
                  </a:txBody>
                  <a:tcPr>
                    <a:solidFill>
                      <a:srgbClr val="FF0000"/>
                    </a:solidFill>
                  </a:tcPr>
                </a:tc>
                <a:tc>
                  <a:txBody>
                    <a:bodyPr/>
                    <a:lstStyle/>
                    <a:p>
                      <a:r>
                        <a:rPr lang="en-GB" sz="800" dirty="0"/>
                        <a:t>In-progress</a:t>
                      </a:r>
                    </a:p>
                  </a:txBody>
                  <a:tcPr>
                    <a:solidFill>
                      <a:srgbClr val="FFC000"/>
                    </a:solidFill>
                  </a:tcPr>
                </a:tc>
                <a:tc>
                  <a:txBody>
                    <a:bodyPr/>
                    <a:lstStyle/>
                    <a:p>
                      <a:r>
                        <a:rPr lang="en-GB" sz="800" dirty="0"/>
                        <a:t>Complete </a:t>
                      </a:r>
                    </a:p>
                  </a:txBody>
                  <a:tcPr>
                    <a:solidFill>
                      <a:srgbClr val="92D050"/>
                    </a:solidFill>
                  </a:tcPr>
                </a:tc>
                <a:extLst>
                  <a:ext uri="{0D108BD9-81ED-4DB2-BD59-A6C34878D82A}">
                    <a16:rowId xmlns:a16="http://schemas.microsoft.com/office/drawing/2014/main" val="1972256460"/>
                  </a:ext>
                </a:extLst>
              </a:tr>
            </a:tbl>
          </a:graphicData>
        </a:graphic>
      </p:graphicFrame>
    </p:spTree>
    <p:extLst>
      <p:ext uri="{BB962C8B-B14F-4D97-AF65-F5344CB8AC3E}">
        <p14:creationId xmlns:p14="http://schemas.microsoft.com/office/powerpoint/2010/main" val="854410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D96AA-A423-0C0E-20E6-0584360101B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094AC54-0163-BF3D-1489-F0FDE9CFDB4E}"/>
              </a:ext>
            </a:extLst>
          </p:cNvPr>
          <p:cNvSpPr>
            <a:spLocks noGrp="1"/>
          </p:cNvSpPr>
          <p:nvPr>
            <p:ph type="title"/>
          </p:nvPr>
        </p:nvSpPr>
        <p:spPr>
          <a:prstGeom prst="rect">
            <a:avLst/>
          </a:prstGeom>
        </p:spPr>
        <p:txBody>
          <a:bodyPr/>
          <a:lstStyle/>
          <a:p>
            <a:r>
              <a:rPr lang="en-GB" sz="2800" dirty="0"/>
              <a:t>Risk Assessment</a:t>
            </a:r>
            <a:endParaRPr lang="en-GB" sz="2800" noProof="0" dirty="0"/>
          </a:p>
        </p:txBody>
      </p:sp>
      <p:sp>
        <p:nvSpPr>
          <p:cNvPr id="15" name="TextBox 14">
            <a:extLst>
              <a:ext uri="{FF2B5EF4-FFF2-40B4-BE49-F238E27FC236}">
                <a16:creationId xmlns:a16="http://schemas.microsoft.com/office/drawing/2014/main" id="{B52C085A-CDB8-6675-7EE5-BC8CF571C561}"/>
              </a:ext>
            </a:extLst>
          </p:cNvPr>
          <p:cNvSpPr txBox="1"/>
          <p:nvPr/>
        </p:nvSpPr>
        <p:spPr>
          <a:xfrm>
            <a:off x="436986" y="1535813"/>
            <a:ext cx="11318027" cy="2195473"/>
          </a:xfrm>
          <a:prstGeom prst="rect">
            <a:avLst/>
          </a:prstGeom>
          <a:noFill/>
        </p:spPr>
        <p:txBody>
          <a:bodyPr wrap="square" rtlCol="0">
            <a:spAutoFit/>
          </a:bodyPr>
          <a:lstStyle/>
          <a:p>
            <a:r>
              <a:rPr lang="en-GB" sz="1400" noProof="0" dirty="0">
                <a:solidFill>
                  <a:schemeClr val="tx2"/>
                </a:solidFill>
              </a:rPr>
              <a:t>As part of the ISO22301 Program we also complete risk assessments about our buildings, people and services.  </a:t>
            </a:r>
          </a:p>
          <a:p>
            <a:pPr marL="228600" indent="-228600">
              <a:lnSpc>
                <a:spcPct val="90000"/>
              </a:lnSpc>
              <a:spcBef>
                <a:spcPts val="1000"/>
              </a:spcBef>
              <a:buFont typeface="Arial" panose="020B0604020202020204" pitchFamily="34" charset="0"/>
              <a:buChar char="•"/>
            </a:pPr>
            <a:r>
              <a:rPr lang="en-GB" sz="1400" dirty="0">
                <a:solidFill>
                  <a:schemeClr val="tx2"/>
                </a:solidFill>
                <a:cs typeface="Arial"/>
              </a:rPr>
              <a:t>Building risks such as fire, flooding, loss of power, security, loss of internet.</a:t>
            </a:r>
          </a:p>
          <a:p>
            <a:pPr marL="228600" indent="-228600">
              <a:lnSpc>
                <a:spcPct val="90000"/>
              </a:lnSpc>
              <a:spcBef>
                <a:spcPts val="1000"/>
              </a:spcBef>
              <a:buFont typeface="Arial" panose="020B0604020202020204" pitchFamily="34" charset="0"/>
              <a:buChar char="•"/>
            </a:pPr>
            <a:r>
              <a:rPr lang="en-GB" sz="1400" dirty="0">
                <a:solidFill>
                  <a:schemeClr val="tx2"/>
                </a:solidFill>
                <a:cs typeface="Arial"/>
              </a:rPr>
              <a:t>Natural risks such as earthquakes, hurricanes, tsunami, climate risks such as flooding.</a:t>
            </a:r>
          </a:p>
          <a:p>
            <a:pPr marL="228600" indent="-228600">
              <a:lnSpc>
                <a:spcPct val="90000"/>
              </a:lnSpc>
              <a:spcBef>
                <a:spcPts val="1000"/>
              </a:spcBef>
              <a:buFont typeface="Arial" panose="020B0604020202020204" pitchFamily="34" charset="0"/>
              <a:buChar char="•"/>
            </a:pPr>
            <a:r>
              <a:rPr lang="en-GB" sz="1400" dirty="0">
                <a:solidFill>
                  <a:schemeClr val="tx2"/>
                </a:solidFill>
                <a:cs typeface="Arial"/>
              </a:rPr>
              <a:t>Not having enough spare laptops during an incident.</a:t>
            </a:r>
          </a:p>
          <a:p>
            <a:pPr marL="228600" indent="-228600">
              <a:lnSpc>
                <a:spcPct val="90000"/>
              </a:lnSpc>
              <a:spcBef>
                <a:spcPts val="1000"/>
              </a:spcBef>
              <a:buFont typeface="Arial" panose="020B0604020202020204" pitchFamily="34" charset="0"/>
              <a:buChar char="•"/>
            </a:pPr>
            <a:r>
              <a:rPr lang="en-GB" sz="1400" dirty="0">
                <a:solidFill>
                  <a:schemeClr val="tx2"/>
                </a:solidFill>
                <a:cs typeface="Arial"/>
              </a:rPr>
              <a:t>Threat to safety from other countries.</a:t>
            </a:r>
          </a:p>
          <a:p>
            <a:pPr marL="228600" indent="-228600">
              <a:lnSpc>
                <a:spcPct val="90000"/>
              </a:lnSpc>
              <a:spcBef>
                <a:spcPts val="1000"/>
              </a:spcBef>
              <a:buFont typeface="Arial" panose="020B0604020202020204" pitchFamily="34" charset="0"/>
              <a:buChar char="•"/>
            </a:pPr>
            <a:r>
              <a:rPr lang="en-GB" sz="1400" dirty="0">
                <a:solidFill>
                  <a:schemeClr val="tx2"/>
                </a:solidFill>
                <a:cs typeface="Arial"/>
              </a:rPr>
              <a:t>Service risks are managed by each times own risk registers or escalation paths.</a:t>
            </a:r>
          </a:p>
          <a:p>
            <a:endParaRPr lang="en-GB" noProof="0" dirty="0"/>
          </a:p>
        </p:txBody>
      </p:sp>
    </p:spTree>
    <p:extLst>
      <p:ext uri="{BB962C8B-B14F-4D97-AF65-F5344CB8AC3E}">
        <p14:creationId xmlns:p14="http://schemas.microsoft.com/office/powerpoint/2010/main" val="3740837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25DFA-DEF6-6B47-B7DF-0D3BA09C2536}"/>
              </a:ext>
            </a:extLst>
          </p:cNvPr>
          <p:cNvSpPr>
            <a:spLocks noGrp="1"/>
          </p:cNvSpPr>
          <p:nvPr>
            <p:ph type="title"/>
          </p:nvPr>
        </p:nvSpPr>
        <p:spPr>
          <a:prstGeom prst="rect">
            <a:avLst/>
          </a:prstGeom>
        </p:spPr>
        <p:txBody>
          <a:bodyPr/>
          <a:lstStyle/>
          <a:p>
            <a:r>
              <a:rPr lang="en-GB" sz="2800" noProof="0" dirty="0"/>
              <a:t>Documentation</a:t>
            </a:r>
          </a:p>
        </p:txBody>
      </p:sp>
      <p:sp>
        <p:nvSpPr>
          <p:cNvPr id="3" name="Content Placeholder 4">
            <a:extLst>
              <a:ext uri="{FF2B5EF4-FFF2-40B4-BE49-F238E27FC236}">
                <a16:creationId xmlns:a16="http://schemas.microsoft.com/office/drawing/2014/main" id="{78742DA5-B5E8-CC30-A0D6-E90ED8568E5B}"/>
              </a:ext>
            </a:extLst>
          </p:cNvPr>
          <p:cNvSpPr txBox="1">
            <a:spLocks/>
          </p:cNvSpPr>
          <p:nvPr/>
        </p:nvSpPr>
        <p:spPr>
          <a:xfrm>
            <a:off x="358814" y="5874566"/>
            <a:ext cx="11225334" cy="1436645"/>
          </a:xfrm>
          <a:prstGeom prst="rect">
            <a:avLst/>
          </a:prstGeom>
        </p:spPr>
        <p:txBody>
          <a:bodyPr anchor="b">
            <a:noAutofit/>
          </a:bodyPr>
          <a:lstStyle>
            <a:lvl1pPr marL="0" indent="0" algn="l" rtl="0" eaLnBrk="1" fontAlgn="base" hangingPunct="1">
              <a:lnSpc>
                <a:spcPct val="90000"/>
              </a:lnSpc>
              <a:spcBef>
                <a:spcPts val="1000"/>
              </a:spcBef>
              <a:spcAft>
                <a:spcPct val="0"/>
              </a:spcAft>
              <a:buFont typeface="Arial" panose="020B0604020202020204" pitchFamily="34" charset="0"/>
              <a:buNone/>
              <a:defRPr sz="1800" b="1" kern="1200">
                <a:solidFill>
                  <a:schemeClr val="tx2"/>
                </a:solidFill>
                <a:latin typeface="Montserrat" pitchFamily="2" charset="77"/>
                <a:ea typeface="+mn-ea"/>
                <a:cs typeface="+mn-cs"/>
              </a:defRPr>
            </a:lvl1pPr>
            <a:lvl2pPr marL="342900" indent="0" algn="l" rtl="0" eaLnBrk="1" fontAlgn="base" hangingPunct="1">
              <a:lnSpc>
                <a:spcPct val="90000"/>
              </a:lnSpc>
              <a:spcBef>
                <a:spcPts val="500"/>
              </a:spcBef>
              <a:spcAft>
                <a:spcPct val="0"/>
              </a:spcAft>
              <a:buFont typeface="Arial" panose="020B0604020202020204" pitchFamily="34" charset="0"/>
              <a:buNone/>
              <a:defRPr sz="1500" b="1" kern="1200">
                <a:solidFill>
                  <a:schemeClr val="tx1"/>
                </a:solidFill>
                <a:latin typeface="+mn-lt"/>
                <a:ea typeface="+mn-ea"/>
                <a:cs typeface="+mn-cs"/>
              </a:defRPr>
            </a:lvl2pPr>
            <a:lvl3pPr marL="685800" indent="0" algn="l" rtl="0" eaLnBrk="1" fontAlgn="base" hangingPunct="1">
              <a:lnSpc>
                <a:spcPct val="90000"/>
              </a:lnSpc>
              <a:spcBef>
                <a:spcPts val="500"/>
              </a:spcBef>
              <a:spcAft>
                <a:spcPct val="0"/>
              </a:spcAft>
              <a:buFont typeface="Arial" panose="020B0604020202020204" pitchFamily="34" charset="0"/>
              <a:buNone/>
              <a:defRPr sz="1350" b="1" kern="1200">
                <a:solidFill>
                  <a:schemeClr val="tx1"/>
                </a:solidFill>
                <a:latin typeface="+mn-lt"/>
                <a:ea typeface="+mn-ea"/>
                <a:cs typeface="+mn-cs"/>
              </a:defRPr>
            </a:lvl3pPr>
            <a:lvl4pPr marL="1028700" indent="0" algn="l" rtl="0" eaLnBrk="1" fontAlgn="base" hangingPunct="1">
              <a:lnSpc>
                <a:spcPct val="90000"/>
              </a:lnSpc>
              <a:spcBef>
                <a:spcPts val="500"/>
              </a:spcBef>
              <a:spcAft>
                <a:spcPct val="0"/>
              </a:spcAft>
              <a:buFont typeface="Arial" panose="020B0604020202020204" pitchFamily="34" charset="0"/>
              <a:buNone/>
              <a:defRPr sz="1200" b="1" kern="1200">
                <a:solidFill>
                  <a:schemeClr val="tx1"/>
                </a:solidFill>
                <a:latin typeface="+mn-lt"/>
                <a:ea typeface="+mn-ea"/>
                <a:cs typeface="+mn-cs"/>
              </a:defRPr>
            </a:lvl4pPr>
            <a:lvl5pPr marL="1371600" indent="0" algn="l" rtl="0" eaLnBrk="1" fontAlgn="base" hangingPunct="1">
              <a:lnSpc>
                <a:spcPct val="90000"/>
              </a:lnSpc>
              <a:spcBef>
                <a:spcPts val="500"/>
              </a:spcBef>
              <a:spcAft>
                <a:spcPct val="0"/>
              </a:spcAft>
              <a:buFont typeface="Arial" panose="020B0604020202020204" pitchFamily="34" charset="0"/>
              <a:buNone/>
              <a:defRPr sz="1200" b="1" kern="1200">
                <a:solidFill>
                  <a:schemeClr val="tx1"/>
                </a:solidFill>
                <a:latin typeface="+mn-lt"/>
                <a:ea typeface="+mn-ea"/>
                <a:cs typeface="+mn-cs"/>
              </a:defRPr>
            </a:lvl5pPr>
            <a:lvl6pPr marL="17145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6pPr>
            <a:lvl7pPr marL="20574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7pPr>
            <a:lvl8pPr marL="24003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8pPr>
            <a:lvl9pPr marL="27432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9pPr>
          </a:lstStyle>
          <a:p>
            <a:pPr marL="0" lvl="1"/>
            <a:endParaRPr lang="en-GB" sz="1400" b="0" noProof="0" dirty="0">
              <a:solidFill>
                <a:schemeClr val="tx2"/>
              </a:solidFill>
              <a:latin typeface="Montserrat" pitchFamily="2" charset="77"/>
            </a:endParaRPr>
          </a:p>
          <a:p>
            <a:pPr marL="285750" lvl="1" indent="-285750">
              <a:buFont typeface="Arial" panose="020B0604020202020204" pitchFamily="34" charset="0"/>
              <a:buChar char="•"/>
            </a:pPr>
            <a:endParaRPr lang="en-GB" sz="1400" b="0" noProof="0" dirty="0">
              <a:solidFill>
                <a:schemeClr val="tx2"/>
              </a:solidFill>
              <a:highlight>
                <a:srgbClr val="FFFF00"/>
              </a:highlight>
              <a:latin typeface="Montserrat" pitchFamily="2" charset="77"/>
            </a:endParaRPr>
          </a:p>
          <a:p>
            <a:pPr marL="0" lvl="1"/>
            <a:r>
              <a:rPr lang="en-GB" sz="1400" b="0" noProof="0" dirty="0">
                <a:solidFill>
                  <a:schemeClr val="tx2"/>
                </a:solidFill>
                <a:latin typeface="Montserrat" pitchFamily="2" charset="77"/>
              </a:rPr>
              <a:t>Reminder all ISO documents located in – Interfacing-EPC.</a:t>
            </a:r>
          </a:p>
          <a:p>
            <a:pPr marL="0" lvl="1"/>
            <a:r>
              <a:rPr lang="en-GB" sz="1400" b="0" noProof="0" dirty="0">
                <a:solidFill>
                  <a:schemeClr val="tx2"/>
                </a:solidFill>
                <a:latin typeface="Montserrat" pitchFamily="2" charset="77"/>
              </a:rPr>
              <a:t>Training and information on Interfacing can be found </a:t>
            </a:r>
            <a:r>
              <a:rPr lang="en-GB" sz="1400" noProof="0" dirty="0">
                <a:solidFill>
                  <a:schemeClr val="tx2"/>
                </a:solidFill>
                <a:latin typeface="Montserrat" pitchFamily="2" charset="77"/>
                <a:hlinkClick r:id="rId3">
                  <a:extLst>
                    <a:ext uri="{A12FA001-AC4F-418D-AE19-62706E023703}">
                      <ahyp:hlinkClr xmlns:ahyp="http://schemas.microsoft.com/office/drawing/2018/hyperlinkcolor" val="tx"/>
                    </a:ext>
                  </a:extLst>
                </a:hlinkClick>
              </a:rPr>
              <a:t>IMS and Interfacing</a:t>
            </a:r>
            <a:r>
              <a:rPr lang="en-GB" sz="1400" noProof="0" dirty="0">
                <a:solidFill>
                  <a:schemeClr val="tx2"/>
                </a:solidFill>
                <a:latin typeface="Montserrat" pitchFamily="2" charset="77"/>
              </a:rPr>
              <a:t> </a:t>
            </a:r>
            <a:r>
              <a:rPr lang="en-GB" sz="1400" b="0" noProof="0" dirty="0">
                <a:solidFill>
                  <a:schemeClr val="tx2"/>
                </a:solidFill>
                <a:latin typeface="Montserrat" pitchFamily="2" charset="77"/>
              </a:rPr>
              <a:t>(end user training) but if you would like further </a:t>
            </a:r>
          </a:p>
          <a:p>
            <a:pPr marL="0" lvl="1"/>
            <a:r>
              <a:rPr lang="en-GB" sz="1400" b="0" noProof="0" dirty="0">
                <a:solidFill>
                  <a:schemeClr val="tx2"/>
                </a:solidFill>
                <a:latin typeface="Montserrat" pitchFamily="2" charset="77"/>
              </a:rPr>
              <a:t>overview and training reach out to Caroline Haslam and happy to guide you through interfacing.</a:t>
            </a:r>
          </a:p>
          <a:p>
            <a:pPr marL="0" lvl="1"/>
            <a:endParaRPr lang="en-GB" sz="1400" noProof="0" dirty="0">
              <a:solidFill>
                <a:schemeClr val="tx2"/>
              </a:solidFill>
              <a:latin typeface="Montserrat" pitchFamily="2" charset="77"/>
            </a:endParaRPr>
          </a:p>
          <a:p>
            <a:pPr marL="0" lvl="1"/>
            <a:r>
              <a:rPr lang="en-GB" sz="1400" b="0" noProof="0" dirty="0">
                <a:solidFill>
                  <a:schemeClr val="tx2"/>
                </a:solidFill>
                <a:latin typeface="Montserrat" pitchFamily="2" charset="77"/>
              </a:rPr>
              <a:t>Documentation for the India Business Continuity Management System, can be found </a:t>
            </a:r>
            <a:r>
              <a:rPr lang="en-GB" sz="1400" noProof="0" dirty="0">
                <a:solidFill>
                  <a:schemeClr val="tx2"/>
                </a:solidFill>
                <a:latin typeface="Montserrat" pitchFamily="2" charset="77"/>
                <a:hlinkClick r:id="rId4">
                  <a:extLst>
                    <a:ext uri="{A12FA001-AC4F-418D-AE19-62706E023703}">
                      <ahyp:hlinkClr xmlns:ahyp="http://schemas.microsoft.com/office/drawing/2018/hyperlinkcolor" val="tx"/>
                    </a:ext>
                  </a:extLst>
                </a:hlinkClick>
              </a:rPr>
              <a:t>02 – Procedure</a:t>
            </a:r>
            <a:r>
              <a:rPr lang="en-GB" sz="1400" noProof="0" dirty="0">
                <a:solidFill>
                  <a:schemeClr val="tx2"/>
                </a:solidFill>
                <a:latin typeface="Montserrat" pitchFamily="2" charset="77"/>
              </a:rPr>
              <a:t> </a:t>
            </a:r>
            <a:r>
              <a:rPr lang="en-GB" sz="1400" b="0" noProof="0" dirty="0">
                <a:solidFill>
                  <a:schemeClr val="tx2"/>
                </a:solidFill>
                <a:latin typeface="Montserrat" pitchFamily="2" charset="77"/>
              </a:rPr>
              <a:t>this includes key</a:t>
            </a:r>
          </a:p>
          <a:p>
            <a:pPr marL="0" lvl="1"/>
            <a:r>
              <a:rPr lang="en-GB" sz="1400" b="0" noProof="0" dirty="0">
                <a:solidFill>
                  <a:schemeClr val="tx2"/>
                </a:solidFill>
                <a:latin typeface="Montserrat" pitchFamily="2" charset="77"/>
              </a:rPr>
              <a:t>documents:</a:t>
            </a:r>
          </a:p>
          <a:p>
            <a:pPr marL="0" lvl="1"/>
            <a:endParaRPr lang="en-GB" sz="1400" b="0" noProof="0" dirty="0">
              <a:solidFill>
                <a:schemeClr val="tx2"/>
              </a:solidFill>
              <a:latin typeface="Montserrat" pitchFamily="2" charset="77"/>
            </a:endParaRPr>
          </a:p>
          <a:p>
            <a:pPr marL="0" lvl="1"/>
            <a:r>
              <a:rPr lang="en-GB" sz="1400" noProof="0" dirty="0">
                <a:solidFill>
                  <a:schemeClr val="tx2"/>
                </a:solidFill>
                <a:latin typeface="Montserrat" pitchFamily="2" charset="77"/>
              </a:rPr>
              <a:t>Crisis Response Roster (CRT) </a:t>
            </a:r>
            <a:r>
              <a:rPr lang="en-GB" sz="1400" b="0" i="1" noProof="0" dirty="0">
                <a:solidFill>
                  <a:schemeClr val="tx2"/>
                </a:solidFill>
                <a:latin typeface="Montserrat" pitchFamily="2" charset="77"/>
                <a:sym typeface="Arial"/>
              </a:rPr>
              <a:t>BC-LIN-WI-001 CRT Roster India.xls</a:t>
            </a:r>
          </a:p>
          <a:p>
            <a:pPr marL="0" lvl="1"/>
            <a:r>
              <a:rPr lang="en-GB" sz="1400" noProof="0" dirty="0">
                <a:solidFill>
                  <a:schemeClr val="tx2"/>
                </a:solidFill>
                <a:latin typeface="Montserrat" pitchFamily="2" charset="77"/>
                <a:sym typeface="Arial"/>
              </a:rPr>
              <a:t>Crisis Management Plan (CMP) </a:t>
            </a:r>
            <a:r>
              <a:rPr lang="en-GB" sz="1400" b="0" i="1" noProof="0" dirty="0">
                <a:solidFill>
                  <a:schemeClr val="tx2"/>
                </a:solidFill>
                <a:ea typeface="Arial"/>
                <a:cs typeface="Arial"/>
                <a:sym typeface="Arial"/>
              </a:rPr>
              <a:t>BC-LIN-WD-001 Crisis Management Plan India Region.doc</a:t>
            </a:r>
          </a:p>
          <a:p>
            <a:pPr marL="0" lvl="1"/>
            <a:r>
              <a:rPr lang="en-GB" sz="1400" noProof="0" dirty="0">
                <a:solidFill>
                  <a:schemeClr val="tx2"/>
                </a:solidFill>
                <a:latin typeface="Montserrat" pitchFamily="2" charset="77"/>
                <a:sym typeface="Arial"/>
              </a:rPr>
              <a:t>Business Continuity Plan (BCP) </a:t>
            </a:r>
            <a:r>
              <a:rPr lang="en-GB" sz="1400" b="0" i="1" noProof="0" dirty="0">
                <a:solidFill>
                  <a:schemeClr val="tx2"/>
                </a:solidFill>
                <a:ea typeface="Arial"/>
                <a:cs typeface="Arial"/>
                <a:sym typeface="Arial"/>
              </a:rPr>
              <a:t>BC-LIN-PR-001 BCP India.doc</a:t>
            </a:r>
          </a:p>
          <a:p>
            <a:pPr marL="0" lvl="1"/>
            <a:r>
              <a:rPr lang="en-GB" sz="1400" noProof="0" dirty="0">
                <a:solidFill>
                  <a:schemeClr val="tx2"/>
                </a:solidFill>
                <a:latin typeface="Montserrat" pitchFamily="2" charset="77"/>
                <a:sym typeface="Arial"/>
              </a:rPr>
              <a:t>Business Impact Analysis (BIA) </a:t>
            </a:r>
            <a:r>
              <a:rPr lang="en-GB" sz="1400" b="0" i="1" noProof="0" dirty="0">
                <a:solidFill>
                  <a:schemeClr val="tx2"/>
                </a:solidFill>
                <a:ea typeface="Arial"/>
                <a:cs typeface="Arial"/>
                <a:sym typeface="Arial"/>
              </a:rPr>
              <a:t>BC-LIN-WI-011 BIA India Region.xls</a:t>
            </a:r>
          </a:p>
          <a:p>
            <a:pPr marL="0" lvl="1"/>
            <a:endParaRPr lang="en-GB" sz="1400" b="0" i="1" noProof="0" dirty="0">
              <a:solidFill>
                <a:schemeClr val="tx2"/>
              </a:solidFill>
              <a:latin typeface="Montserrat" pitchFamily="2" charset="77"/>
              <a:cs typeface="Arial"/>
              <a:sym typeface="Arial"/>
            </a:endParaRPr>
          </a:p>
          <a:p>
            <a:pPr marL="0" lvl="1"/>
            <a:r>
              <a:rPr lang="en-GB" sz="1400" b="0" noProof="0" dirty="0">
                <a:solidFill>
                  <a:schemeClr val="tx2"/>
                </a:solidFill>
                <a:latin typeface="Montserrat" pitchFamily="2" charset="77"/>
                <a:sym typeface="Arial"/>
              </a:rPr>
              <a:t>Next to each document is 2 icons one for downloading a document or quick view.</a:t>
            </a:r>
          </a:p>
          <a:p>
            <a:pPr marL="0" lvl="1"/>
            <a:endParaRPr lang="en-GB" sz="1400" b="0" noProof="0" dirty="0">
              <a:solidFill>
                <a:schemeClr val="tx2"/>
              </a:solidFill>
              <a:latin typeface="Montserrat" pitchFamily="2" charset="77"/>
              <a:sym typeface="Arial"/>
            </a:endParaRPr>
          </a:p>
          <a:p>
            <a:pPr marL="0" lvl="1"/>
            <a:r>
              <a:rPr lang="en-GB" sz="1400" b="0" noProof="0" dirty="0">
                <a:solidFill>
                  <a:schemeClr val="tx2"/>
                </a:solidFill>
                <a:latin typeface="Montserrat" pitchFamily="2" charset="77"/>
                <a:sym typeface="Arial"/>
              </a:rPr>
              <a:t>Everyone has read access on published documents.</a:t>
            </a:r>
          </a:p>
          <a:p>
            <a:pPr marL="0" lvl="1"/>
            <a:endParaRPr lang="en-GB" sz="1400" b="0" noProof="0" dirty="0">
              <a:solidFill>
                <a:schemeClr val="tx2"/>
              </a:solidFill>
              <a:latin typeface="Montserrat" pitchFamily="2" charset="77"/>
              <a:sym typeface="Arial"/>
            </a:endParaRPr>
          </a:p>
          <a:p>
            <a:pPr marL="0" lvl="1"/>
            <a:r>
              <a:rPr lang="en-GB" sz="1400" b="0" noProof="0" dirty="0">
                <a:solidFill>
                  <a:schemeClr val="tx2"/>
                </a:solidFill>
                <a:latin typeface="Montserrat" pitchFamily="2" charset="77"/>
                <a:sym typeface="Arial"/>
              </a:rPr>
              <a:t>Business Continuity Policy </a:t>
            </a:r>
            <a:r>
              <a:rPr lang="en-GB" sz="1400" noProof="0" dirty="0">
                <a:solidFill>
                  <a:schemeClr val="tx2"/>
                </a:solidFill>
                <a:latin typeface="Montserrat" pitchFamily="2" charset="77"/>
                <a:hlinkClick r:id="rId5">
                  <a:extLst>
                    <a:ext uri="{A12FA001-AC4F-418D-AE19-62706E023703}">
                      <ahyp:hlinkClr xmlns:ahyp="http://schemas.microsoft.com/office/drawing/2018/hyperlinkcolor" val="tx"/>
                    </a:ext>
                  </a:extLst>
                </a:hlinkClick>
              </a:rPr>
              <a:t>BC-G-PO-001 Business Continuity Policy.docx</a:t>
            </a:r>
            <a:r>
              <a:rPr lang="en-GB" sz="1400" noProof="0" dirty="0">
                <a:solidFill>
                  <a:schemeClr val="tx2"/>
                </a:solidFill>
                <a:latin typeface="Montserrat" pitchFamily="2" charset="77"/>
              </a:rPr>
              <a:t> </a:t>
            </a:r>
            <a:r>
              <a:rPr lang="en-GB" sz="1400" b="0" dirty="0">
                <a:solidFill>
                  <a:schemeClr val="tx2"/>
                </a:solidFill>
                <a:latin typeface="Montserrat" pitchFamily="2" charset="77"/>
              </a:rPr>
              <a:t>in 2025 non-compliance examples added to the policy, also includes implications of nonconforming to the BCMS requirements.</a:t>
            </a:r>
            <a:endParaRPr lang="en-GB" sz="1400" b="0" dirty="0">
              <a:solidFill>
                <a:schemeClr val="tx2"/>
              </a:solidFill>
              <a:latin typeface="Montserrat" pitchFamily="2" charset="77"/>
              <a:sym typeface="Arial"/>
            </a:endParaRPr>
          </a:p>
          <a:p>
            <a:pPr marL="0" lvl="1"/>
            <a:endParaRPr lang="en-GB" sz="1400" b="0" noProof="0" dirty="0">
              <a:solidFill>
                <a:schemeClr val="tx2"/>
              </a:solidFill>
              <a:latin typeface="Montserrat" pitchFamily="2" charset="77"/>
            </a:endParaRPr>
          </a:p>
          <a:p>
            <a:pPr marL="0" lvl="1"/>
            <a:endParaRPr lang="en-GB" sz="1400" b="0" noProof="0" dirty="0">
              <a:solidFill>
                <a:schemeClr val="tx2"/>
              </a:solidFill>
              <a:latin typeface="Montserrat" pitchFamily="2" charset="77"/>
            </a:endParaRPr>
          </a:p>
          <a:p>
            <a:pPr marL="0" lvl="1"/>
            <a:endParaRPr lang="en-GB" sz="1400" b="0" noProof="0" dirty="0">
              <a:solidFill>
                <a:schemeClr val="tx2"/>
              </a:solidFill>
              <a:latin typeface="Montserrat" pitchFamily="2" charset="77"/>
            </a:endParaRPr>
          </a:p>
          <a:p>
            <a:pPr marL="0" lvl="1"/>
            <a:endParaRPr lang="en-GB" sz="1400" b="0" noProof="0" dirty="0">
              <a:solidFill>
                <a:schemeClr val="tx2"/>
              </a:solidFill>
              <a:latin typeface="Montserrat" pitchFamily="2" charset="77"/>
            </a:endParaRPr>
          </a:p>
          <a:p>
            <a:pPr marL="0" lvl="1"/>
            <a:endParaRPr lang="en-GB" sz="1400" b="0" noProof="0" dirty="0">
              <a:solidFill>
                <a:schemeClr val="tx2"/>
              </a:solidFill>
              <a:latin typeface="Montserrat" pitchFamily="2" charset="77"/>
            </a:endParaRPr>
          </a:p>
        </p:txBody>
      </p:sp>
    </p:spTree>
    <p:extLst>
      <p:ext uri="{BB962C8B-B14F-4D97-AF65-F5344CB8AC3E}">
        <p14:creationId xmlns:p14="http://schemas.microsoft.com/office/powerpoint/2010/main" val="872257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25DFA-DEF6-6B47-B7DF-0D3BA09C2536}"/>
              </a:ext>
            </a:extLst>
          </p:cNvPr>
          <p:cNvSpPr>
            <a:spLocks noGrp="1"/>
          </p:cNvSpPr>
          <p:nvPr>
            <p:ph type="title"/>
          </p:nvPr>
        </p:nvSpPr>
        <p:spPr>
          <a:prstGeom prst="rect">
            <a:avLst/>
          </a:prstGeom>
        </p:spPr>
        <p:txBody>
          <a:bodyPr/>
          <a:lstStyle/>
          <a:p>
            <a:r>
              <a:rPr lang="en-GB" sz="2800" noProof="0" dirty="0"/>
              <a:t>Continual Improvement</a:t>
            </a:r>
          </a:p>
        </p:txBody>
      </p:sp>
      <p:sp>
        <p:nvSpPr>
          <p:cNvPr id="3" name="Content Placeholder 4">
            <a:extLst>
              <a:ext uri="{FF2B5EF4-FFF2-40B4-BE49-F238E27FC236}">
                <a16:creationId xmlns:a16="http://schemas.microsoft.com/office/drawing/2014/main" id="{78742DA5-B5E8-CC30-A0D6-E90ED8568E5B}"/>
              </a:ext>
            </a:extLst>
          </p:cNvPr>
          <p:cNvSpPr txBox="1">
            <a:spLocks/>
          </p:cNvSpPr>
          <p:nvPr/>
        </p:nvSpPr>
        <p:spPr>
          <a:xfrm>
            <a:off x="283680" y="6472992"/>
            <a:ext cx="11624639" cy="1522274"/>
          </a:xfrm>
          <a:prstGeom prst="rect">
            <a:avLst/>
          </a:prstGeom>
        </p:spPr>
        <p:txBody>
          <a:bodyPr anchor="b">
            <a:noAutofit/>
          </a:bodyPr>
          <a:lstStyle>
            <a:lvl1pPr marL="0" indent="0" algn="l" rtl="0" eaLnBrk="1" fontAlgn="base" hangingPunct="1">
              <a:lnSpc>
                <a:spcPct val="90000"/>
              </a:lnSpc>
              <a:spcBef>
                <a:spcPts val="1000"/>
              </a:spcBef>
              <a:spcAft>
                <a:spcPct val="0"/>
              </a:spcAft>
              <a:buFont typeface="Arial" panose="020B0604020202020204" pitchFamily="34" charset="0"/>
              <a:buNone/>
              <a:defRPr sz="1800" b="1" kern="1200">
                <a:solidFill>
                  <a:schemeClr val="tx2"/>
                </a:solidFill>
                <a:latin typeface="Montserrat" pitchFamily="2" charset="77"/>
                <a:ea typeface="+mn-ea"/>
                <a:cs typeface="+mn-cs"/>
              </a:defRPr>
            </a:lvl1pPr>
            <a:lvl2pPr marL="342900" indent="0" algn="l" rtl="0" eaLnBrk="1" fontAlgn="base" hangingPunct="1">
              <a:lnSpc>
                <a:spcPct val="90000"/>
              </a:lnSpc>
              <a:spcBef>
                <a:spcPts val="500"/>
              </a:spcBef>
              <a:spcAft>
                <a:spcPct val="0"/>
              </a:spcAft>
              <a:buFont typeface="Arial" panose="020B0604020202020204" pitchFamily="34" charset="0"/>
              <a:buNone/>
              <a:defRPr sz="1500" b="1" kern="1200">
                <a:solidFill>
                  <a:schemeClr val="tx1"/>
                </a:solidFill>
                <a:latin typeface="+mn-lt"/>
                <a:ea typeface="+mn-ea"/>
                <a:cs typeface="+mn-cs"/>
              </a:defRPr>
            </a:lvl2pPr>
            <a:lvl3pPr marL="685800" indent="0" algn="l" rtl="0" eaLnBrk="1" fontAlgn="base" hangingPunct="1">
              <a:lnSpc>
                <a:spcPct val="90000"/>
              </a:lnSpc>
              <a:spcBef>
                <a:spcPts val="500"/>
              </a:spcBef>
              <a:spcAft>
                <a:spcPct val="0"/>
              </a:spcAft>
              <a:buFont typeface="Arial" panose="020B0604020202020204" pitchFamily="34" charset="0"/>
              <a:buNone/>
              <a:defRPr sz="1350" b="1" kern="1200">
                <a:solidFill>
                  <a:schemeClr val="tx1"/>
                </a:solidFill>
                <a:latin typeface="+mn-lt"/>
                <a:ea typeface="+mn-ea"/>
                <a:cs typeface="+mn-cs"/>
              </a:defRPr>
            </a:lvl3pPr>
            <a:lvl4pPr marL="1028700" indent="0" algn="l" rtl="0" eaLnBrk="1" fontAlgn="base" hangingPunct="1">
              <a:lnSpc>
                <a:spcPct val="90000"/>
              </a:lnSpc>
              <a:spcBef>
                <a:spcPts val="500"/>
              </a:spcBef>
              <a:spcAft>
                <a:spcPct val="0"/>
              </a:spcAft>
              <a:buFont typeface="Arial" panose="020B0604020202020204" pitchFamily="34" charset="0"/>
              <a:buNone/>
              <a:defRPr sz="1200" b="1" kern="1200">
                <a:solidFill>
                  <a:schemeClr val="tx1"/>
                </a:solidFill>
                <a:latin typeface="+mn-lt"/>
                <a:ea typeface="+mn-ea"/>
                <a:cs typeface="+mn-cs"/>
              </a:defRPr>
            </a:lvl4pPr>
            <a:lvl5pPr marL="1371600" indent="0" algn="l" rtl="0" eaLnBrk="1" fontAlgn="base" hangingPunct="1">
              <a:lnSpc>
                <a:spcPct val="90000"/>
              </a:lnSpc>
              <a:spcBef>
                <a:spcPts val="500"/>
              </a:spcBef>
              <a:spcAft>
                <a:spcPct val="0"/>
              </a:spcAft>
              <a:buFont typeface="Arial" panose="020B0604020202020204" pitchFamily="34" charset="0"/>
              <a:buNone/>
              <a:defRPr sz="1200" b="1" kern="1200">
                <a:solidFill>
                  <a:schemeClr val="tx1"/>
                </a:solidFill>
                <a:latin typeface="+mn-lt"/>
                <a:ea typeface="+mn-ea"/>
                <a:cs typeface="+mn-cs"/>
              </a:defRPr>
            </a:lvl5pPr>
            <a:lvl6pPr marL="17145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6pPr>
            <a:lvl7pPr marL="20574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7pPr>
            <a:lvl8pPr marL="24003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8pPr>
            <a:lvl9pPr marL="27432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9pPr>
          </a:lstStyle>
          <a:p>
            <a:pPr marL="0" lvl="1"/>
            <a:endParaRPr lang="en-GB" sz="1400" b="0" noProof="0" dirty="0">
              <a:solidFill>
                <a:schemeClr val="tx2"/>
              </a:solidFill>
              <a:latin typeface="Montserrat" pitchFamily="2" charset="77"/>
            </a:endParaRPr>
          </a:p>
          <a:p>
            <a:pPr marL="285750" lvl="1" indent="-285750">
              <a:buFont typeface="Arial" panose="020B0604020202020204" pitchFamily="34" charset="0"/>
              <a:buChar char="•"/>
            </a:pPr>
            <a:endParaRPr lang="en-GB" sz="1400" b="0" noProof="0" dirty="0">
              <a:solidFill>
                <a:schemeClr val="tx2"/>
              </a:solidFill>
              <a:highlight>
                <a:srgbClr val="FFFF00"/>
              </a:highlight>
              <a:latin typeface="Montserrat" pitchFamily="2" charset="77"/>
            </a:endParaRPr>
          </a:p>
          <a:p>
            <a:pPr marL="0" lvl="1"/>
            <a:r>
              <a:rPr lang="en-GB" sz="1400" b="0" noProof="0" dirty="0">
                <a:solidFill>
                  <a:schemeClr val="tx2"/>
                </a:solidFill>
                <a:latin typeface="Montserrat" pitchFamily="2" charset="77"/>
              </a:rPr>
              <a:t>Continual improvement within the BCMS is one area we are always working on, and this ensures the BCMS stays</a:t>
            </a:r>
          </a:p>
          <a:p>
            <a:pPr marL="0" lvl="1"/>
            <a:r>
              <a:rPr lang="en-GB" sz="1400" b="0" dirty="0">
                <a:solidFill>
                  <a:schemeClr val="tx2"/>
                </a:solidFill>
                <a:latin typeface="Montserrat" pitchFamily="2" charset="77"/>
              </a:rPr>
              <a:t>effective and improved performance.  </a:t>
            </a:r>
            <a:r>
              <a:rPr lang="en-GB" sz="1400" b="0" noProof="0" dirty="0">
                <a:solidFill>
                  <a:schemeClr val="tx2"/>
                </a:solidFill>
                <a:latin typeface="Montserrat" pitchFamily="2" charset="77"/>
              </a:rPr>
              <a:t>In 2025 BCMS a new Improvement Log was developed; this tracks continual improvement from:</a:t>
            </a:r>
          </a:p>
          <a:p>
            <a:pPr marL="0" lvl="1"/>
            <a:endParaRPr lang="en-GB" sz="1400" b="0" noProof="0" dirty="0">
              <a:solidFill>
                <a:schemeClr val="tx2"/>
              </a:solidFill>
              <a:latin typeface="Montserrat" pitchFamily="2" charset="77"/>
              <a:sym typeface="Arial"/>
            </a:endParaRPr>
          </a:p>
          <a:p>
            <a:pPr marL="285750" lvl="1" indent="-285750">
              <a:buFont typeface="Arial" panose="020B0604020202020204" pitchFamily="34" charset="0"/>
              <a:buChar char="•"/>
            </a:pPr>
            <a:r>
              <a:rPr lang="en-GB" sz="1400" b="0" noProof="0" dirty="0">
                <a:solidFill>
                  <a:schemeClr val="tx2"/>
                </a:solidFill>
                <a:latin typeface="Montserrat" pitchFamily="2" charset="77"/>
                <a:sym typeface="Arial"/>
              </a:rPr>
              <a:t>BCP tabletop exercises</a:t>
            </a:r>
          </a:p>
          <a:p>
            <a:pPr marL="285750" lvl="1" indent="-285750">
              <a:buFont typeface="Arial" panose="020B0604020202020204" pitchFamily="34" charset="0"/>
              <a:buChar char="•"/>
            </a:pPr>
            <a:r>
              <a:rPr lang="en-GB" sz="1400" b="0" noProof="0" dirty="0">
                <a:solidFill>
                  <a:schemeClr val="tx2"/>
                </a:solidFill>
                <a:latin typeface="Montserrat" pitchFamily="2" charset="77"/>
                <a:sym typeface="Arial"/>
              </a:rPr>
              <a:t>Internal and external audits</a:t>
            </a:r>
          </a:p>
          <a:p>
            <a:pPr marL="285750" lvl="1" indent="-285750">
              <a:buFont typeface="Arial" panose="020B0604020202020204" pitchFamily="34" charset="0"/>
              <a:buChar char="•"/>
            </a:pPr>
            <a:r>
              <a:rPr lang="en-GB" sz="1400" b="0" noProof="0" dirty="0">
                <a:solidFill>
                  <a:schemeClr val="tx2"/>
                </a:solidFill>
                <a:latin typeface="Montserrat" pitchFamily="2" charset="77"/>
                <a:sym typeface="Arial"/>
              </a:rPr>
              <a:t>Management reviews</a:t>
            </a:r>
          </a:p>
          <a:p>
            <a:pPr marL="285750" lvl="1" indent="-285750">
              <a:buFont typeface="Arial" panose="020B0604020202020204" pitchFamily="34" charset="0"/>
              <a:buChar char="•"/>
            </a:pPr>
            <a:r>
              <a:rPr lang="en-GB" sz="1400" b="0" noProof="0" dirty="0">
                <a:solidFill>
                  <a:schemeClr val="tx2"/>
                </a:solidFill>
                <a:latin typeface="Montserrat" pitchFamily="2" charset="77"/>
                <a:sym typeface="Arial"/>
              </a:rPr>
              <a:t>Employee recommendations and other interested parties</a:t>
            </a:r>
          </a:p>
          <a:p>
            <a:pPr marL="285750" lvl="1" indent="-285750">
              <a:buFont typeface="Arial" panose="020B0604020202020204" pitchFamily="34" charset="0"/>
              <a:buChar char="•"/>
            </a:pPr>
            <a:r>
              <a:rPr lang="en-GB" sz="1400" b="0" noProof="0" dirty="0">
                <a:solidFill>
                  <a:schemeClr val="tx2"/>
                </a:solidFill>
                <a:latin typeface="Montserrat" pitchFamily="2" charset="77"/>
                <a:sym typeface="Arial"/>
              </a:rPr>
              <a:t>Updates in the standard</a:t>
            </a:r>
          </a:p>
          <a:p>
            <a:pPr marL="285750" lvl="1" indent="-285750">
              <a:buFont typeface="Arial" panose="020B0604020202020204" pitchFamily="34" charset="0"/>
              <a:buChar char="•"/>
            </a:pPr>
            <a:r>
              <a:rPr lang="en-GB" sz="1400" b="0" noProof="0" dirty="0">
                <a:solidFill>
                  <a:schemeClr val="tx2"/>
                </a:solidFill>
                <a:latin typeface="Montserrat" pitchFamily="2" charset="77"/>
                <a:sym typeface="Arial"/>
              </a:rPr>
              <a:t>Incidents and return to normal activities</a:t>
            </a:r>
          </a:p>
          <a:p>
            <a:pPr marL="285750" lvl="1" indent="-285750">
              <a:buFont typeface="Arial" panose="020B0604020202020204" pitchFamily="34" charset="0"/>
              <a:buChar char="•"/>
            </a:pPr>
            <a:endParaRPr lang="en-GB" sz="1400" b="0" noProof="0" dirty="0">
              <a:solidFill>
                <a:schemeClr val="tx2"/>
              </a:solidFill>
              <a:latin typeface="Montserrat" pitchFamily="2" charset="77"/>
              <a:sym typeface="Arial"/>
            </a:endParaRPr>
          </a:p>
          <a:p>
            <a:pPr marL="0" lvl="1"/>
            <a:r>
              <a:rPr lang="en-GB" sz="1400" b="0" noProof="0" dirty="0">
                <a:solidFill>
                  <a:schemeClr val="tx2"/>
                </a:solidFill>
                <a:latin typeface="Montserrat" pitchFamily="2" charset="77"/>
                <a:sym typeface="Arial"/>
              </a:rPr>
              <a:t>The improvement log tracks improvements noted for the region and if they can benefit other regions BCMS. Some improvements in the last year for India region BCMS:</a:t>
            </a:r>
          </a:p>
          <a:p>
            <a:pPr marL="0" lvl="1"/>
            <a:endParaRPr lang="en-GB" sz="1400" b="0" noProof="0" dirty="0">
              <a:solidFill>
                <a:schemeClr val="tx2"/>
              </a:solidFill>
              <a:latin typeface="Montserrat" pitchFamily="2" charset="77"/>
              <a:sym typeface="Arial"/>
            </a:endParaRPr>
          </a:p>
          <a:p>
            <a:pPr marL="285750" lvl="1" indent="-285750">
              <a:buFont typeface="Arial" panose="020B0604020202020204" pitchFamily="34" charset="0"/>
              <a:buChar char="•"/>
            </a:pPr>
            <a:r>
              <a:rPr lang="en-GB" sz="1400" b="0" noProof="0" dirty="0">
                <a:solidFill>
                  <a:schemeClr val="tx2"/>
                </a:solidFill>
                <a:latin typeface="Montserrat" pitchFamily="2" charset="77"/>
                <a:sym typeface="Arial"/>
              </a:rPr>
              <a:t>New improvement log</a:t>
            </a:r>
          </a:p>
          <a:p>
            <a:pPr marL="285750" lvl="1" indent="-285750">
              <a:buFont typeface="Arial" panose="020B0604020202020204" pitchFamily="34" charset="0"/>
              <a:buChar char="•"/>
            </a:pPr>
            <a:r>
              <a:rPr lang="en-GB" sz="1400" b="0" noProof="0" dirty="0">
                <a:solidFill>
                  <a:schemeClr val="tx2"/>
                </a:solidFill>
                <a:latin typeface="Montserrat" pitchFamily="2" charset="77"/>
                <a:sym typeface="Arial"/>
              </a:rPr>
              <a:t>Updated BCP and BIA plans to include support teams and working locations</a:t>
            </a:r>
          </a:p>
          <a:p>
            <a:pPr marL="285750" lvl="1" indent="-285750">
              <a:buFont typeface="Arial" panose="020B0604020202020204" pitchFamily="34" charset="0"/>
              <a:buChar char="•"/>
            </a:pPr>
            <a:r>
              <a:rPr lang="en-GB" sz="1400" b="0" noProof="0" dirty="0">
                <a:solidFill>
                  <a:schemeClr val="tx2"/>
                </a:solidFill>
                <a:latin typeface="Montserrat" pitchFamily="2" charset="77"/>
                <a:sym typeface="Arial"/>
              </a:rPr>
              <a:t>Workday communications reminders</a:t>
            </a:r>
          </a:p>
          <a:p>
            <a:pPr marL="285750" lvl="1" indent="-285750">
              <a:buFont typeface="Arial" panose="020B0604020202020204" pitchFamily="34" charset="0"/>
              <a:buChar char="•"/>
            </a:pPr>
            <a:r>
              <a:rPr lang="en-GB" sz="1400" b="0" noProof="0" dirty="0">
                <a:solidFill>
                  <a:schemeClr val="tx2"/>
                </a:solidFill>
                <a:latin typeface="Montserrat" pitchFamily="2" charset="77"/>
                <a:sym typeface="Arial"/>
              </a:rPr>
              <a:t>Annual BC training to include details on after a disruption</a:t>
            </a:r>
          </a:p>
          <a:p>
            <a:pPr marL="285750" lvl="1" indent="-285750">
              <a:buFont typeface="Arial" panose="020B0604020202020204" pitchFamily="34" charset="0"/>
              <a:buChar char="•"/>
            </a:pPr>
            <a:r>
              <a:rPr lang="en-GB" sz="1400" b="0" noProof="0" dirty="0">
                <a:solidFill>
                  <a:schemeClr val="tx2"/>
                </a:solidFill>
                <a:latin typeface="Montserrat" pitchFamily="2" charset="77"/>
                <a:sym typeface="Arial"/>
              </a:rPr>
              <a:t>BCP tabletop exercise on ransomware</a:t>
            </a:r>
          </a:p>
          <a:p>
            <a:pPr marL="285750" lvl="1" indent="-285750">
              <a:buFont typeface="Arial" panose="020B0604020202020204" pitchFamily="34" charset="0"/>
              <a:buChar char="•"/>
            </a:pPr>
            <a:r>
              <a:rPr lang="en-GB" sz="1400" b="0" noProof="0" dirty="0">
                <a:solidFill>
                  <a:schemeClr val="tx2"/>
                </a:solidFill>
                <a:latin typeface="Montserrat" pitchFamily="2" charset="77"/>
                <a:sym typeface="Arial"/>
              </a:rPr>
              <a:t>CRT members training on Crisis Management Plan during BCP tabletop exercise</a:t>
            </a:r>
          </a:p>
          <a:p>
            <a:pPr marL="285750" lvl="1" indent="-285750">
              <a:buFont typeface="Arial" panose="020B0604020202020204" pitchFamily="34" charset="0"/>
              <a:buChar char="•"/>
            </a:pPr>
            <a:r>
              <a:rPr lang="en-GB" sz="1400" b="0" noProof="0" dirty="0">
                <a:solidFill>
                  <a:schemeClr val="tx2"/>
                </a:solidFill>
                <a:latin typeface="Montserrat" pitchFamily="2" charset="77"/>
                <a:sym typeface="Arial"/>
              </a:rPr>
              <a:t>Team risk registers verified</a:t>
            </a:r>
          </a:p>
          <a:p>
            <a:pPr marL="285750" lvl="1" indent="-285750">
              <a:buFont typeface="Arial" panose="020B0604020202020204" pitchFamily="34" charset="0"/>
              <a:buChar char="•"/>
            </a:pPr>
            <a:r>
              <a:rPr lang="en-GB" sz="1400" b="0" noProof="0" dirty="0">
                <a:solidFill>
                  <a:schemeClr val="tx2"/>
                </a:solidFill>
                <a:latin typeface="Montserrat" pitchFamily="2" charset="77"/>
                <a:sym typeface="Arial"/>
              </a:rPr>
              <a:t>BCP escalation path to Senior Leadership added</a:t>
            </a:r>
          </a:p>
          <a:p>
            <a:pPr marL="0" lvl="1"/>
            <a:endParaRPr lang="en-GB" sz="1400" b="0" noProof="0" dirty="0">
              <a:solidFill>
                <a:schemeClr val="tx2"/>
              </a:solidFill>
              <a:latin typeface="Montserrat" pitchFamily="2" charset="77"/>
            </a:endParaRPr>
          </a:p>
          <a:p>
            <a:pPr marL="0" lvl="1"/>
            <a:endParaRPr lang="en-GB" sz="1400" b="0" noProof="0" dirty="0">
              <a:solidFill>
                <a:schemeClr val="tx2"/>
              </a:solidFill>
              <a:latin typeface="Montserrat" pitchFamily="2" charset="77"/>
            </a:endParaRPr>
          </a:p>
          <a:p>
            <a:pPr marL="0" lvl="1"/>
            <a:endParaRPr lang="en-GB" sz="1400" b="0" noProof="0" dirty="0">
              <a:solidFill>
                <a:schemeClr val="tx2"/>
              </a:solidFill>
              <a:latin typeface="Montserrat" pitchFamily="2" charset="77"/>
            </a:endParaRPr>
          </a:p>
          <a:p>
            <a:pPr marL="0" lvl="1"/>
            <a:endParaRPr lang="en-GB" sz="1400" b="0" noProof="0" dirty="0">
              <a:solidFill>
                <a:schemeClr val="tx2"/>
              </a:solidFill>
              <a:latin typeface="Montserrat" pitchFamily="2" charset="77"/>
            </a:endParaRPr>
          </a:p>
          <a:p>
            <a:pPr marL="0" lvl="1"/>
            <a:endParaRPr lang="en-GB" sz="1400" b="0" noProof="0" dirty="0">
              <a:solidFill>
                <a:schemeClr val="tx2"/>
              </a:solidFill>
              <a:latin typeface="Montserrat" pitchFamily="2" charset="77"/>
            </a:endParaRPr>
          </a:p>
        </p:txBody>
      </p:sp>
    </p:spTree>
    <p:extLst>
      <p:ext uri="{BB962C8B-B14F-4D97-AF65-F5344CB8AC3E}">
        <p14:creationId xmlns:p14="http://schemas.microsoft.com/office/powerpoint/2010/main" val="544214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25DFA-DEF6-6B47-B7DF-0D3BA09C2536}"/>
              </a:ext>
            </a:extLst>
          </p:cNvPr>
          <p:cNvSpPr>
            <a:spLocks noGrp="1"/>
          </p:cNvSpPr>
          <p:nvPr>
            <p:ph type="title"/>
          </p:nvPr>
        </p:nvSpPr>
        <p:spPr>
          <a:prstGeom prst="rect">
            <a:avLst/>
          </a:prstGeom>
        </p:spPr>
        <p:txBody>
          <a:bodyPr/>
          <a:lstStyle/>
          <a:p>
            <a:r>
              <a:rPr lang="en-GB" sz="2800" noProof="0" dirty="0"/>
              <a:t>Audits</a:t>
            </a:r>
          </a:p>
        </p:txBody>
      </p:sp>
      <p:sp>
        <p:nvSpPr>
          <p:cNvPr id="3" name="Content Placeholder 4">
            <a:extLst>
              <a:ext uri="{FF2B5EF4-FFF2-40B4-BE49-F238E27FC236}">
                <a16:creationId xmlns:a16="http://schemas.microsoft.com/office/drawing/2014/main" id="{78742DA5-B5E8-CC30-A0D6-E90ED8568E5B}"/>
              </a:ext>
            </a:extLst>
          </p:cNvPr>
          <p:cNvSpPr txBox="1">
            <a:spLocks/>
          </p:cNvSpPr>
          <p:nvPr/>
        </p:nvSpPr>
        <p:spPr>
          <a:xfrm>
            <a:off x="246519" y="3901017"/>
            <a:ext cx="11225334" cy="1436645"/>
          </a:xfrm>
          <a:prstGeom prst="rect">
            <a:avLst/>
          </a:prstGeom>
        </p:spPr>
        <p:txBody>
          <a:bodyPr anchor="b">
            <a:noAutofit/>
          </a:bodyPr>
          <a:lstStyle>
            <a:lvl1pPr marL="0" indent="0" algn="l" rtl="0" eaLnBrk="1" fontAlgn="base" hangingPunct="1">
              <a:lnSpc>
                <a:spcPct val="90000"/>
              </a:lnSpc>
              <a:spcBef>
                <a:spcPts val="1000"/>
              </a:spcBef>
              <a:spcAft>
                <a:spcPct val="0"/>
              </a:spcAft>
              <a:buFont typeface="Arial" panose="020B0604020202020204" pitchFamily="34" charset="0"/>
              <a:buNone/>
              <a:defRPr sz="1800" b="1" kern="1200">
                <a:solidFill>
                  <a:schemeClr val="tx2"/>
                </a:solidFill>
                <a:latin typeface="Montserrat" pitchFamily="2" charset="77"/>
                <a:ea typeface="+mn-ea"/>
                <a:cs typeface="+mn-cs"/>
              </a:defRPr>
            </a:lvl1pPr>
            <a:lvl2pPr marL="342900" indent="0" algn="l" rtl="0" eaLnBrk="1" fontAlgn="base" hangingPunct="1">
              <a:lnSpc>
                <a:spcPct val="90000"/>
              </a:lnSpc>
              <a:spcBef>
                <a:spcPts val="500"/>
              </a:spcBef>
              <a:spcAft>
                <a:spcPct val="0"/>
              </a:spcAft>
              <a:buFont typeface="Arial" panose="020B0604020202020204" pitchFamily="34" charset="0"/>
              <a:buNone/>
              <a:defRPr sz="1500" b="1" kern="1200">
                <a:solidFill>
                  <a:schemeClr val="tx1"/>
                </a:solidFill>
                <a:latin typeface="+mn-lt"/>
                <a:ea typeface="+mn-ea"/>
                <a:cs typeface="+mn-cs"/>
              </a:defRPr>
            </a:lvl2pPr>
            <a:lvl3pPr marL="685800" indent="0" algn="l" rtl="0" eaLnBrk="1" fontAlgn="base" hangingPunct="1">
              <a:lnSpc>
                <a:spcPct val="90000"/>
              </a:lnSpc>
              <a:spcBef>
                <a:spcPts val="500"/>
              </a:spcBef>
              <a:spcAft>
                <a:spcPct val="0"/>
              </a:spcAft>
              <a:buFont typeface="Arial" panose="020B0604020202020204" pitchFamily="34" charset="0"/>
              <a:buNone/>
              <a:defRPr sz="1350" b="1" kern="1200">
                <a:solidFill>
                  <a:schemeClr val="tx1"/>
                </a:solidFill>
                <a:latin typeface="+mn-lt"/>
                <a:ea typeface="+mn-ea"/>
                <a:cs typeface="+mn-cs"/>
              </a:defRPr>
            </a:lvl3pPr>
            <a:lvl4pPr marL="1028700" indent="0" algn="l" rtl="0" eaLnBrk="1" fontAlgn="base" hangingPunct="1">
              <a:lnSpc>
                <a:spcPct val="90000"/>
              </a:lnSpc>
              <a:spcBef>
                <a:spcPts val="500"/>
              </a:spcBef>
              <a:spcAft>
                <a:spcPct val="0"/>
              </a:spcAft>
              <a:buFont typeface="Arial" panose="020B0604020202020204" pitchFamily="34" charset="0"/>
              <a:buNone/>
              <a:defRPr sz="1200" b="1" kern="1200">
                <a:solidFill>
                  <a:schemeClr val="tx1"/>
                </a:solidFill>
                <a:latin typeface="+mn-lt"/>
                <a:ea typeface="+mn-ea"/>
                <a:cs typeface="+mn-cs"/>
              </a:defRPr>
            </a:lvl4pPr>
            <a:lvl5pPr marL="1371600" indent="0" algn="l" rtl="0" eaLnBrk="1" fontAlgn="base" hangingPunct="1">
              <a:lnSpc>
                <a:spcPct val="90000"/>
              </a:lnSpc>
              <a:spcBef>
                <a:spcPts val="500"/>
              </a:spcBef>
              <a:spcAft>
                <a:spcPct val="0"/>
              </a:spcAft>
              <a:buFont typeface="Arial" panose="020B0604020202020204" pitchFamily="34" charset="0"/>
              <a:buNone/>
              <a:defRPr sz="1200" b="1" kern="1200">
                <a:solidFill>
                  <a:schemeClr val="tx1"/>
                </a:solidFill>
                <a:latin typeface="+mn-lt"/>
                <a:ea typeface="+mn-ea"/>
                <a:cs typeface="+mn-cs"/>
              </a:defRPr>
            </a:lvl5pPr>
            <a:lvl6pPr marL="17145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6pPr>
            <a:lvl7pPr marL="20574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7pPr>
            <a:lvl8pPr marL="24003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8pPr>
            <a:lvl9pPr marL="27432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9pPr>
          </a:lstStyle>
          <a:p>
            <a:pPr marL="0" lvl="1"/>
            <a:endParaRPr lang="en-GB" sz="1400" b="0" noProof="0" dirty="0">
              <a:solidFill>
                <a:schemeClr val="tx2"/>
              </a:solidFill>
              <a:latin typeface="Montserrat" pitchFamily="2" charset="77"/>
            </a:endParaRPr>
          </a:p>
          <a:p>
            <a:pPr marL="285750" lvl="1" indent="-285750">
              <a:buFont typeface="Arial" panose="020B0604020202020204" pitchFamily="34" charset="0"/>
              <a:buChar char="•"/>
            </a:pPr>
            <a:endParaRPr lang="en-GB" sz="1400" b="0" noProof="0" dirty="0">
              <a:solidFill>
                <a:schemeClr val="tx2"/>
              </a:solidFill>
              <a:highlight>
                <a:srgbClr val="FFFF00"/>
              </a:highlight>
              <a:latin typeface="Montserrat" pitchFamily="2" charset="77"/>
            </a:endParaRPr>
          </a:p>
          <a:p>
            <a:pPr marL="0" lvl="1"/>
            <a:r>
              <a:rPr lang="en-GB" sz="1400" b="0" noProof="0" dirty="0">
                <a:solidFill>
                  <a:schemeClr val="tx2"/>
                </a:solidFill>
                <a:latin typeface="Montserrat" pitchFamily="2" charset="77"/>
              </a:rPr>
              <a:t>To ensure we meet the requirements of the ISO22301 Standard we must go through internal and external audits, Chennai</a:t>
            </a:r>
          </a:p>
          <a:p>
            <a:pPr marL="0" lvl="1"/>
            <a:r>
              <a:rPr lang="en-GB" sz="1400" b="0" noProof="0" dirty="0">
                <a:solidFill>
                  <a:schemeClr val="tx2"/>
                </a:solidFill>
                <a:latin typeface="Montserrat" pitchFamily="2" charset="77"/>
              </a:rPr>
              <a:t>office has gone through internal audit in the last 12 months, Noida internal audit booked for July 26.  Findings included:</a:t>
            </a:r>
          </a:p>
          <a:p>
            <a:pPr marL="0" lvl="1"/>
            <a:endParaRPr lang="en-GB" sz="1400" b="0" noProof="0" dirty="0">
              <a:solidFill>
                <a:schemeClr val="tx2"/>
              </a:solidFill>
              <a:latin typeface="Montserrat" pitchFamily="2" charset="77"/>
            </a:endParaRPr>
          </a:p>
          <a:p>
            <a:pPr marL="0" lvl="1"/>
            <a:r>
              <a:rPr lang="en-GB" sz="1400" noProof="0" dirty="0">
                <a:solidFill>
                  <a:schemeClr val="tx2"/>
                </a:solidFill>
                <a:latin typeface="Montserrat" pitchFamily="2" charset="77"/>
              </a:rPr>
              <a:t>Internal Audit</a:t>
            </a:r>
          </a:p>
          <a:p>
            <a:pPr marL="0" lvl="1"/>
            <a:r>
              <a:rPr lang="en-GB" sz="1400" b="0" noProof="0" dirty="0">
                <a:solidFill>
                  <a:schemeClr val="tx2"/>
                </a:solidFill>
                <a:latin typeface="Montserrat" pitchFamily="2" charset="77"/>
              </a:rPr>
              <a:t>1 Minor NC</a:t>
            </a:r>
          </a:p>
          <a:p>
            <a:pPr marL="285750" lvl="1" indent="-285750">
              <a:buFont typeface="Arial" panose="020B0604020202020204" pitchFamily="34" charset="0"/>
              <a:buChar char="•"/>
            </a:pPr>
            <a:r>
              <a:rPr lang="en-GB" sz="1400" b="0" noProof="0" dirty="0">
                <a:solidFill>
                  <a:schemeClr val="tx2"/>
                </a:solidFill>
                <a:latin typeface="Montserrat" pitchFamily="2" charset="77"/>
              </a:rPr>
              <a:t>Annual training does not cover responsibilities after disruption</a:t>
            </a:r>
          </a:p>
          <a:p>
            <a:pPr marL="0" lvl="1"/>
            <a:r>
              <a:rPr lang="en-GB" sz="1400" b="0" noProof="0" dirty="0">
                <a:solidFill>
                  <a:schemeClr val="tx2"/>
                </a:solidFill>
                <a:latin typeface="Montserrat" pitchFamily="2" charset="77"/>
              </a:rPr>
              <a:t>4 Opportunity for Improvement:</a:t>
            </a:r>
          </a:p>
          <a:p>
            <a:pPr marL="285750" lvl="1" indent="-285750">
              <a:buFont typeface="Arial" panose="020B0604020202020204" pitchFamily="34" charset="0"/>
              <a:buChar char="•"/>
            </a:pPr>
            <a:r>
              <a:rPr lang="en-GB" sz="1400" b="0" dirty="0">
                <a:solidFill>
                  <a:schemeClr val="tx2"/>
                </a:solidFill>
                <a:latin typeface="Montserrat" pitchFamily="2" charset="77"/>
              </a:rPr>
              <a:t>Internal and external issues categories not document in BCMS Manual</a:t>
            </a:r>
          </a:p>
          <a:p>
            <a:pPr marL="285750" lvl="1" indent="-285750">
              <a:buFont typeface="Arial" panose="020B0604020202020204" pitchFamily="34" charset="0"/>
              <a:buChar char="•"/>
            </a:pPr>
            <a:r>
              <a:rPr lang="en-GB" sz="1400" b="0" noProof="0" dirty="0">
                <a:solidFill>
                  <a:schemeClr val="tx2"/>
                </a:solidFill>
                <a:latin typeface="Montserrat" pitchFamily="2" charset="77"/>
              </a:rPr>
              <a:t>NCs should be submitted and reported in Jira system</a:t>
            </a:r>
          </a:p>
          <a:p>
            <a:pPr marL="285750" lvl="1" indent="-285750">
              <a:buFont typeface="Arial" panose="020B0604020202020204" pitchFamily="34" charset="0"/>
              <a:buChar char="•"/>
            </a:pPr>
            <a:r>
              <a:rPr lang="en-GB" sz="1400" b="0" dirty="0">
                <a:solidFill>
                  <a:schemeClr val="tx2"/>
                </a:solidFill>
                <a:latin typeface="Montserrat" pitchFamily="2" charset="77"/>
              </a:rPr>
              <a:t>BCMS improvement log identifies improvement but not improvement on NCs</a:t>
            </a:r>
          </a:p>
          <a:p>
            <a:pPr marL="285750" lvl="1" indent="-285750">
              <a:buFont typeface="Arial" panose="020B0604020202020204" pitchFamily="34" charset="0"/>
              <a:buChar char="•"/>
            </a:pPr>
            <a:r>
              <a:rPr lang="en-GB" sz="1400" b="0" noProof="0" dirty="0">
                <a:solidFill>
                  <a:schemeClr val="tx2"/>
                </a:solidFill>
                <a:latin typeface="Montserrat" pitchFamily="2" charset="77"/>
              </a:rPr>
              <a:t>Spare laptops , no risk on do we have enough during adverse event</a:t>
            </a:r>
          </a:p>
          <a:p>
            <a:pPr marL="0" lvl="1"/>
            <a:endParaRPr lang="en-GB" sz="1400" b="0" noProof="0" dirty="0">
              <a:solidFill>
                <a:schemeClr val="tx2"/>
              </a:solidFill>
              <a:latin typeface="Montserrat" pitchFamily="2" charset="77"/>
            </a:endParaRPr>
          </a:p>
          <a:p>
            <a:pPr marL="0" lvl="1"/>
            <a:r>
              <a:rPr lang="en-GB" sz="1400" b="0" noProof="0" dirty="0">
                <a:solidFill>
                  <a:schemeClr val="tx2"/>
                </a:solidFill>
                <a:latin typeface="Montserrat" pitchFamily="2" charset="77"/>
              </a:rPr>
              <a:t>All our audit findings are completed and tracked through our </a:t>
            </a:r>
          </a:p>
          <a:p>
            <a:pPr marL="0" lvl="1"/>
            <a:r>
              <a:rPr lang="en-GB" sz="1400" b="0" noProof="0" dirty="0">
                <a:solidFill>
                  <a:schemeClr val="tx2"/>
                </a:solidFill>
                <a:latin typeface="Montserrat" pitchFamily="2" charset="77"/>
              </a:rPr>
              <a:t>Management review meetings.</a:t>
            </a:r>
          </a:p>
          <a:p>
            <a:pPr marL="0" lvl="1"/>
            <a:endParaRPr lang="en-GB" sz="1400" b="0" noProof="0" dirty="0">
              <a:solidFill>
                <a:schemeClr val="tx2"/>
              </a:solidFill>
              <a:latin typeface="Montserrat" pitchFamily="2" charset="77"/>
            </a:endParaRPr>
          </a:p>
        </p:txBody>
      </p:sp>
      <p:graphicFrame>
        <p:nvGraphicFramePr>
          <p:cNvPr id="4" name="Table 3">
            <a:extLst>
              <a:ext uri="{FF2B5EF4-FFF2-40B4-BE49-F238E27FC236}">
                <a16:creationId xmlns:a16="http://schemas.microsoft.com/office/drawing/2014/main" id="{B689DECC-8D86-591A-B08C-C9D0363CD739}"/>
              </a:ext>
            </a:extLst>
          </p:cNvPr>
          <p:cNvGraphicFramePr>
            <a:graphicFrameLocks noGrp="1"/>
          </p:cNvGraphicFramePr>
          <p:nvPr>
            <p:extLst>
              <p:ext uri="{D42A27DB-BD31-4B8C-83A1-F6EECF244321}">
                <p14:modId xmlns:p14="http://schemas.microsoft.com/office/powerpoint/2010/main" val="3497174468"/>
              </p:ext>
            </p:extLst>
          </p:nvPr>
        </p:nvGraphicFramePr>
        <p:xfrm>
          <a:off x="6931162" y="4256636"/>
          <a:ext cx="4932218" cy="2033717"/>
        </p:xfrm>
        <a:graphic>
          <a:graphicData uri="http://schemas.openxmlformats.org/drawingml/2006/table">
            <a:tbl>
              <a:tblPr/>
              <a:tblGrid>
                <a:gridCol w="1387943">
                  <a:extLst>
                    <a:ext uri="{9D8B030D-6E8A-4147-A177-3AD203B41FA5}">
                      <a16:colId xmlns:a16="http://schemas.microsoft.com/office/drawing/2014/main" val="3902530188"/>
                    </a:ext>
                  </a:extLst>
                </a:gridCol>
                <a:gridCol w="3544275">
                  <a:extLst>
                    <a:ext uri="{9D8B030D-6E8A-4147-A177-3AD203B41FA5}">
                      <a16:colId xmlns:a16="http://schemas.microsoft.com/office/drawing/2014/main" val="374747280"/>
                    </a:ext>
                  </a:extLst>
                </a:gridCol>
              </a:tblGrid>
              <a:tr h="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90000"/>
                        </a:lnSpc>
                        <a:spcBef>
                          <a:spcPct val="25000"/>
                        </a:spcBef>
                        <a:spcAft>
                          <a:spcPct val="10000"/>
                        </a:spcAft>
                        <a:buClr>
                          <a:srgbClr val="ABA69F"/>
                        </a:buClr>
                        <a:buSzPct val="80000"/>
                        <a:buFontTx/>
                        <a:buNone/>
                        <a:tabLst/>
                      </a:pPr>
                      <a:r>
                        <a:rPr kumimoji="0" lang="en-GB" sz="800" b="1" i="0" u="none" strike="noStrike" cap="none" normalizeH="0" baseline="0" noProof="0" dirty="0">
                          <a:ln>
                            <a:noFill/>
                          </a:ln>
                          <a:solidFill>
                            <a:schemeClr val="bg1"/>
                          </a:solidFill>
                          <a:effectLst/>
                          <a:latin typeface="Montserrat SemiBold" panose="00000700000000000000" pitchFamily="2" charset="0"/>
                        </a:rPr>
                        <a:t>Level</a:t>
                      </a:r>
                    </a:p>
                  </a:txBody>
                  <a:tcPr marL="146304" marR="146304" marT="73152" marB="7315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90000"/>
                        </a:lnSpc>
                        <a:spcBef>
                          <a:spcPct val="25000"/>
                        </a:spcBef>
                        <a:spcAft>
                          <a:spcPct val="10000"/>
                        </a:spcAft>
                        <a:buClr>
                          <a:srgbClr val="ABA69F"/>
                        </a:buClr>
                        <a:buSzPct val="80000"/>
                        <a:buFontTx/>
                        <a:buNone/>
                        <a:tabLst/>
                      </a:pPr>
                      <a:r>
                        <a:rPr kumimoji="0" lang="en-GB" sz="800" b="1" i="0" u="none" strike="noStrike" cap="none" normalizeH="0" baseline="0" noProof="0" dirty="0">
                          <a:ln>
                            <a:noFill/>
                          </a:ln>
                          <a:solidFill>
                            <a:schemeClr val="bg1"/>
                          </a:solidFill>
                          <a:effectLst/>
                          <a:latin typeface="Montserrat SemiBold" panose="00000700000000000000" pitchFamily="2" charset="0"/>
                        </a:rPr>
                        <a:t>Description</a:t>
                      </a:r>
                    </a:p>
                  </a:txBody>
                  <a:tcPr marL="146304" marR="146304" marT="73152" marB="73152"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2235582558"/>
                  </a:ext>
                </a:extLst>
              </a:tr>
              <a:tr h="607544">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90000"/>
                        </a:lnSpc>
                        <a:spcBef>
                          <a:spcPct val="25000"/>
                        </a:spcBef>
                        <a:spcAft>
                          <a:spcPct val="10000"/>
                        </a:spcAft>
                        <a:buClr>
                          <a:srgbClr val="ABA69F"/>
                        </a:buClr>
                        <a:buSzPct val="80000"/>
                        <a:buFontTx/>
                        <a:buNone/>
                        <a:tabLst/>
                      </a:pPr>
                      <a:r>
                        <a:rPr kumimoji="0" lang="en-GB" sz="800" b="0" i="0" u="none" strike="noStrike" cap="none" normalizeH="0" baseline="0" noProof="0" dirty="0">
                          <a:ln>
                            <a:noFill/>
                          </a:ln>
                          <a:solidFill>
                            <a:schemeClr val="tx1"/>
                          </a:solidFill>
                          <a:effectLst/>
                          <a:latin typeface="Montserrat" panose="00000500000000000000" pitchFamily="2" charset="0"/>
                        </a:rPr>
                        <a:t>Major</a:t>
                      </a:r>
                      <a:br>
                        <a:rPr kumimoji="0" lang="en-GB" sz="800" b="0" i="0" u="none" strike="noStrike" cap="none" normalizeH="0" baseline="0" noProof="0" dirty="0">
                          <a:ln>
                            <a:noFill/>
                          </a:ln>
                          <a:solidFill>
                            <a:schemeClr val="tx1"/>
                          </a:solidFill>
                          <a:effectLst/>
                          <a:latin typeface="Montserrat" panose="00000500000000000000" pitchFamily="2" charset="0"/>
                        </a:rPr>
                      </a:br>
                      <a:r>
                        <a:rPr kumimoji="0" lang="en-GB" sz="800" b="0" i="0" u="none" strike="noStrike" cap="none" normalizeH="0" baseline="0" noProof="0" dirty="0">
                          <a:ln>
                            <a:noFill/>
                          </a:ln>
                          <a:solidFill>
                            <a:schemeClr val="tx1"/>
                          </a:solidFill>
                          <a:effectLst/>
                          <a:latin typeface="Montserrat" panose="00000500000000000000" pitchFamily="2" charset="0"/>
                        </a:rPr>
                        <a:t>nonconformance</a:t>
                      </a:r>
                    </a:p>
                  </a:txBody>
                  <a:tcPr marL="146304" marR="146304" marT="73152" marB="7315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1450" lvl="0" indent="-171450" algn="l">
                        <a:buFont typeface="Arial" pitchFamily="34" charset="0"/>
                        <a:buChar char="•"/>
                      </a:pPr>
                      <a:r>
                        <a:rPr lang="en-GB" sz="800" kern="1200" noProof="0" dirty="0">
                          <a:solidFill>
                            <a:schemeClr val="tx1"/>
                          </a:solidFill>
                          <a:effectLst/>
                          <a:latin typeface="Montserrat" panose="00000500000000000000" pitchFamily="2" charset="0"/>
                          <a:ea typeface="+mn-ea"/>
                          <a:cs typeface="+mn-cs"/>
                        </a:rPr>
                        <a:t>A complete breakdown in the management system; no evidence of management commitment to support the defined management system; no process defined or followed as required by the relevant standard</a:t>
                      </a:r>
                    </a:p>
                  </a:txBody>
                  <a:tcPr marL="146304" marR="146304" marT="73152" marB="73152"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1511154907"/>
                  </a:ext>
                </a:extLst>
              </a:tr>
              <a:tr h="72437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90000"/>
                        </a:lnSpc>
                        <a:spcBef>
                          <a:spcPct val="25000"/>
                        </a:spcBef>
                        <a:spcAft>
                          <a:spcPct val="10000"/>
                        </a:spcAft>
                        <a:buClr>
                          <a:srgbClr val="ABA69F"/>
                        </a:buClr>
                        <a:buSzPct val="80000"/>
                        <a:buFontTx/>
                        <a:buNone/>
                        <a:tabLst/>
                      </a:pPr>
                      <a:r>
                        <a:rPr kumimoji="0" lang="en-GB" sz="800" b="0" i="0" u="none" strike="noStrike" cap="none" normalizeH="0" baseline="0" noProof="0" dirty="0">
                          <a:ln>
                            <a:noFill/>
                          </a:ln>
                          <a:solidFill>
                            <a:schemeClr val="tx1"/>
                          </a:solidFill>
                          <a:effectLst/>
                          <a:latin typeface="Montserrat" panose="00000500000000000000" pitchFamily="2" charset="0"/>
                        </a:rPr>
                        <a:t>nonconformance</a:t>
                      </a:r>
                    </a:p>
                  </a:txBody>
                  <a:tcPr marL="146304" marR="146304" marT="73152" marB="7315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AB0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1450" lvl="0" indent="-171450" algn="l">
                        <a:buFont typeface="Arial" pitchFamily="34" charset="0"/>
                        <a:buChar char="•"/>
                      </a:pPr>
                      <a:r>
                        <a:rPr lang="en-GB" sz="800" kern="1200" noProof="0" dirty="0">
                          <a:solidFill>
                            <a:schemeClr val="tx1"/>
                          </a:solidFill>
                          <a:effectLst/>
                          <a:latin typeface="Montserrat" panose="00000500000000000000" pitchFamily="2" charset="0"/>
                          <a:ea typeface="+mn-ea"/>
                          <a:cs typeface="+mn-cs"/>
                        </a:rPr>
                        <a:t>A departure from the established procedure which will adversely affect the intended purpose of the procedure</a:t>
                      </a:r>
                    </a:p>
                    <a:p>
                      <a:pPr marL="171450" lvl="0" indent="-171450" algn="l">
                        <a:buFont typeface="Arial" pitchFamily="34" charset="0"/>
                        <a:buChar char="•"/>
                      </a:pPr>
                      <a:r>
                        <a:rPr lang="en-GB" sz="800" kern="1200" noProof="0" dirty="0">
                          <a:solidFill>
                            <a:schemeClr val="tx1"/>
                          </a:solidFill>
                          <a:effectLst/>
                          <a:latin typeface="Montserrat" panose="00000500000000000000" pitchFamily="2" charset="0"/>
                          <a:ea typeface="+mn-ea"/>
                          <a:cs typeface="+mn-cs"/>
                        </a:rPr>
                        <a:t>Repeated</a:t>
                      </a:r>
                      <a:r>
                        <a:rPr lang="en-GB" sz="800" kern="1200" baseline="0" noProof="0" dirty="0">
                          <a:solidFill>
                            <a:schemeClr val="tx1"/>
                          </a:solidFill>
                          <a:effectLst/>
                          <a:latin typeface="Montserrat" panose="00000500000000000000" pitchFamily="2" charset="0"/>
                          <a:ea typeface="+mn-ea"/>
                          <a:cs typeface="+mn-cs"/>
                        </a:rPr>
                        <a:t> </a:t>
                      </a:r>
                      <a:r>
                        <a:rPr lang="en-GB" sz="800" kern="1200" noProof="0" dirty="0">
                          <a:solidFill>
                            <a:schemeClr val="tx1"/>
                          </a:solidFill>
                          <a:effectLst/>
                          <a:latin typeface="Montserrat" panose="00000500000000000000" pitchFamily="2" charset="0"/>
                          <a:ea typeface="+mn-ea"/>
                          <a:cs typeface="+mn-cs"/>
                        </a:rPr>
                        <a:t>minor findings indicating that the management system is not working effectively</a:t>
                      </a:r>
                    </a:p>
                    <a:p>
                      <a:pPr marL="171450" lvl="0" indent="-171450" algn="l">
                        <a:buFont typeface="Arial" pitchFamily="34" charset="0"/>
                        <a:buChar char="•"/>
                      </a:pPr>
                      <a:r>
                        <a:rPr lang="en-GB" sz="800" b="0" kern="1200" noProof="0" dirty="0">
                          <a:solidFill>
                            <a:schemeClr val="tx1"/>
                          </a:solidFill>
                          <a:effectLst/>
                          <a:latin typeface="Montserrat" panose="00000500000000000000" pitchFamily="2" charset="0"/>
                          <a:ea typeface="+mn-ea"/>
                          <a:cs typeface="+mn-cs"/>
                        </a:rPr>
                        <a:t>Inadequate implementation of a procedure</a:t>
                      </a:r>
                    </a:p>
                  </a:txBody>
                  <a:tcPr marL="146304" marR="146304" marT="73152" marB="73152"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1878783435"/>
                  </a:ext>
                </a:extLst>
              </a:tr>
              <a:tr h="38779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90000"/>
                        </a:lnSpc>
                        <a:spcBef>
                          <a:spcPct val="25000"/>
                        </a:spcBef>
                        <a:spcAft>
                          <a:spcPct val="10000"/>
                        </a:spcAft>
                        <a:buClr>
                          <a:srgbClr val="ABA69F"/>
                        </a:buClr>
                        <a:buSzPct val="80000"/>
                        <a:buFontTx/>
                        <a:buNone/>
                        <a:tabLst/>
                      </a:pPr>
                      <a:r>
                        <a:rPr kumimoji="0" lang="en-GB" sz="800" b="0" i="0" u="none" strike="noStrike" cap="none" normalizeH="0" baseline="0" noProof="0" dirty="0">
                          <a:ln>
                            <a:noFill/>
                          </a:ln>
                          <a:solidFill>
                            <a:schemeClr val="tx1"/>
                          </a:solidFill>
                          <a:effectLst/>
                          <a:latin typeface="Montserrat" panose="00000500000000000000" pitchFamily="2" charset="0"/>
                        </a:rPr>
                        <a:t>Opportunity for Improvement</a:t>
                      </a:r>
                    </a:p>
                  </a:txBody>
                  <a:tcPr marL="146304" marR="146304" marT="73152" marB="7315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6666">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1450" marR="0" lvl="0" indent="-171450" algn="l" defTabSz="914400" rtl="0" eaLnBrk="0" fontAlgn="base" latinLnBrk="0" hangingPunct="0">
                        <a:lnSpc>
                          <a:spcPct val="90000"/>
                        </a:lnSpc>
                        <a:spcBef>
                          <a:spcPct val="25000"/>
                        </a:spcBef>
                        <a:spcAft>
                          <a:spcPct val="10000"/>
                        </a:spcAft>
                        <a:buClr>
                          <a:srgbClr val="ABA69F"/>
                        </a:buClr>
                        <a:buSzPct val="80000"/>
                        <a:buFont typeface="Arial" pitchFamily="34" charset="0"/>
                        <a:buChar char="•"/>
                        <a:tabLst/>
                      </a:pPr>
                      <a:r>
                        <a:rPr kumimoji="0" lang="en-GB" sz="800" b="0" i="0" u="none" strike="noStrike" cap="none" normalizeH="0" baseline="0" noProof="0" dirty="0">
                          <a:ln>
                            <a:noFill/>
                          </a:ln>
                          <a:solidFill>
                            <a:schemeClr val="tx1"/>
                          </a:solidFill>
                          <a:effectLst/>
                          <a:latin typeface="Montserrat" panose="00000500000000000000" pitchFamily="2" charset="0"/>
                        </a:rPr>
                        <a:t>Recommended action would bring products and/or services to a higher level of security, quality, and/or maturity.</a:t>
                      </a:r>
                    </a:p>
                  </a:txBody>
                  <a:tcPr marL="146304" marR="146304" marT="73152" marB="73152"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927150188"/>
                  </a:ext>
                </a:extLst>
              </a:tr>
            </a:tbl>
          </a:graphicData>
        </a:graphic>
      </p:graphicFrame>
    </p:spTree>
    <p:extLst>
      <p:ext uri="{BB962C8B-B14F-4D97-AF65-F5344CB8AC3E}">
        <p14:creationId xmlns:p14="http://schemas.microsoft.com/office/powerpoint/2010/main" val="3165977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29807-3255-6B96-0FB5-AE3F2F4B4A30}"/>
              </a:ext>
            </a:extLst>
          </p:cNvPr>
          <p:cNvSpPr>
            <a:spLocks noGrp="1"/>
          </p:cNvSpPr>
          <p:nvPr>
            <p:ph type="title"/>
          </p:nvPr>
        </p:nvSpPr>
        <p:spPr/>
        <p:txBody>
          <a:bodyPr/>
          <a:lstStyle/>
          <a:p>
            <a:r>
              <a:rPr lang="en-GB" noProof="0" dirty="0"/>
              <a:t>Annual Business Continuity Training</a:t>
            </a:r>
          </a:p>
        </p:txBody>
      </p:sp>
      <p:sp>
        <p:nvSpPr>
          <p:cNvPr id="3" name="Content Placeholder 6">
            <a:extLst>
              <a:ext uri="{FF2B5EF4-FFF2-40B4-BE49-F238E27FC236}">
                <a16:creationId xmlns:a16="http://schemas.microsoft.com/office/drawing/2014/main" id="{03F268DE-258E-8F11-9924-7572E03D230D}"/>
              </a:ext>
            </a:extLst>
          </p:cNvPr>
          <p:cNvSpPr txBox="1">
            <a:spLocks/>
          </p:cNvSpPr>
          <p:nvPr/>
        </p:nvSpPr>
        <p:spPr>
          <a:xfrm>
            <a:off x="252898" y="567659"/>
            <a:ext cx="11571088" cy="2028706"/>
          </a:xfrm>
          <a:prstGeom prst="rect">
            <a:avLst/>
          </a:prstGeom>
        </p:spPr>
        <p:txBody>
          <a:bodyPr anchor="b">
            <a:normAutofit/>
          </a:bodyPr>
          <a:lstStyle>
            <a:lvl1pPr marL="0" indent="0" algn="l" rtl="0" eaLnBrk="0" fontAlgn="base" hangingPunct="0">
              <a:lnSpc>
                <a:spcPct val="90000"/>
              </a:lnSpc>
              <a:spcBef>
                <a:spcPts val="1000"/>
              </a:spcBef>
              <a:spcAft>
                <a:spcPct val="0"/>
              </a:spcAft>
              <a:buFont typeface="Arial" panose="020B0604020202020204" pitchFamily="34" charset="0"/>
              <a:buNone/>
              <a:defRPr sz="2400" b="1" kern="1200">
                <a:solidFill>
                  <a:schemeClr val="tx2"/>
                </a:solidFill>
                <a:latin typeface="Montserrat" pitchFamily="2" charset="77"/>
                <a:ea typeface="+mn-ea"/>
                <a:cs typeface="+mn-cs"/>
              </a:defRPr>
            </a:lvl1pPr>
            <a:lvl2pPr marL="457200" indent="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ontserrat" pitchFamily="2" charset="77"/>
                <a:ea typeface="+mn-ea"/>
                <a:cs typeface="+mn-cs"/>
              </a:defRPr>
            </a:lvl2pPr>
            <a:lvl3pPr marL="914400" indent="0" algn="l" rtl="0" eaLnBrk="0" fontAlgn="base" hangingPunct="0">
              <a:lnSpc>
                <a:spcPct val="90000"/>
              </a:lnSpc>
              <a:spcBef>
                <a:spcPts val="500"/>
              </a:spcBef>
              <a:spcAft>
                <a:spcPct val="0"/>
              </a:spcAft>
              <a:buFont typeface="Arial" panose="020B0604020202020204" pitchFamily="34" charset="0"/>
              <a:buNone/>
              <a:defRPr sz="1800" b="1" kern="1200">
                <a:solidFill>
                  <a:schemeClr val="tx1"/>
                </a:solidFill>
                <a:latin typeface="Montserrat" pitchFamily="2" charset="77"/>
                <a:ea typeface="+mn-ea"/>
                <a:cs typeface="+mn-cs"/>
              </a:defRPr>
            </a:lvl3pPr>
            <a:lvl4pPr marL="1371600" indent="0" algn="l" rtl="0" eaLnBrk="0" fontAlgn="base" hangingPunct="0">
              <a:lnSpc>
                <a:spcPct val="90000"/>
              </a:lnSpc>
              <a:spcBef>
                <a:spcPts val="500"/>
              </a:spcBef>
              <a:spcAft>
                <a:spcPct val="0"/>
              </a:spcAft>
              <a:buFont typeface="Arial" panose="020B0604020202020204" pitchFamily="34" charset="0"/>
              <a:buNone/>
              <a:defRPr sz="1600" b="1" kern="1200">
                <a:solidFill>
                  <a:schemeClr val="tx1"/>
                </a:solidFill>
                <a:latin typeface="Montserrat" pitchFamily="2" charset="77"/>
                <a:ea typeface="+mn-ea"/>
                <a:cs typeface="+mn-cs"/>
              </a:defRPr>
            </a:lvl4pPr>
            <a:lvl5pPr marL="1828800" indent="0" algn="l" rtl="0" eaLnBrk="0" fontAlgn="base" hangingPunct="0">
              <a:lnSpc>
                <a:spcPct val="90000"/>
              </a:lnSpc>
              <a:spcBef>
                <a:spcPts val="500"/>
              </a:spcBef>
              <a:spcAft>
                <a:spcPct val="0"/>
              </a:spcAft>
              <a:buFont typeface="Arial" panose="020B0604020202020204" pitchFamily="34" charset="0"/>
              <a:buNone/>
              <a:defRPr sz="1600" b="1" kern="1200">
                <a:solidFill>
                  <a:schemeClr val="tx1"/>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GB" sz="1800" noProof="0" dirty="0">
              <a:solidFill>
                <a:srgbClr val="000000"/>
              </a:solidFill>
              <a:latin typeface="+mj-lt"/>
              <a:ea typeface="SimSun" panose="02010600030101010101" pitchFamily="2" charset="-122"/>
            </a:endParaRPr>
          </a:p>
          <a:p>
            <a:pPr marL="285750" lvl="1" indent="-285750" eaLnBrk="1" hangingPunct="1">
              <a:buFont typeface="Arial" panose="020B0604020202020204" pitchFamily="34" charset="0"/>
              <a:buChar char="•"/>
            </a:pPr>
            <a:r>
              <a:rPr lang="en-GB" sz="1400" b="0" dirty="0">
                <a:solidFill>
                  <a:schemeClr val="tx2"/>
                </a:solidFill>
              </a:rPr>
              <a:t>Business Continuity annual training to be issued in June/July 2026, via Interfacing-EPC tool.</a:t>
            </a:r>
          </a:p>
          <a:p>
            <a:pPr marL="285750" lvl="1" indent="-285750" eaLnBrk="1" hangingPunct="1">
              <a:buFont typeface="Arial" panose="020B0604020202020204" pitchFamily="34" charset="0"/>
              <a:buChar char="•"/>
            </a:pPr>
            <a:r>
              <a:rPr lang="en-GB" sz="1400" b="0" dirty="0">
                <a:solidFill>
                  <a:schemeClr val="tx2"/>
                </a:solidFill>
              </a:rPr>
              <a:t>Provides an overview of Business Continuity Management System.</a:t>
            </a:r>
          </a:p>
          <a:p>
            <a:pPr marL="285750" lvl="1" indent="-285750" eaLnBrk="1" hangingPunct="1">
              <a:buFont typeface="Arial" panose="020B0604020202020204" pitchFamily="34" charset="0"/>
              <a:buChar char="•"/>
            </a:pPr>
            <a:r>
              <a:rPr lang="en-GB" sz="1400" b="0" dirty="0">
                <a:solidFill>
                  <a:schemeClr val="tx2"/>
                </a:solidFill>
              </a:rPr>
              <a:t>PowerPoint presentation and will take about 15 minutes to read through.</a:t>
            </a:r>
          </a:p>
          <a:p>
            <a:pPr marL="285750" lvl="1" indent="-285750" eaLnBrk="1" hangingPunct="1">
              <a:buFont typeface="Arial" panose="020B0604020202020204" pitchFamily="34" charset="0"/>
              <a:buChar char="•"/>
            </a:pPr>
            <a:r>
              <a:rPr lang="en-GB" sz="1400" b="0" dirty="0">
                <a:solidFill>
                  <a:schemeClr val="tx2"/>
                </a:solidFill>
              </a:rPr>
              <a:t>Need 90%+ completion rate, will receive email reminder until you have confirmed completion.</a:t>
            </a:r>
          </a:p>
          <a:p>
            <a:pPr marL="285750" lvl="1" indent="-285750" eaLnBrk="1" hangingPunct="1">
              <a:buFont typeface="Arial" panose="020B0604020202020204" pitchFamily="34" charset="0"/>
              <a:buChar char="•"/>
            </a:pPr>
            <a:r>
              <a:rPr lang="en-GB" sz="1400" b="0" dirty="0">
                <a:solidFill>
                  <a:schemeClr val="tx2"/>
                </a:solidFill>
              </a:rPr>
              <a:t>Any issues contact Caroline Haslam </a:t>
            </a:r>
          </a:p>
        </p:txBody>
      </p:sp>
      <p:graphicFrame>
        <p:nvGraphicFramePr>
          <p:cNvPr id="18" name="Table 17">
            <a:extLst>
              <a:ext uri="{FF2B5EF4-FFF2-40B4-BE49-F238E27FC236}">
                <a16:creationId xmlns:a16="http://schemas.microsoft.com/office/drawing/2014/main" id="{EB7C568D-D2E8-F657-2123-4B2CFC6E057E}"/>
              </a:ext>
            </a:extLst>
          </p:cNvPr>
          <p:cNvGraphicFramePr>
            <a:graphicFrameLocks noGrp="1"/>
          </p:cNvGraphicFramePr>
          <p:nvPr>
            <p:extLst>
              <p:ext uri="{D42A27DB-BD31-4B8C-83A1-F6EECF244321}">
                <p14:modId xmlns:p14="http://schemas.microsoft.com/office/powerpoint/2010/main" val="346123110"/>
              </p:ext>
            </p:extLst>
          </p:nvPr>
        </p:nvGraphicFramePr>
        <p:xfrm>
          <a:off x="788376" y="2839916"/>
          <a:ext cx="6916615" cy="1812680"/>
        </p:xfrm>
        <a:graphic>
          <a:graphicData uri="http://schemas.openxmlformats.org/drawingml/2006/table">
            <a:tbl>
              <a:tblPr/>
              <a:tblGrid>
                <a:gridCol w="875789">
                  <a:extLst>
                    <a:ext uri="{9D8B030D-6E8A-4147-A177-3AD203B41FA5}">
                      <a16:colId xmlns:a16="http://schemas.microsoft.com/office/drawing/2014/main" val="1463282442"/>
                    </a:ext>
                  </a:extLst>
                </a:gridCol>
                <a:gridCol w="6040826">
                  <a:extLst>
                    <a:ext uri="{9D8B030D-6E8A-4147-A177-3AD203B41FA5}">
                      <a16:colId xmlns:a16="http://schemas.microsoft.com/office/drawing/2014/main" val="3137980207"/>
                    </a:ext>
                  </a:extLst>
                </a:gridCol>
              </a:tblGrid>
              <a:tr h="124834">
                <a:tc>
                  <a:txBody>
                    <a:bodyPr/>
                    <a:lstStyle/>
                    <a:p>
                      <a:pPr>
                        <a:buNone/>
                      </a:pPr>
                      <a:r>
                        <a:rPr lang="en-GB" sz="700" b="1" noProof="0" dirty="0">
                          <a:solidFill>
                            <a:srgbClr val="000000"/>
                          </a:solidFill>
                          <a:effectLst/>
                          <a:latin typeface="Montserrat" panose="00000500000000000000" pitchFamily="2" charset="0"/>
                        </a:rPr>
                        <a:t>Confirmation:</a:t>
                      </a:r>
                      <a:endParaRPr lang="en-GB" sz="1200" noProof="0" dirty="0">
                        <a:effectLst/>
                        <a:latin typeface="Aptos" panose="020B0004020202020204" pitchFamily="34" charset="0"/>
                      </a:endParaRPr>
                    </a:p>
                  </a:txBody>
                  <a:tcPr marL="9525" marR="9525" marT="9525" marB="9525" anchor="ctr">
                    <a:lnL>
                      <a:noFill/>
                    </a:lnL>
                    <a:lnR>
                      <a:noFill/>
                    </a:lnR>
                    <a:lnT>
                      <a:noFill/>
                    </a:lnT>
                    <a:lnB>
                      <a:noFill/>
                    </a:lnB>
                    <a:noFill/>
                  </a:tcPr>
                </a:tc>
                <a:tc>
                  <a:txBody>
                    <a:bodyPr/>
                    <a:lstStyle/>
                    <a:p>
                      <a:pPr>
                        <a:buNone/>
                      </a:pPr>
                      <a:r>
                        <a:rPr lang="en-GB" sz="700" noProof="0" dirty="0">
                          <a:solidFill>
                            <a:srgbClr val="000000"/>
                          </a:solidFill>
                          <a:effectLst/>
                          <a:latin typeface="Montserrat" panose="00000500000000000000" pitchFamily="2" charset="0"/>
                        </a:rPr>
                        <a:t>Nov 5, 2025, 7:11:04 AM</a:t>
                      </a:r>
                      <a:endParaRPr lang="en-GB" sz="1200" noProof="0" dirty="0">
                        <a:effectLst/>
                        <a:latin typeface="Aptos" panose="020B0004020202020204" pitchFamily="34" charset="0"/>
                      </a:endParaRPr>
                    </a:p>
                  </a:txBody>
                  <a:tcPr marL="9525" marR="9525" marT="9525" marB="9525" anchor="ctr">
                    <a:lnL>
                      <a:noFill/>
                    </a:lnL>
                    <a:lnR>
                      <a:noFill/>
                    </a:lnR>
                    <a:lnT>
                      <a:noFill/>
                    </a:lnT>
                    <a:lnB>
                      <a:noFill/>
                    </a:lnB>
                    <a:noFill/>
                  </a:tcPr>
                </a:tc>
                <a:extLst>
                  <a:ext uri="{0D108BD9-81ED-4DB2-BD59-A6C34878D82A}">
                    <a16:rowId xmlns:a16="http://schemas.microsoft.com/office/drawing/2014/main" val="368958192"/>
                  </a:ext>
                </a:extLst>
              </a:tr>
              <a:tr h="124834">
                <a:tc>
                  <a:txBody>
                    <a:bodyPr/>
                    <a:lstStyle/>
                    <a:p>
                      <a:pPr>
                        <a:buNone/>
                      </a:pPr>
                      <a:r>
                        <a:rPr lang="en-GB" sz="700" b="1" noProof="0" dirty="0">
                          <a:solidFill>
                            <a:srgbClr val="000000"/>
                          </a:solidFill>
                          <a:effectLst/>
                          <a:latin typeface="Montserrat" panose="00000500000000000000" pitchFamily="2" charset="0"/>
                        </a:rPr>
                        <a:t>Document:</a:t>
                      </a:r>
                      <a:endParaRPr lang="en-GB" sz="1200" noProof="0" dirty="0">
                        <a:effectLst/>
                        <a:latin typeface="Aptos" panose="020B0004020202020204" pitchFamily="34" charset="0"/>
                      </a:endParaRPr>
                    </a:p>
                  </a:txBody>
                  <a:tcPr marL="9525" marR="9525" marT="9525" marB="9525" anchor="ctr">
                    <a:lnL>
                      <a:noFill/>
                    </a:lnL>
                    <a:lnR>
                      <a:noFill/>
                    </a:lnR>
                    <a:lnT>
                      <a:noFill/>
                    </a:lnT>
                    <a:lnB>
                      <a:noFill/>
                    </a:lnB>
                    <a:noFill/>
                  </a:tcPr>
                </a:tc>
                <a:tc>
                  <a:txBody>
                    <a:bodyPr/>
                    <a:lstStyle/>
                    <a:p>
                      <a:pPr>
                        <a:buNone/>
                      </a:pPr>
                      <a:r>
                        <a:rPr lang="en-GB" sz="700" b="1" u="sng" noProof="0" dirty="0">
                          <a:solidFill>
                            <a:srgbClr val="467886"/>
                          </a:solidFill>
                          <a:effectLst/>
                          <a:latin typeface="Montserrat" panose="00000500000000000000" pitchFamily="2" charset="0"/>
                          <a:hlinkClick r:id="rId2"/>
                        </a:rPr>
                        <a:t>Annual Dedalus UK Bidco Business Continuity Training.pptx [V 2.0600]</a:t>
                      </a:r>
                      <a:endParaRPr lang="en-GB" sz="1200" noProof="0" dirty="0">
                        <a:effectLst/>
                        <a:latin typeface="Aptos" panose="020B0004020202020204" pitchFamily="34" charset="0"/>
                      </a:endParaRPr>
                    </a:p>
                  </a:txBody>
                  <a:tcPr marL="9525" marR="9525" marT="9525" marB="9525" anchor="ctr">
                    <a:lnL>
                      <a:noFill/>
                    </a:lnL>
                    <a:lnR>
                      <a:noFill/>
                    </a:lnR>
                    <a:lnT>
                      <a:noFill/>
                    </a:lnT>
                    <a:lnB>
                      <a:noFill/>
                    </a:lnB>
                    <a:noFill/>
                  </a:tcPr>
                </a:tc>
                <a:extLst>
                  <a:ext uri="{0D108BD9-81ED-4DB2-BD59-A6C34878D82A}">
                    <a16:rowId xmlns:a16="http://schemas.microsoft.com/office/drawing/2014/main" val="3269859244"/>
                  </a:ext>
                </a:extLst>
              </a:tr>
              <a:tr h="124834">
                <a:tc>
                  <a:txBody>
                    <a:bodyPr/>
                    <a:lstStyle/>
                    <a:p>
                      <a:pPr>
                        <a:buNone/>
                      </a:pPr>
                      <a:r>
                        <a:rPr lang="en-GB" sz="700" b="1" noProof="0" dirty="0">
                          <a:solidFill>
                            <a:srgbClr val="000000"/>
                          </a:solidFill>
                          <a:effectLst/>
                          <a:latin typeface="Montserrat" panose="00000500000000000000" pitchFamily="2" charset="0"/>
                        </a:rPr>
                        <a:t>Sent by:</a:t>
                      </a:r>
                      <a:endParaRPr lang="en-GB" sz="1200" noProof="0" dirty="0">
                        <a:effectLst/>
                        <a:latin typeface="Aptos" panose="020B0004020202020204" pitchFamily="34" charset="0"/>
                      </a:endParaRPr>
                    </a:p>
                  </a:txBody>
                  <a:tcPr marL="9525" marR="9525" marT="9525" marB="9525" anchor="ctr">
                    <a:lnL>
                      <a:noFill/>
                    </a:lnL>
                    <a:lnR>
                      <a:noFill/>
                    </a:lnR>
                    <a:lnT>
                      <a:noFill/>
                    </a:lnT>
                    <a:lnB>
                      <a:noFill/>
                    </a:lnB>
                    <a:noFill/>
                  </a:tcPr>
                </a:tc>
                <a:tc>
                  <a:txBody>
                    <a:bodyPr/>
                    <a:lstStyle/>
                    <a:p>
                      <a:pPr>
                        <a:buNone/>
                      </a:pPr>
                      <a:r>
                        <a:rPr lang="en-GB" sz="700" noProof="0" dirty="0">
                          <a:solidFill>
                            <a:srgbClr val="000000"/>
                          </a:solidFill>
                          <a:effectLst/>
                          <a:latin typeface="Montserrat" panose="00000500000000000000" pitchFamily="2" charset="0"/>
                        </a:rPr>
                        <a:t>Michael Markarian (michael.markarian)</a:t>
                      </a:r>
                      <a:endParaRPr lang="en-GB" sz="1200" noProof="0" dirty="0">
                        <a:effectLst/>
                        <a:latin typeface="Aptos" panose="020B0004020202020204" pitchFamily="34" charset="0"/>
                      </a:endParaRPr>
                    </a:p>
                  </a:txBody>
                  <a:tcPr marL="9525" marR="9525" marT="9525" marB="9525" anchor="ctr">
                    <a:lnL>
                      <a:noFill/>
                    </a:lnL>
                    <a:lnR>
                      <a:noFill/>
                    </a:lnR>
                    <a:lnT>
                      <a:noFill/>
                    </a:lnT>
                    <a:lnB>
                      <a:noFill/>
                    </a:lnB>
                    <a:noFill/>
                  </a:tcPr>
                </a:tc>
                <a:extLst>
                  <a:ext uri="{0D108BD9-81ED-4DB2-BD59-A6C34878D82A}">
                    <a16:rowId xmlns:a16="http://schemas.microsoft.com/office/drawing/2014/main" val="3653424147"/>
                  </a:ext>
                </a:extLst>
              </a:tr>
              <a:tr h="124834">
                <a:tc>
                  <a:txBody>
                    <a:bodyPr/>
                    <a:lstStyle/>
                    <a:p>
                      <a:pPr>
                        <a:buNone/>
                      </a:pPr>
                      <a:r>
                        <a:rPr lang="en-GB" sz="700" b="1" noProof="0" dirty="0">
                          <a:solidFill>
                            <a:srgbClr val="000000"/>
                          </a:solidFill>
                          <a:effectLst/>
                          <a:latin typeface="Montserrat" panose="00000500000000000000" pitchFamily="2" charset="0"/>
                        </a:rPr>
                        <a:t>Environment:</a:t>
                      </a:r>
                      <a:endParaRPr lang="en-GB" sz="1200" noProof="0" dirty="0">
                        <a:effectLst/>
                        <a:latin typeface="Aptos" panose="020B0004020202020204" pitchFamily="34" charset="0"/>
                      </a:endParaRPr>
                    </a:p>
                  </a:txBody>
                  <a:tcPr marL="9525" marR="9525" marT="9525" marB="9525" anchor="ctr">
                    <a:lnL>
                      <a:noFill/>
                    </a:lnL>
                    <a:lnR>
                      <a:noFill/>
                    </a:lnR>
                    <a:lnT>
                      <a:noFill/>
                    </a:lnT>
                    <a:lnB>
                      <a:noFill/>
                    </a:lnB>
                    <a:noFill/>
                  </a:tcPr>
                </a:tc>
                <a:tc>
                  <a:txBody>
                    <a:bodyPr/>
                    <a:lstStyle/>
                    <a:p>
                      <a:pPr>
                        <a:buNone/>
                      </a:pPr>
                      <a:r>
                        <a:rPr lang="en-GB" sz="700" noProof="0" dirty="0">
                          <a:solidFill>
                            <a:srgbClr val="000000"/>
                          </a:solidFill>
                          <a:effectLst/>
                          <a:latin typeface="Montserrat" panose="00000500000000000000" pitchFamily="2" charset="0"/>
                        </a:rPr>
                        <a:t>Dedalus</a:t>
                      </a:r>
                      <a:endParaRPr lang="en-GB" sz="1200" noProof="0" dirty="0">
                        <a:effectLst/>
                        <a:latin typeface="Aptos" panose="020B0004020202020204" pitchFamily="34" charset="0"/>
                      </a:endParaRPr>
                    </a:p>
                  </a:txBody>
                  <a:tcPr marL="9525" marR="9525" marT="9525" marB="9525" anchor="ctr">
                    <a:lnL>
                      <a:noFill/>
                    </a:lnL>
                    <a:lnR>
                      <a:noFill/>
                    </a:lnR>
                    <a:lnT>
                      <a:noFill/>
                    </a:lnT>
                    <a:lnB>
                      <a:noFill/>
                    </a:lnB>
                    <a:noFill/>
                  </a:tcPr>
                </a:tc>
                <a:extLst>
                  <a:ext uri="{0D108BD9-81ED-4DB2-BD59-A6C34878D82A}">
                    <a16:rowId xmlns:a16="http://schemas.microsoft.com/office/drawing/2014/main" val="2858123567"/>
                  </a:ext>
                </a:extLst>
              </a:tr>
              <a:tr h="124834">
                <a:tc>
                  <a:txBody>
                    <a:bodyPr/>
                    <a:lstStyle/>
                    <a:p>
                      <a:pPr>
                        <a:buNone/>
                      </a:pPr>
                      <a:r>
                        <a:rPr lang="en-GB" sz="700" b="1" noProof="0" dirty="0">
                          <a:solidFill>
                            <a:srgbClr val="000000"/>
                          </a:solidFill>
                          <a:effectLst/>
                          <a:latin typeface="Montserrat" panose="00000500000000000000" pitchFamily="2" charset="0"/>
                        </a:rPr>
                        <a:t>Due date:</a:t>
                      </a:r>
                      <a:endParaRPr lang="en-GB" sz="1200" noProof="0" dirty="0">
                        <a:effectLst/>
                        <a:latin typeface="Aptos" panose="020B0004020202020204" pitchFamily="34" charset="0"/>
                      </a:endParaRPr>
                    </a:p>
                  </a:txBody>
                  <a:tcPr marL="9525" marR="9525" marT="9525" marB="9525" anchor="ctr">
                    <a:lnL>
                      <a:noFill/>
                    </a:lnL>
                    <a:lnR>
                      <a:noFill/>
                    </a:lnR>
                    <a:lnT>
                      <a:noFill/>
                    </a:lnT>
                    <a:lnB>
                      <a:noFill/>
                    </a:lnB>
                    <a:noFill/>
                  </a:tcPr>
                </a:tc>
                <a:tc>
                  <a:txBody>
                    <a:bodyPr/>
                    <a:lstStyle/>
                    <a:p>
                      <a:pPr>
                        <a:buNone/>
                      </a:pPr>
                      <a:r>
                        <a:rPr lang="en-GB" sz="700" noProof="0" dirty="0">
                          <a:solidFill>
                            <a:srgbClr val="000000"/>
                          </a:solidFill>
                          <a:effectLst/>
                          <a:latin typeface="Montserrat" panose="00000500000000000000" pitchFamily="2" charset="0"/>
                        </a:rPr>
                        <a:t>Dec 5, 2025</a:t>
                      </a:r>
                      <a:endParaRPr lang="en-GB" sz="1200" noProof="0" dirty="0">
                        <a:effectLst/>
                        <a:latin typeface="Aptos" panose="020B0004020202020204" pitchFamily="34" charset="0"/>
                      </a:endParaRPr>
                    </a:p>
                  </a:txBody>
                  <a:tcPr marL="9525" marR="9525" marT="9525" marB="9525" anchor="ctr">
                    <a:lnL>
                      <a:noFill/>
                    </a:lnL>
                    <a:lnR>
                      <a:noFill/>
                    </a:lnR>
                    <a:lnT>
                      <a:noFill/>
                    </a:lnT>
                    <a:lnB>
                      <a:noFill/>
                    </a:lnB>
                    <a:noFill/>
                  </a:tcPr>
                </a:tc>
                <a:extLst>
                  <a:ext uri="{0D108BD9-81ED-4DB2-BD59-A6C34878D82A}">
                    <a16:rowId xmlns:a16="http://schemas.microsoft.com/office/drawing/2014/main" val="1765692055"/>
                  </a:ext>
                </a:extLst>
              </a:tr>
              <a:tr h="1184030">
                <a:tc>
                  <a:txBody>
                    <a:bodyPr/>
                    <a:lstStyle/>
                    <a:p>
                      <a:pPr>
                        <a:buNone/>
                      </a:pPr>
                      <a:r>
                        <a:rPr lang="en-GB" sz="700" b="1" noProof="0" dirty="0">
                          <a:solidFill>
                            <a:srgbClr val="000000"/>
                          </a:solidFill>
                          <a:effectLst/>
                          <a:latin typeface="Montserrat" panose="00000500000000000000" pitchFamily="2" charset="0"/>
                        </a:rPr>
                        <a:t>Comment:</a:t>
                      </a:r>
                      <a:endParaRPr lang="en-GB" sz="1200" noProof="0" dirty="0">
                        <a:effectLst/>
                        <a:latin typeface="Aptos" panose="020B0004020202020204" pitchFamily="34" charset="0"/>
                      </a:endParaRPr>
                    </a:p>
                  </a:txBody>
                  <a:tcPr marL="9525" marR="9525" marT="9525" marB="9525" anchor="ctr">
                    <a:lnL>
                      <a:noFill/>
                    </a:lnL>
                    <a:lnR>
                      <a:noFill/>
                    </a:lnR>
                    <a:lnT>
                      <a:noFill/>
                    </a:lnT>
                    <a:lnB>
                      <a:noFill/>
                    </a:lnB>
                    <a:noFill/>
                  </a:tcPr>
                </a:tc>
                <a:tc>
                  <a:txBody>
                    <a:bodyPr/>
                    <a:lstStyle/>
                    <a:p>
                      <a:pPr>
                        <a:buNone/>
                      </a:pPr>
                      <a:r>
                        <a:rPr lang="en-GB" sz="700" noProof="0" dirty="0">
                          <a:solidFill>
                            <a:srgbClr val="000000"/>
                          </a:solidFill>
                          <a:effectLst/>
                          <a:latin typeface="Montserrat" panose="00000500000000000000" pitchFamily="2" charset="0"/>
                        </a:rPr>
                        <a:t>As part of the ISO certification program, all employees must take the annual refresher training provided in the (ISO 22301) Annual Dedalus UK Bidco Business Continuity Training. Please click on the Document link below to take you to the training. Please read through the content of the material and ensure you understand the content. You can access the training material via the "Preview" Function below the training title. Once you have completed the training, you will be required to confirm completion and understanding of the training in EPC. To do this please click the plus sign to the right of the “Confirmation Required” banner at the top and click on “Confirm” to mark course completion to receive credit. Please also ensure that when accessing documents via links in the training, the mode is set to “Published” in the top left corner of the screen located on the blue banner. If the indicator shows “Latest” click the white toggle button to change the mode. Training must be completed within 30 days. All employees are required to complete this training by Friday 12th of December 2025. If you have any questions or issues accessing the training, please contact the following who will assist you: Caroline Haslam or Michael Markarian.</a:t>
                      </a:r>
                      <a:endParaRPr lang="en-GB" sz="1200" noProof="0" dirty="0">
                        <a:effectLst/>
                        <a:latin typeface="Aptos" panose="020B0004020202020204" pitchFamily="34" charset="0"/>
                      </a:endParaRPr>
                    </a:p>
                  </a:txBody>
                  <a:tcPr marL="9525" marR="9525" marT="9525" marB="9525" anchor="ctr">
                    <a:lnL>
                      <a:noFill/>
                    </a:lnL>
                    <a:lnR>
                      <a:noFill/>
                    </a:lnR>
                    <a:lnT>
                      <a:noFill/>
                    </a:lnT>
                    <a:lnB>
                      <a:noFill/>
                    </a:lnB>
                    <a:noFill/>
                  </a:tcPr>
                </a:tc>
                <a:extLst>
                  <a:ext uri="{0D108BD9-81ED-4DB2-BD59-A6C34878D82A}">
                    <a16:rowId xmlns:a16="http://schemas.microsoft.com/office/drawing/2014/main" val="3789494296"/>
                  </a:ext>
                </a:extLst>
              </a:tr>
            </a:tbl>
          </a:graphicData>
        </a:graphic>
      </p:graphicFrame>
      <p:sp>
        <p:nvSpPr>
          <p:cNvPr id="19" name="Rectangle 5">
            <a:extLst>
              <a:ext uri="{FF2B5EF4-FFF2-40B4-BE49-F238E27FC236}">
                <a16:creationId xmlns:a16="http://schemas.microsoft.com/office/drawing/2014/main" id="{1A02ECAE-3C94-41B8-392B-8C0C4F8A7EDC}"/>
              </a:ext>
            </a:extLst>
          </p:cNvPr>
          <p:cNvSpPr>
            <a:spLocks noChangeArrowheads="1"/>
          </p:cNvSpPr>
          <p:nvPr/>
        </p:nvSpPr>
        <p:spPr bwMode="auto">
          <a:xfrm>
            <a:off x="788376" y="2998177"/>
            <a:ext cx="7822223"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GB" sz="800" b="0" i="0" u="none" strike="noStrike" cap="none" normalizeH="0" baseline="0" noProof="0" dirty="0">
                <a:ln>
                  <a:noFill/>
                </a:ln>
                <a:solidFill>
                  <a:srgbClr val="242424"/>
                </a:solidFill>
                <a:effectLst/>
                <a:latin typeface="Montserrat" panose="00000500000000000000" pitchFamily="2" charset="0"/>
              </a:rPr>
            </a:br>
            <a:endParaRPr kumimoji="0" lang="en-GB" sz="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21" name="Rectangle 7">
            <a:extLst>
              <a:ext uri="{FF2B5EF4-FFF2-40B4-BE49-F238E27FC236}">
                <a16:creationId xmlns:a16="http://schemas.microsoft.com/office/drawing/2014/main" id="{57B07679-7F02-F55A-5728-BB1792CCC3E1}"/>
              </a:ext>
            </a:extLst>
          </p:cNvPr>
          <p:cNvSpPr>
            <a:spLocks noChangeArrowheads="1"/>
          </p:cNvSpPr>
          <p:nvPr/>
        </p:nvSpPr>
        <p:spPr bwMode="auto">
          <a:xfrm>
            <a:off x="788377" y="3300170"/>
            <a:ext cx="6582508" cy="45719"/>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0" bIns="45720" numCol="1" anchor="ctr" anchorCtr="0" compatLnSpc="1">
            <a:prstTxWarp prst="textNoShape">
              <a:avLst/>
            </a:prstTxWarp>
            <a:spAutoFit/>
          </a:bodyPr>
          <a:lstStyle/>
          <a:p>
            <a:endParaRPr lang="en-GB" noProof="0" dirty="0"/>
          </a:p>
        </p:txBody>
      </p:sp>
      <p:sp>
        <p:nvSpPr>
          <p:cNvPr id="22" name="Rectangle 8">
            <a:extLst>
              <a:ext uri="{FF2B5EF4-FFF2-40B4-BE49-F238E27FC236}">
                <a16:creationId xmlns:a16="http://schemas.microsoft.com/office/drawing/2014/main" id="{17DD4782-EF76-8764-7F61-C7A87B614468}"/>
              </a:ext>
            </a:extLst>
          </p:cNvPr>
          <p:cNvSpPr>
            <a:spLocks noChangeArrowheads="1"/>
          </p:cNvSpPr>
          <p:nvPr/>
        </p:nvSpPr>
        <p:spPr bwMode="auto">
          <a:xfrm>
            <a:off x="788376" y="3641014"/>
            <a:ext cx="782222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GB" sz="700" b="0" i="0" u="none" strike="noStrike" cap="none" normalizeH="0" baseline="0" noProof="0" dirty="0">
              <a:ln>
                <a:noFill/>
              </a:ln>
              <a:solidFill>
                <a:srgbClr val="000000"/>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sz="700" b="0" i="0" u="none" strike="noStrike" cap="none" normalizeH="0" baseline="0" noProof="0" dirty="0">
                <a:ln>
                  <a:noFill/>
                </a:ln>
                <a:solidFill>
                  <a:srgbClr val="000000"/>
                </a:solidFill>
                <a:effectLst/>
                <a:latin typeface="Montserrat" panose="00000500000000000000" pitchFamily="2" charset="0"/>
              </a:rPr>
              <a:t> </a:t>
            </a: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23" name="TextBox 22">
            <a:extLst>
              <a:ext uri="{FF2B5EF4-FFF2-40B4-BE49-F238E27FC236}">
                <a16:creationId xmlns:a16="http://schemas.microsoft.com/office/drawing/2014/main" id="{6CE13212-1836-FE80-6699-CEDA553CB054}"/>
              </a:ext>
            </a:extLst>
          </p:cNvPr>
          <p:cNvSpPr txBox="1"/>
          <p:nvPr/>
        </p:nvSpPr>
        <p:spPr>
          <a:xfrm>
            <a:off x="7704991" y="3290564"/>
            <a:ext cx="3862754" cy="646331"/>
          </a:xfrm>
          <a:prstGeom prst="rect">
            <a:avLst/>
          </a:prstGeom>
          <a:noFill/>
        </p:spPr>
        <p:txBody>
          <a:bodyPr wrap="square" rtlCol="0">
            <a:spAutoFit/>
          </a:bodyPr>
          <a:lstStyle/>
          <a:p>
            <a:r>
              <a:rPr lang="en-GB" sz="1200" b="1" noProof="0" dirty="0">
                <a:solidFill>
                  <a:srgbClr val="FF0000"/>
                </a:solidFill>
              </a:rPr>
              <a:t>Step 1 </a:t>
            </a:r>
            <a:r>
              <a:rPr lang="en-GB" sz="1200" noProof="0" dirty="0">
                <a:solidFill>
                  <a:srgbClr val="FF0000"/>
                </a:solidFill>
              </a:rPr>
              <a:t>- will receive an email similar to this, </a:t>
            </a:r>
          </a:p>
          <a:p>
            <a:r>
              <a:rPr lang="en-GB" sz="1200" noProof="0" dirty="0">
                <a:solidFill>
                  <a:srgbClr val="FF0000"/>
                </a:solidFill>
              </a:rPr>
              <a:t>from Interfacing-EPC, click on the</a:t>
            </a:r>
          </a:p>
          <a:p>
            <a:r>
              <a:rPr lang="en-GB" sz="1200" noProof="0" dirty="0">
                <a:solidFill>
                  <a:srgbClr val="FF0000"/>
                </a:solidFill>
              </a:rPr>
              <a:t>link, this will take you into Interfacing.</a:t>
            </a:r>
          </a:p>
        </p:txBody>
      </p:sp>
      <p:pic>
        <p:nvPicPr>
          <p:cNvPr id="1034" name="Picture 10">
            <a:extLst>
              <a:ext uri="{FF2B5EF4-FFF2-40B4-BE49-F238E27FC236}">
                <a16:creationId xmlns:a16="http://schemas.microsoft.com/office/drawing/2014/main" id="{8B67581F-9D2E-5857-8BBC-641DF1EC00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798" y="4860290"/>
            <a:ext cx="4540619" cy="1402250"/>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5F4D20E3-477D-6EF1-E4DA-07E9279C2F55}"/>
              </a:ext>
            </a:extLst>
          </p:cNvPr>
          <p:cNvSpPr txBox="1"/>
          <p:nvPr/>
        </p:nvSpPr>
        <p:spPr>
          <a:xfrm>
            <a:off x="595798" y="6163917"/>
            <a:ext cx="4406617" cy="461665"/>
          </a:xfrm>
          <a:prstGeom prst="rect">
            <a:avLst/>
          </a:prstGeom>
          <a:noFill/>
        </p:spPr>
        <p:txBody>
          <a:bodyPr wrap="square" rtlCol="0">
            <a:spAutoFit/>
          </a:bodyPr>
          <a:lstStyle/>
          <a:p>
            <a:r>
              <a:rPr lang="en-GB" sz="1200" b="1" noProof="0" dirty="0">
                <a:solidFill>
                  <a:srgbClr val="FF0000"/>
                </a:solidFill>
              </a:rPr>
              <a:t>Step 2 </a:t>
            </a:r>
            <a:r>
              <a:rPr lang="en-GB" sz="1200" noProof="0" dirty="0">
                <a:solidFill>
                  <a:srgbClr val="FF0000"/>
                </a:solidFill>
              </a:rPr>
              <a:t>– click on preview so can read through training material</a:t>
            </a:r>
          </a:p>
        </p:txBody>
      </p:sp>
      <p:pic>
        <p:nvPicPr>
          <p:cNvPr id="1036" name="Picture 12">
            <a:extLst>
              <a:ext uri="{FF2B5EF4-FFF2-40B4-BE49-F238E27FC236}">
                <a16:creationId xmlns:a16="http://schemas.microsoft.com/office/drawing/2014/main" id="{C6602EF9-509E-C68F-724C-21C606E9D0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8027" y="4860290"/>
            <a:ext cx="4126441" cy="1303627"/>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941EB71B-239D-54B8-DC9C-F155A1DA8272}"/>
              </a:ext>
            </a:extLst>
          </p:cNvPr>
          <p:cNvSpPr txBox="1"/>
          <p:nvPr/>
        </p:nvSpPr>
        <p:spPr>
          <a:xfrm>
            <a:off x="9636368" y="5096604"/>
            <a:ext cx="2196818" cy="830997"/>
          </a:xfrm>
          <a:prstGeom prst="rect">
            <a:avLst/>
          </a:prstGeom>
          <a:noFill/>
        </p:spPr>
        <p:txBody>
          <a:bodyPr wrap="square" rtlCol="0">
            <a:spAutoFit/>
          </a:bodyPr>
          <a:lstStyle/>
          <a:p>
            <a:r>
              <a:rPr lang="en-GB" sz="1200" b="1" noProof="0" dirty="0">
                <a:solidFill>
                  <a:srgbClr val="FF0000"/>
                </a:solidFill>
              </a:rPr>
              <a:t>Step 3 </a:t>
            </a:r>
            <a:r>
              <a:rPr lang="en-GB" sz="1200" noProof="0" dirty="0">
                <a:solidFill>
                  <a:srgbClr val="FF0000"/>
                </a:solidFill>
              </a:rPr>
              <a:t>– to confirm completion, click on the plus sign on the right and click confirmed</a:t>
            </a:r>
          </a:p>
        </p:txBody>
      </p:sp>
      <mc:AlternateContent xmlns:mc="http://schemas.openxmlformats.org/markup-compatibility/2006" xmlns:p14="http://schemas.microsoft.com/office/powerpoint/2010/main">
        <mc:Choice Requires="p14">
          <p:contentPart p14:bwMode="auto" r:id="rId5">
            <p14:nvContentPartPr>
              <p14:cNvPr id="30" name="Ink 29">
                <a:extLst>
                  <a:ext uri="{FF2B5EF4-FFF2-40B4-BE49-F238E27FC236}">
                    <a16:creationId xmlns:a16="http://schemas.microsoft.com/office/drawing/2014/main" id="{E0ACF62D-FC89-80A0-4EA8-BFC4F1A3B621}"/>
                  </a:ext>
                </a:extLst>
              </p14:cNvPr>
              <p14:cNvContentPartPr/>
              <p14:nvPr/>
            </p14:nvContentPartPr>
            <p14:xfrm>
              <a:off x="1302544" y="5876599"/>
              <a:ext cx="418320" cy="418320"/>
            </p14:xfrm>
          </p:contentPart>
        </mc:Choice>
        <mc:Fallback xmlns="">
          <p:pic>
            <p:nvPicPr>
              <p:cNvPr id="30" name="Ink 29">
                <a:extLst>
                  <a:ext uri="{FF2B5EF4-FFF2-40B4-BE49-F238E27FC236}">
                    <a16:creationId xmlns:a16="http://schemas.microsoft.com/office/drawing/2014/main" id="{E0ACF62D-FC89-80A0-4EA8-BFC4F1A3B621}"/>
                  </a:ext>
                </a:extLst>
              </p:cNvPr>
              <p:cNvPicPr/>
              <p:nvPr/>
            </p:nvPicPr>
            <p:blipFill>
              <a:blip r:embed="rId6"/>
              <a:stretch>
                <a:fillRect/>
              </a:stretch>
            </p:blipFill>
            <p:spPr>
              <a:xfrm>
                <a:off x="1296424" y="5870479"/>
                <a:ext cx="430560" cy="430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4" name="Ink 33">
                <a:extLst>
                  <a:ext uri="{FF2B5EF4-FFF2-40B4-BE49-F238E27FC236}">
                    <a16:creationId xmlns:a16="http://schemas.microsoft.com/office/drawing/2014/main" id="{22505A42-BEDF-1CB2-1E2D-AAE066F5A5E0}"/>
                  </a:ext>
                </a:extLst>
              </p14:cNvPr>
              <p14:cNvContentPartPr/>
              <p14:nvPr/>
            </p14:nvContentPartPr>
            <p14:xfrm>
              <a:off x="4490327" y="2807537"/>
              <a:ext cx="418320" cy="418320"/>
            </p14:xfrm>
          </p:contentPart>
        </mc:Choice>
        <mc:Fallback xmlns="">
          <p:pic>
            <p:nvPicPr>
              <p:cNvPr id="34" name="Ink 33">
                <a:extLst>
                  <a:ext uri="{FF2B5EF4-FFF2-40B4-BE49-F238E27FC236}">
                    <a16:creationId xmlns:a16="http://schemas.microsoft.com/office/drawing/2014/main" id="{22505A42-BEDF-1CB2-1E2D-AAE066F5A5E0}"/>
                  </a:ext>
                </a:extLst>
              </p:cNvPr>
              <p:cNvPicPr/>
              <p:nvPr/>
            </p:nvPicPr>
            <p:blipFill>
              <a:blip r:embed="rId6"/>
              <a:stretch>
                <a:fillRect/>
              </a:stretch>
            </p:blipFill>
            <p:spPr>
              <a:xfrm>
                <a:off x="4484207" y="2801417"/>
                <a:ext cx="430560" cy="430560"/>
              </a:xfrm>
              <a:prstGeom prst="rect">
                <a:avLst/>
              </a:prstGeom>
            </p:spPr>
          </p:pic>
        </mc:Fallback>
      </mc:AlternateContent>
    </p:spTree>
    <p:extLst>
      <p:ext uri="{BB962C8B-B14F-4D97-AF65-F5344CB8AC3E}">
        <p14:creationId xmlns:p14="http://schemas.microsoft.com/office/powerpoint/2010/main" val="3576448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58C68-8969-8289-2400-9BE99D2A4CF5}"/>
            </a:ext>
          </a:extLst>
        </p:cNvPr>
        <p:cNvGrpSpPr/>
        <p:nvPr/>
      </p:nvGrpSpPr>
      <p:grpSpPr>
        <a:xfrm>
          <a:off x="0" y="0"/>
          <a:ext cx="0" cy="0"/>
          <a:chOff x="0" y="0"/>
          <a:chExt cx="0" cy="0"/>
        </a:xfrm>
      </p:grpSpPr>
      <p:pic>
        <p:nvPicPr>
          <p:cNvPr id="1028" name="Picture 4" descr="Oman | History, Map, Flag, Capital, Population, &amp; Facts | Britannica">
            <a:extLst>
              <a:ext uri="{FF2B5EF4-FFF2-40B4-BE49-F238E27FC236}">
                <a16:creationId xmlns:a16="http://schemas.microsoft.com/office/drawing/2014/main" id="{80BF97FC-550D-D27B-710D-7C843DD5F0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976" y="4473791"/>
            <a:ext cx="2307713" cy="1459006"/>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 25">
            <a:extLst>
              <a:ext uri="{FF2B5EF4-FFF2-40B4-BE49-F238E27FC236}">
                <a16:creationId xmlns:a16="http://schemas.microsoft.com/office/drawing/2014/main" id="{9DAC8620-288B-7D8C-9A84-773FB54F8BEE}"/>
              </a:ext>
            </a:extLst>
          </p:cNvPr>
          <p:cNvGrpSpPr/>
          <p:nvPr/>
        </p:nvGrpSpPr>
        <p:grpSpPr>
          <a:xfrm>
            <a:off x="6560609" y="1239606"/>
            <a:ext cx="2319158" cy="1404853"/>
            <a:chOff x="622476" y="1013420"/>
            <a:chExt cx="2319158" cy="1546105"/>
          </a:xfrm>
        </p:grpSpPr>
        <p:pic>
          <p:nvPicPr>
            <p:cNvPr id="10" name="Picture 9">
              <a:extLst>
                <a:ext uri="{FF2B5EF4-FFF2-40B4-BE49-F238E27FC236}">
                  <a16:creationId xmlns:a16="http://schemas.microsoft.com/office/drawing/2014/main" id="{5671C88E-12D9-E98B-BE32-EC6EA82AB410}"/>
                </a:ext>
              </a:extLst>
            </p:cNvPr>
            <p:cNvPicPr>
              <a:picLocks noChangeAspect="1"/>
            </p:cNvPicPr>
            <p:nvPr/>
          </p:nvPicPr>
          <p:blipFill>
            <a:blip r:embed="rId3">
              <a:grayscl/>
              <a:extLst>
                <a:ext uri="{28A0092B-C50C-407E-A947-70E740481C1C}">
                  <a14:useLocalDpi xmlns:a14="http://schemas.microsoft.com/office/drawing/2010/main" val="0"/>
                </a:ext>
              </a:extLst>
            </a:blip>
            <a:stretch>
              <a:fillRect/>
            </a:stretch>
          </p:blipFill>
          <p:spPr>
            <a:xfrm>
              <a:off x="622476" y="1013420"/>
              <a:ext cx="2319158" cy="1546105"/>
            </a:xfrm>
            <a:prstGeom prst="rect">
              <a:avLst/>
            </a:prstGeom>
          </p:spPr>
        </p:pic>
        <p:sp>
          <p:nvSpPr>
            <p:cNvPr id="11" name="Rectangle 10">
              <a:extLst>
                <a:ext uri="{FF2B5EF4-FFF2-40B4-BE49-F238E27FC236}">
                  <a16:creationId xmlns:a16="http://schemas.microsoft.com/office/drawing/2014/main" id="{02D53B7F-73D6-1018-EFEA-39FA9260EDAD}"/>
                </a:ext>
              </a:extLst>
            </p:cNvPr>
            <p:cNvSpPr>
              <a:spLocks noChangeArrowheads="1"/>
            </p:cNvSpPr>
            <p:nvPr/>
          </p:nvSpPr>
          <p:spPr bwMode="auto">
            <a:xfrm>
              <a:off x="1970908" y="2107800"/>
              <a:ext cx="911239" cy="397768"/>
            </a:xfrm>
            <a:prstGeom prst="rect">
              <a:avLst/>
            </a:prstGeom>
            <a:solidFill>
              <a:schemeClr val="bg1"/>
            </a:solidFill>
            <a:ln w="9525">
              <a:noFill/>
              <a:miter lim="800000"/>
              <a:headEnd/>
              <a:tailEnd/>
            </a:ln>
          </p:spPr>
          <p:txBody>
            <a:bodyPr wrap="none" anchor="ctr"/>
            <a:lstStyle/>
            <a:p>
              <a:pPr algn="ctr">
                <a:lnSpc>
                  <a:spcPct val="90000"/>
                </a:lnSpc>
                <a:spcAft>
                  <a:spcPts val="400"/>
                </a:spcAft>
              </a:pPr>
              <a:r>
                <a:rPr lang="en-GB" sz="1100" noProof="0" dirty="0"/>
                <a:t>Chennai</a:t>
              </a:r>
            </a:p>
            <a:p>
              <a:pPr algn="ctr">
                <a:lnSpc>
                  <a:spcPct val="90000"/>
                </a:lnSpc>
                <a:spcAft>
                  <a:spcPts val="400"/>
                </a:spcAft>
              </a:pPr>
              <a:r>
                <a:rPr lang="en-GB" sz="1100" noProof="0" dirty="0"/>
                <a:t>Floods, 2023</a:t>
              </a:r>
            </a:p>
          </p:txBody>
        </p:sp>
      </p:grpSp>
      <p:sp>
        <p:nvSpPr>
          <p:cNvPr id="15" name="Rectangle 10">
            <a:extLst>
              <a:ext uri="{FF2B5EF4-FFF2-40B4-BE49-F238E27FC236}">
                <a16:creationId xmlns:a16="http://schemas.microsoft.com/office/drawing/2014/main" id="{29ED85E4-1775-DA85-AF16-A487F7138145}"/>
              </a:ext>
            </a:extLst>
          </p:cNvPr>
          <p:cNvSpPr>
            <a:spLocks noChangeArrowheads="1"/>
          </p:cNvSpPr>
          <p:nvPr/>
        </p:nvSpPr>
        <p:spPr bwMode="auto">
          <a:xfrm>
            <a:off x="4198101" y="5650766"/>
            <a:ext cx="2171589" cy="229174"/>
          </a:xfrm>
          <a:prstGeom prst="rect">
            <a:avLst/>
          </a:prstGeom>
          <a:solidFill>
            <a:schemeClr val="bg1"/>
          </a:solidFill>
          <a:ln w="9525">
            <a:noFill/>
            <a:miter lim="800000"/>
            <a:headEnd/>
            <a:tailEnd/>
          </a:ln>
        </p:spPr>
        <p:txBody>
          <a:bodyPr wrap="none" anchor="ctr"/>
          <a:lstStyle/>
          <a:p>
            <a:pPr algn="ctr">
              <a:lnSpc>
                <a:spcPct val="90000"/>
              </a:lnSpc>
              <a:spcAft>
                <a:spcPts val="400"/>
              </a:spcAft>
            </a:pPr>
            <a:r>
              <a:rPr lang="en-GB" sz="1100" noProof="0" dirty="0"/>
              <a:t>Oman Terrorist Incident, 2024</a:t>
            </a:r>
          </a:p>
        </p:txBody>
      </p:sp>
      <p:pic>
        <p:nvPicPr>
          <p:cNvPr id="18" name="Picture 17" descr="Shape, circle&#10;&#10;Description automatically generated">
            <a:extLst>
              <a:ext uri="{FF2B5EF4-FFF2-40B4-BE49-F238E27FC236}">
                <a16:creationId xmlns:a16="http://schemas.microsoft.com/office/drawing/2014/main" id="{EFB678A5-CE67-F6F0-8CBF-F7C0062D33D4}"/>
              </a:ext>
            </a:extLst>
          </p:cNvPr>
          <p:cNvPicPr>
            <a:picLocks noChangeAspect="1"/>
          </p:cNvPicPr>
          <p:nvPr/>
        </p:nvPicPr>
        <p:blipFill>
          <a:blip r:embed="rId4"/>
          <a:stretch>
            <a:fillRect/>
          </a:stretch>
        </p:blipFill>
        <p:spPr>
          <a:xfrm>
            <a:off x="6828633" y="2686364"/>
            <a:ext cx="1849256" cy="1620001"/>
          </a:xfrm>
          <a:prstGeom prst="rect">
            <a:avLst/>
          </a:prstGeom>
        </p:spPr>
      </p:pic>
      <p:sp>
        <p:nvSpPr>
          <p:cNvPr id="19" name="Rectangle 10">
            <a:extLst>
              <a:ext uri="{FF2B5EF4-FFF2-40B4-BE49-F238E27FC236}">
                <a16:creationId xmlns:a16="http://schemas.microsoft.com/office/drawing/2014/main" id="{987D753E-5331-4040-F6D3-B3052D2C9716}"/>
              </a:ext>
            </a:extLst>
          </p:cNvPr>
          <p:cNvSpPr>
            <a:spLocks noChangeArrowheads="1"/>
          </p:cNvSpPr>
          <p:nvPr/>
        </p:nvSpPr>
        <p:spPr bwMode="auto">
          <a:xfrm>
            <a:off x="7720188" y="3665189"/>
            <a:ext cx="1487637" cy="397768"/>
          </a:xfrm>
          <a:prstGeom prst="rect">
            <a:avLst/>
          </a:prstGeom>
          <a:solidFill>
            <a:schemeClr val="bg1"/>
          </a:solidFill>
          <a:ln w="9525">
            <a:noFill/>
            <a:miter lim="800000"/>
            <a:headEnd/>
            <a:tailEnd/>
          </a:ln>
        </p:spPr>
        <p:txBody>
          <a:bodyPr wrap="none" anchor="ctr"/>
          <a:lstStyle/>
          <a:p>
            <a:pPr algn="ctr">
              <a:lnSpc>
                <a:spcPct val="90000"/>
              </a:lnSpc>
              <a:spcAft>
                <a:spcPts val="400"/>
              </a:spcAft>
            </a:pPr>
            <a:r>
              <a:rPr lang="en-GB" sz="1100" noProof="0" dirty="0"/>
              <a:t>2020 Global </a:t>
            </a:r>
          </a:p>
          <a:p>
            <a:pPr algn="ctr">
              <a:lnSpc>
                <a:spcPct val="90000"/>
              </a:lnSpc>
              <a:spcAft>
                <a:spcPts val="400"/>
              </a:spcAft>
            </a:pPr>
            <a:r>
              <a:rPr lang="en-GB" sz="1100" noProof="0" dirty="0"/>
              <a:t>Pandemic</a:t>
            </a:r>
          </a:p>
        </p:txBody>
      </p:sp>
      <p:pic>
        <p:nvPicPr>
          <p:cNvPr id="20" name="Picture 19">
            <a:extLst>
              <a:ext uri="{FF2B5EF4-FFF2-40B4-BE49-F238E27FC236}">
                <a16:creationId xmlns:a16="http://schemas.microsoft.com/office/drawing/2014/main" id="{68912AE3-7E10-88CA-E1E3-21997189A811}"/>
              </a:ext>
            </a:extLst>
          </p:cNvPr>
          <p:cNvPicPr>
            <a:picLocks noChangeAspect="1"/>
          </p:cNvPicPr>
          <p:nvPr/>
        </p:nvPicPr>
        <p:blipFill>
          <a:blip r:embed="rId5"/>
          <a:stretch>
            <a:fillRect/>
          </a:stretch>
        </p:blipFill>
        <p:spPr>
          <a:xfrm>
            <a:off x="4114977" y="2706457"/>
            <a:ext cx="2307713" cy="1541553"/>
          </a:xfrm>
          <a:prstGeom prst="rect">
            <a:avLst/>
          </a:prstGeom>
        </p:spPr>
      </p:pic>
      <p:sp>
        <p:nvSpPr>
          <p:cNvPr id="21" name="Rectangle 10">
            <a:extLst>
              <a:ext uri="{FF2B5EF4-FFF2-40B4-BE49-F238E27FC236}">
                <a16:creationId xmlns:a16="http://schemas.microsoft.com/office/drawing/2014/main" id="{6812BE76-99BA-92E7-0509-0B36DF0B8AF0}"/>
              </a:ext>
            </a:extLst>
          </p:cNvPr>
          <p:cNvSpPr>
            <a:spLocks noChangeArrowheads="1"/>
          </p:cNvSpPr>
          <p:nvPr/>
        </p:nvSpPr>
        <p:spPr bwMode="auto">
          <a:xfrm>
            <a:off x="4477988" y="3885915"/>
            <a:ext cx="1611817" cy="245282"/>
          </a:xfrm>
          <a:prstGeom prst="rect">
            <a:avLst/>
          </a:prstGeom>
          <a:solidFill>
            <a:schemeClr val="bg1"/>
          </a:solidFill>
          <a:ln w="9525">
            <a:noFill/>
            <a:miter lim="800000"/>
            <a:headEnd/>
            <a:tailEnd/>
          </a:ln>
        </p:spPr>
        <p:txBody>
          <a:bodyPr wrap="none" anchor="ctr"/>
          <a:lstStyle/>
          <a:p>
            <a:pPr algn="ctr">
              <a:lnSpc>
                <a:spcPct val="90000"/>
              </a:lnSpc>
              <a:spcAft>
                <a:spcPts val="400"/>
              </a:spcAft>
            </a:pPr>
            <a:r>
              <a:rPr lang="en-GB" sz="1100" noProof="0" dirty="0"/>
              <a:t>Ransomware Attack</a:t>
            </a:r>
          </a:p>
        </p:txBody>
      </p:sp>
      <p:pic>
        <p:nvPicPr>
          <p:cNvPr id="2050" name="Picture 2" descr="Image result for image of crowdstrike">
            <a:extLst>
              <a:ext uri="{FF2B5EF4-FFF2-40B4-BE49-F238E27FC236}">
                <a16:creationId xmlns:a16="http://schemas.microsoft.com/office/drawing/2014/main" id="{335517A1-97DE-0E07-7F73-4F48468D51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79224" y="4504614"/>
            <a:ext cx="2377710" cy="1546105"/>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10">
            <a:extLst>
              <a:ext uri="{FF2B5EF4-FFF2-40B4-BE49-F238E27FC236}">
                <a16:creationId xmlns:a16="http://schemas.microsoft.com/office/drawing/2014/main" id="{0BEBD320-1638-FB0B-7F2D-85D82D55EA0B}"/>
              </a:ext>
            </a:extLst>
          </p:cNvPr>
          <p:cNvSpPr>
            <a:spLocks noChangeArrowheads="1"/>
          </p:cNvSpPr>
          <p:nvPr/>
        </p:nvSpPr>
        <p:spPr bwMode="auto">
          <a:xfrm>
            <a:off x="10304340" y="4721414"/>
            <a:ext cx="1611817" cy="245282"/>
          </a:xfrm>
          <a:prstGeom prst="rect">
            <a:avLst/>
          </a:prstGeom>
          <a:solidFill>
            <a:schemeClr val="bg1"/>
          </a:solidFill>
          <a:ln w="9525">
            <a:noFill/>
            <a:miter lim="800000"/>
            <a:headEnd/>
            <a:tailEnd/>
          </a:ln>
        </p:spPr>
        <p:txBody>
          <a:bodyPr wrap="none" anchor="ctr"/>
          <a:lstStyle/>
          <a:p>
            <a:pPr algn="ctr">
              <a:lnSpc>
                <a:spcPct val="90000"/>
              </a:lnSpc>
              <a:spcAft>
                <a:spcPts val="400"/>
              </a:spcAft>
            </a:pPr>
            <a:r>
              <a:rPr lang="en-GB" sz="1100" noProof="0" dirty="0"/>
              <a:t>2024</a:t>
            </a:r>
          </a:p>
        </p:txBody>
      </p:sp>
      <p:grpSp>
        <p:nvGrpSpPr>
          <p:cNvPr id="3" name="Group 2">
            <a:extLst>
              <a:ext uri="{FF2B5EF4-FFF2-40B4-BE49-F238E27FC236}">
                <a16:creationId xmlns:a16="http://schemas.microsoft.com/office/drawing/2014/main" id="{E633AD7D-B02B-71BF-7097-3662C2B2D124}"/>
              </a:ext>
            </a:extLst>
          </p:cNvPr>
          <p:cNvGrpSpPr/>
          <p:nvPr/>
        </p:nvGrpSpPr>
        <p:grpSpPr>
          <a:xfrm>
            <a:off x="9155987" y="1239606"/>
            <a:ext cx="2390299" cy="1341560"/>
            <a:chOff x="1731873" y="1268403"/>
            <a:chExt cx="2268917" cy="1341560"/>
          </a:xfrm>
        </p:grpSpPr>
        <p:pic>
          <p:nvPicPr>
            <p:cNvPr id="16" name="Picture 6" descr="Big earthquake shakes Thailand's north | Bangkok Post: learning">
              <a:extLst>
                <a:ext uri="{FF2B5EF4-FFF2-40B4-BE49-F238E27FC236}">
                  <a16:creationId xmlns:a16="http://schemas.microsoft.com/office/drawing/2014/main" id="{72B45049-580F-4402-5701-EE6015C0422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31873" y="1268403"/>
              <a:ext cx="2268917" cy="1341560"/>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0">
              <a:extLst>
                <a:ext uri="{FF2B5EF4-FFF2-40B4-BE49-F238E27FC236}">
                  <a16:creationId xmlns:a16="http://schemas.microsoft.com/office/drawing/2014/main" id="{D64052A7-E741-50C2-B821-CF50507094FE}"/>
                </a:ext>
              </a:extLst>
            </p:cNvPr>
            <p:cNvSpPr>
              <a:spLocks noChangeArrowheads="1"/>
            </p:cNvSpPr>
            <p:nvPr/>
          </p:nvSpPr>
          <p:spPr bwMode="auto">
            <a:xfrm>
              <a:off x="1945524" y="1357748"/>
              <a:ext cx="1954755" cy="249641"/>
            </a:xfrm>
            <a:prstGeom prst="rect">
              <a:avLst/>
            </a:prstGeom>
            <a:solidFill>
              <a:schemeClr val="bg1"/>
            </a:solidFill>
            <a:ln w="9525">
              <a:noFill/>
              <a:miter lim="800000"/>
              <a:headEnd/>
              <a:tailEnd/>
            </a:ln>
          </p:spPr>
          <p:txBody>
            <a:bodyPr wrap="none" anchor="ctr"/>
            <a:lstStyle/>
            <a:p>
              <a:pPr algn="ctr">
                <a:lnSpc>
                  <a:spcPct val="90000"/>
                </a:lnSpc>
                <a:spcAft>
                  <a:spcPts val="400"/>
                </a:spcAft>
              </a:pPr>
              <a:r>
                <a:rPr lang="en-GB" sz="1100" noProof="0" dirty="0"/>
                <a:t>Earthquake, Thailand 2025</a:t>
              </a:r>
            </a:p>
          </p:txBody>
        </p:sp>
      </p:grpSp>
      <p:pic>
        <p:nvPicPr>
          <p:cNvPr id="23" name="Picture 6" descr="Cyclone Alfred forms in the Coral Sea, but where will he go next? 7NEWS ...">
            <a:extLst>
              <a:ext uri="{FF2B5EF4-FFF2-40B4-BE49-F238E27FC236}">
                <a16:creationId xmlns:a16="http://schemas.microsoft.com/office/drawing/2014/main" id="{3D90CC30-BED5-C62C-99DC-6E996F6DEAF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4976" y="1245024"/>
            <a:ext cx="2249839" cy="133614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0">
            <a:extLst>
              <a:ext uri="{FF2B5EF4-FFF2-40B4-BE49-F238E27FC236}">
                <a16:creationId xmlns:a16="http://schemas.microsoft.com/office/drawing/2014/main" id="{5FD3655B-7F7F-BA87-596D-6F0E0A05A363}"/>
              </a:ext>
            </a:extLst>
          </p:cNvPr>
          <p:cNvSpPr>
            <a:spLocks noChangeArrowheads="1"/>
          </p:cNvSpPr>
          <p:nvPr/>
        </p:nvSpPr>
        <p:spPr bwMode="auto">
          <a:xfrm>
            <a:off x="4161867" y="1281228"/>
            <a:ext cx="2117129" cy="234305"/>
          </a:xfrm>
          <a:prstGeom prst="rect">
            <a:avLst/>
          </a:prstGeom>
          <a:solidFill>
            <a:schemeClr val="bg1"/>
          </a:solidFill>
          <a:ln w="9525">
            <a:noFill/>
            <a:miter lim="800000"/>
            <a:headEnd/>
            <a:tailEnd/>
          </a:ln>
        </p:spPr>
        <p:txBody>
          <a:bodyPr wrap="none" anchor="ctr"/>
          <a:lstStyle/>
          <a:p>
            <a:pPr algn="ctr">
              <a:lnSpc>
                <a:spcPct val="90000"/>
              </a:lnSpc>
              <a:spcAft>
                <a:spcPts val="400"/>
              </a:spcAft>
            </a:pPr>
            <a:r>
              <a:rPr lang="en-GB" sz="1100" noProof="0" dirty="0"/>
              <a:t>Cyclone Alfred, Brisbane 2025</a:t>
            </a:r>
          </a:p>
        </p:txBody>
      </p:sp>
      <p:grpSp>
        <p:nvGrpSpPr>
          <p:cNvPr id="25" name="Group 24">
            <a:extLst>
              <a:ext uri="{FF2B5EF4-FFF2-40B4-BE49-F238E27FC236}">
                <a16:creationId xmlns:a16="http://schemas.microsoft.com/office/drawing/2014/main" id="{27F95456-3905-6F26-A71E-C81931570949}"/>
              </a:ext>
            </a:extLst>
          </p:cNvPr>
          <p:cNvGrpSpPr/>
          <p:nvPr/>
        </p:nvGrpSpPr>
        <p:grpSpPr>
          <a:xfrm>
            <a:off x="6595268" y="4466406"/>
            <a:ext cx="2249839" cy="1459006"/>
            <a:chOff x="6627590" y="1239606"/>
            <a:chExt cx="2249839" cy="1344543"/>
          </a:xfrm>
        </p:grpSpPr>
        <p:pic>
          <p:nvPicPr>
            <p:cNvPr id="24" name="Picture 8" descr="Power Crisis in Spain: Blackouts Reported After Major Outage - tech ...">
              <a:extLst>
                <a:ext uri="{FF2B5EF4-FFF2-40B4-BE49-F238E27FC236}">
                  <a16:creationId xmlns:a16="http://schemas.microsoft.com/office/drawing/2014/main" id="{B917C501-98F0-1159-367D-C0E29F5965F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27590" y="1239606"/>
              <a:ext cx="2249839" cy="134454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10">
              <a:extLst>
                <a:ext uri="{FF2B5EF4-FFF2-40B4-BE49-F238E27FC236}">
                  <a16:creationId xmlns:a16="http://schemas.microsoft.com/office/drawing/2014/main" id="{45E96DDE-E203-88DB-77A4-A1D8FA66DD8F}"/>
                </a:ext>
              </a:extLst>
            </p:cNvPr>
            <p:cNvSpPr>
              <a:spLocks noChangeArrowheads="1"/>
            </p:cNvSpPr>
            <p:nvPr/>
          </p:nvSpPr>
          <p:spPr bwMode="auto">
            <a:xfrm>
              <a:off x="7941363" y="2110444"/>
              <a:ext cx="872067" cy="431800"/>
            </a:xfrm>
            <a:prstGeom prst="rect">
              <a:avLst/>
            </a:prstGeom>
            <a:solidFill>
              <a:schemeClr val="bg1"/>
            </a:solidFill>
            <a:ln w="9525">
              <a:noFill/>
              <a:miter lim="800000"/>
              <a:headEnd/>
              <a:tailEnd/>
            </a:ln>
          </p:spPr>
          <p:txBody>
            <a:bodyPr wrap="none" anchor="ctr"/>
            <a:lstStyle/>
            <a:p>
              <a:pPr algn="ctr">
                <a:lnSpc>
                  <a:spcPct val="90000"/>
                </a:lnSpc>
                <a:spcAft>
                  <a:spcPts val="400"/>
                </a:spcAft>
              </a:pPr>
              <a:r>
                <a:rPr lang="en-GB" sz="1100" noProof="0" dirty="0"/>
                <a:t>Blackouts</a:t>
              </a:r>
            </a:p>
            <a:p>
              <a:pPr algn="ctr">
                <a:lnSpc>
                  <a:spcPct val="90000"/>
                </a:lnSpc>
                <a:spcAft>
                  <a:spcPts val="400"/>
                </a:spcAft>
              </a:pPr>
              <a:r>
                <a:rPr lang="en-GB" sz="1100" noProof="0" dirty="0"/>
                <a:t>Spain 2025</a:t>
              </a:r>
            </a:p>
          </p:txBody>
        </p:sp>
      </p:grpSp>
      <p:pic>
        <p:nvPicPr>
          <p:cNvPr id="27" name="Picture 12" descr="Middle east map with flags stock vector. Illustration of cyprus ...">
            <a:extLst>
              <a:ext uri="{FF2B5EF4-FFF2-40B4-BE49-F238E27FC236}">
                <a16:creationId xmlns:a16="http://schemas.microsoft.com/office/drawing/2014/main" id="{EEB3205A-4D81-11D5-67B6-B0652CA3617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55987" y="2723690"/>
            <a:ext cx="2359821" cy="1507085"/>
          </a:xfrm>
          <a:prstGeom prst="rect">
            <a:avLst/>
          </a:prstGeom>
          <a:noFill/>
          <a:extLst>
            <a:ext uri="{909E8E84-426E-40DD-AFC4-6F175D3DCCD1}">
              <a14:hiddenFill xmlns:a14="http://schemas.microsoft.com/office/drawing/2010/main">
                <a:solidFill>
                  <a:srgbClr val="FFFFFF"/>
                </a:solidFill>
              </a14:hiddenFill>
            </a:ext>
          </a:extLst>
        </p:spPr>
      </p:pic>
      <p:sp>
        <p:nvSpPr>
          <p:cNvPr id="28" name="Rectangle 10">
            <a:extLst>
              <a:ext uri="{FF2B5EF4-FFF2-40B4-BE49-F238E27FC236}">
                <a16:creationId xmlns:a16="http://schemas.microsoft.com/office/drawing/2014/main" id="{2937EE51-CBD9-9A96-CE62-CF1DDF9C86D5}"/>
              </a:ext>
            </a:extLst>
          </p:cNvPr>
          <p:cNvSpPr>
            <a:spLocks noChangeArrowheads="1"/>
          </p:cNvSpPr>
          <p:nvPr/>
        </p:nvSpPr>
        <p:spPr bwMode="auto">
          <a:xfrm>
            <a:off x="9292571" y="2739725"/>
            <a:ext cx="2117129" cy="230560"/>
          </a:xfrm>
          <a:prstGeom prst="rect">
            <a:avLst/>
          </a:prstGeom>
          <a:solidFill>
            <a:schemeClr val="bg1"/>
          </a:solidFill>
          <a:ln w="9525">
            <a:noFill/>
            <a:miter lim="800000"/>
            <a:headEnd/>
            <a:tailEnd/>
          </a:ln>
        </p:spPr>
        <p:txBody>
          <a:bodyPr wrap="none" anchor="ctr"/>
          <a:lstStyle/>
          <a:p>
            <a:pPr algn="ctr">
              <a:lnSpc>
                <a:spcPct val="90000"/>
              </a:lnSpc>
              <a:spcAft>
                <a:spcPts val="400"/>
              </a:spcAft>
            </a:pPr>
            <a:r>
              <a:rPr lang="en-GB" sz="1100" noProof="0" dirty="0"/>
              <a:t>Conflict, Middle East 2025</a:t>
            </a:r>
          </a:p>
        </p:txBody>
      </p:sp>
      <p:sp>
        <p:nvSpPr>
          <p:cNvPr id="4" name="Titre 1">
            <a:extLst>
              <a:ext uri="{FF2B5EF4-FFF2-40B4-BE49-F238E27FC236}">
                <a16:creationId xmlns:a16="http://schemas.microsoft.com/office/drawing/2014/main" id="{530F7D4B-E3D4-3F2B-959B-3C23BE4C21AB}"/>
              </a:ext>
            </a:extLst>
          </p:cNvPr>
          <p:cNvSpPr txBox="1">
            <a:spLocks/>
          </p:cNvSpPr>
          <p:nvPr/>
        </p:nvSpPr>
        <p:spPr>
          <a:xfrm>
            <a:off x="452762" y="2742129"/>
            <a:ext cx="3538388" cy="461530"/>
          </a:xfrm>
          <a:prstGeom prst="rect">
            <a:avLst/>
          </a:prstGeom>
        </p:spPr>
        <p:txBody>
          <a:bodyPr/>
          <a:lstStyle>
            <a:lvl1pPr algn="l" rtl="0" eaLnBrk="0" fontAlgn="base" hangingPunct="0">
              <a:lnSpc>
                <a:spcPct val="90000"/>
              </a:lnSpc>
              <a:spcBef>
                <a:spcPct val="0"/>
              </a:spcBef>
              <a:spcAft>
                <a:spcPct val="0"/>
              </a:spcAft>
              <a:defRPr sz="4400" kern="1200">
                <a:solidFill>
                  <a:schemeClr val="tx1"/>
                </a:solidFill>
                <a:latin typeface="Montserrat" pitchFamily="2" charset="77"/>
                <a:ea typeface="+mj-ea"/>
                <a:cs typeface="+mj-cs"/>
              </a:defRPr>
            </a:lvl1pPr>
            <a:lvl2pPr algn="l" rtl="0" eaLnBrk="0" fontAlgn="base" hangingPunct="0">
              <a:lnSpc>
                <a:spcPct val="90000"/>
              </a:lnSpc>
              <a:spcBef>
                <a:spcPct val="0"/>
              </a:spcBef>
              <a:spcAft>
                <a:spcPct val="0"/>
              </a:spcAft>
              <a:defRPr sz="4400">
                <a:solidFill>
                  <a:schemeClr val="tx1"/>
                </a:solidFill>
                <a:latin typeface="Montserrat" panose="00000500000000000000" pitchFamily="2" charset="0"/>
              </a:defRPr>
            </a:lvl2pPr>
            <a:lvl3pPr algn="l" rtl="0" eaLnBrk="0" fontAlgn="base" hangingPunct="0">
              <a:lnSpc>
                <a:spcPct val="90000"/>
              </a:lnSpc>
              <a:spcBef>
                <a:spcPct val="0"/>
              </a:spcBef>
              <a:spcAft>
                <a:spcPct val="0"/>
              </a:spcAft>
              <a:defRPr sz="4400">
                <a:solidFill>
                  <a:schemeClr val="tx1"/>
                </a:solidFill>
                <a:latin typeface="Montserrat" panose="00000500000000000000" pitchFamily="2" charset="0"/>
              </a:defRPr>
            </a:lvl3pPr>
            <a:lvl4pPr algn="l" rtl="0" eaLnBrk="0" fontAlgn="base" hangingPunct="0">
              <a:lnSpc>
                <a:spcPct val="90000"/>
              </a:lnSpc>
              <a:spcBef>
                <a:spcPct val="0"/>
              </a:spcBef>
              <a:spcAft>
                <a:spcPct val="0"/>
              </a:spcAft>
              <a:defRPr sz="4400">
                <a:solidFill>
                  <a:schemeClr val="tx1"/>
                </a:solidFill>
                <a:latin typeface="Montserrat" panose="00000500000000000000" pitchFamily="2" charset="0"/>
              </a:defRPr>
            </a:lvl4pPr>
            <a:lvl5pPr algn="l" rtl="0" eaLnBrk="0" fontAlgn="base" hangingPunct="0">
              <a:lnSpc>
                <a:spcPct val="90000"/>
              </a:lnSpc>
              <a:spcBef>
                <a:spcPct val="0"/>
              </a:spcBef>
              <a:spcAft>
                <a:spcPct val="0"/>
              </a:spcAft>
              <a:defRPr sz="4400">
                <a:solidFill>
                  <a:schemeClr val="tx1"/>
                </a:solidFill>
                <a:latin typeface="Montserrat" panose="00000500000000000000" pitchFamily="2" charset="0"/>
              </a:defRPr>
            </a:lvl5pPr>
            <a:lvl6pPr marL="457200" algn="l" rtl="0" fontAlgn="base">
              <a:lnSpc>
                <a:spcPct val="90000"/>
              </a:lnSpc>
              <a:spcBef>
                <a:spcPct val="0"/>
              </a:spcBef>
              <a:spcAft>
                <a:spcPct val="0"/>
              </a:spcAft>
              <a:defRPr sz="4400">
                <a:solidFill>
                  <a:schemeClr val="tx1"/>
                </a:solidFill>
                <a:latin typeface="Montserrat" panose="00000500000000000000" pitchFamily="2" charset="0"/>
              </a:defRPr>
            </a:lvl6pPr>
            <a:lvl7pPr marL="914400" algn="l" rtl="0" fontAlgn="base">
              <a:lnSpc>
                <a:spcPct val="90000"/>
              </a:lnSpc>
              <a:spcBef>
                <a:spcPct val="0"/>
              </a:spcBef>
              <a:spcAft>
                <a:spcPct val="0"/>
              </a:spcAft>
              <a:defRPr sz="4400">
                <a:solidFill>
                  <a:schemeClr val="tx1"/>
                </a:solidFill>
                <a:latin typeface="Montserrat" panose="00000500000000000000" pitchFamily="2" charset="0"/>
              </a:defRPr>
            </a:lvl7pPr>
            <a:lvl8pPr marL="1371600" algn="l" rtl="0" fontAlgn="base">
              <a:lnSpc>
                <a:spcPct val="90000"/>
              </a:lnSpc>
              <a:spcBef>
                <a:spcPct val="0"/>
              </a:spcBef>
              <a:spcAft>
                <a:spcPct val="0"/>
              </a:spcAft>
              <a:defRPr sz="4400">
                <a:solidFill>
                  <a:schemeClr val="tx1"/>
                </a:solidFill>
                <a:latin typeface="Montserrat" panose="00000500000000000000" pitchFamily="2" charset="0"/>
              </a:defRPr>
            </a:lvl8pPr>
            <a:lvl9pPr marL="1828800" algn="l" rtl="0" fontAlgn="base">
              <a:lnSpc>
                <a:spcPct val="90000"/>
              </a:lnSpc>
              <a:spcBef>
                <a:spcPct val="0"/>
              </a:spcBef>
              <a:spcAft>
                <a:spcPct val="0"/>
              </a:spcAft>
              <a:defRPr sz="4400">
                <a:solidFill>
                  <a:schemeClr val="tx1"/>
                </a:solidFill>
                <a:latin typeface="Montserrat" panose="00000500000000000000" pitchFamily="2" charset="0"/>
              </a:defRPr>
            </a:lvl9pPr>
          </a:lstStyle>
          <a:p>
            <a:pPr algn="ctr"/>
            <a:r>
              <a:rPr lang="en-GB" sz="2800" b="1" noProof="0" dirty="0">
                <a:solidFill>
                  <a:schemeClr val="accent1"/>
                </a:solidFill>
                <a:cs typeface="Arial"/>
                <a:sym typeface="Arial"/>
              </a:rPr>
              <a:t>Dedalus</a:t>
            </a:r>
          </a:p>
          <a:p>
            <a:pPr algn="ctr"/>
            <a:r>
              <a:rPr lang="en-GB" sz="2800" b="1" noProof="0" dirty="0">
                <a:solidFill>
                  <a:schemeClr val="accent1"/>
                </a:solidFill>
                <a:cs typeface="Arial"/>
                <a:sym typeface="Arial"/>
              </a:rPr>
              <a:t>UK Bidco</a:t>
            </a:r>
          </a:p>
          <a:p>
            <a:pPr algn="ctr"/>
            <a:r>
              <a:rPr lang="en-GB" sz="2800" b="1" noProof="0" dirty="0">
                <a:solidFill>
                  <a:schemeClr val="accent1"/>
                </a:solidFill>
                <a:cs typeface="Arial"/>
                <a:sym typeface="Arial"/>
              </a:rPr>
              <a:t>ISO22301</a:t>
            </a:r>
          </a:p>
          <a:p>
            <a:pPr algn="ctr"/>
            <a:r>
              <a:rPr lang="en-GB" sz="2800" b="1" noProof="0" dirty="0">
                <a:solidFill>
                  <a:schemeClr val="accent1"/>
                </a:solidFill>
                <a:cs typeface="Arial"/>
                <a:sym typeface="Arial"/>
              </a:rPr>
              <a:t>Program</a:t>
            </a:r>
          </a:p>
        </p:txBody>
      </p:sp>
    </p:spTree>
    <p:extLst>
      <p:ext uri="{BB962C8B-B14F-4D97-AF65-F5344CB8AC3E}">
        <p14:creationId xmlns:p14="http://schemas.microsoft.com/office/powerpoint/2010/main" val="42043562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25DFA-DEF6-6B47-B7DF-0D3BA09C2536}"/>
              </a:ext>
            </a:extLst>
          </p:cNvPr>
          <p:cNvSpPr>
            <a:spLocks noGrp="1"/>
          </p:cNvSpPr>
          <p:nvPr>
            <p:ph type="title"/>
          </p:nvPr>
        </p:nvSpPr>
        <p:spPr>
          <a:prstGeom prst="rect">
            <a:avLst/>
          </a:prstGeom>
        </p:spPr>
        <p:txBody>
          <a:bodyPr/>
          <a:lstStyle/>
          <a:p>
            <a:r>
              <a:rPr lang="en-GB" sz="2800" noProof="0" dirty="0"/>
              <a:t>Program Update</a:t>
            </a:r>
          </a:p>
        </p:txBody>
      </p:sp>
      <p:sp>
        <p:nvSpPr>
          <p:cNvPr id="3" name="Content Placeholder 4">
            <a:extLst>
              <a:ext uri="{FF2B5EF4-FFF2-40B4-BE49-F238E27FC236}">
                <a16:creationId xmlns:a16="http://schemas.microsoft.com/office/drawing/2014/main" id="{78742DA5-B5E8-CC30-A0D6-E90ED8568E5B}"/>
              </a:ext>
            </a:extLst>
          </p:cNvPr>
          <p:cNvSpPr txBox="1">
            <a:spLocks/>
          </p:cNvSpPr>
          <p:nvPr/>
        </p:nvSpPr>
        <p:spPr>
          <a:xfrm>
            <a:off x="358814" y="2832502"/>
            <a:ext cx="11225334" cy="1436645"/>
          </a:xfrm>
          <a:prstGeom prst="rect">
            <a:avLst/>
          </a:prstGeom>
        </p:spPr>
        <p:txBody>
          <a:bodyPr anchor="b">
            <a:noAutofit/>
          </a:bodyPr>
          <a:lstStyle>
            <a:lvl1pPr marL="0" indent="0" algn="l" rtl="0" eaLnBrk="1" fontAlgn="base" hangingPunct="1">
              <a:lnSpc>
                <a:spcPct val="90000"/>
              </a:lnSpc>
              <a:spcBef>
                <a:spcPts val="1000"/>
              </a:spcBef>
              <a:spcAft>
                <a:spcPct val="0"/>
              </a:spcAft>
              <a:buFont typeface="Arial" panose="020B0604020202020204" pitchFamily="34" charset="0"/>
              <a:buNone/>
              <a:defRPr sz="1800" b="1" kern="1200">
                <a:solidFill>
                  <a:schemeClr val="tx2"/>
                </a:solidFill>
                <a:latin typeface="Montserrat" pitchFamily="2" charset="77"/>
                <a:ea typeface="+mn-ea"/>
                <a:cs typeface="+mn-cs"/>
              </a:defRPr>
            </a:lvl1pPr>
            <a:lvl2pPr marL="342900" indent="0" algn="l" rtl="0" eaLnBrk="1" fontAlgn="base" hangingPunct="1">
              <a:lnSpc>
                <a:spcPct val="90000"/>
              </a:lnSpc>
              <a:spcBef>
                <a:spcPts val="500"/>
              </a:spcBef>
              <a:spcAft>
                <a:spcPct val="0"/>
              </a:spcAft>
              <a:buFont typeface="Arial" panose="020B0604020202020204" pitchFamily="34" charset="0"/>
              <a:buNone/>
              <a:defRPr sz="1500" b="1" kern="1200">
                <a:solidFill>
                  <a:schemeClr val="tx1"/>
                </a:solidFill>
                <a:latin typeface="+mn-lt"/>
                <a:ea typeface="+mn-ea"/>
                <a:cs typeface="+mn-cs"/>
              </a:defRPr>
            </a:lvl2pPr>
            <a:lvl3pPr marL="685800" indent="0" algn="l" rtl="0" eaLnBrk="1" fontAlgn="base" hangingPunct="1">
              <a:lnSpc>
                <a:spcPct val="90000"/>
              </a:lnSpc>
              <a:spcBef>
                <a:spcPts val="500"/>
              </a:spcBef>
              <a:spcAft>
                <a:spcPct val="0"/>
              </a:spcAft>
              <a:buFont typeface="Arial" panose="020B0604020202020204" pitchFamily="34" charset="0"/>
              <a:buNone/>
              <a:defRPr sz="1350" b="1" kern="1200">
                <a:solidFill>
                  <a:schemeClr val="tx1"/>
                </a:solidFill>
                <a:latin typeface="+mn-lt"/>
                <a:ea typeface="+mn-ea"/>
                <a:cs typeface="+mn-cs"/>
              </a:defRPr>
            </a:lvl3pPr>
            <a:lvl4pPr marL="1028700" indent="0" algn="l" rtl="0" eaLnBrk="1" fontAlgn="base" hangingPunct="1">
              <a:lnSpc>
                <a:spcPct val="90000"/>
              </a:lnSpc>
              <a:spcBef>
                <a:spcPts val="500"/>
              </a:spcBef>
              <a:spcAft>
                <a:spcPct val="0"/>
              </a:spcAft>
              <a:buFont typeface="Arial" panose="020B0604020202020204" pitchFamily="34" charset="0"/>
              <a:buNone/>
              <a:defRPr sz="1200" b="1" kern="1200">
                <a:solidFill>
                  <a:schemeClr val="tx1"/>
                </a:solidFill>
                <a:latin typeface="+mn-lt"/>
                <a:ea typeface="+mn-ea"/>
                <a:cs typeface="+mn-cs"/>
              </a:defRPr>
            </a:lvl4pPr>
            <a:lvl5pPr marL="1371600" indent="0" algn="l" rtl="0" eaLnBrk="1" fontAlgn="base" hangingPunct="1">
              <a:lnSpc>
                <a:spcPct val="90000"/>
              </a:lnSpc>
              <a:spcBef>
                <a:spcPts val="500"/>
              </a:spcBef>
              <a:spcAft>
                <a:spcPct val="0"/>
              </a:spcAft>
              <a:buFont typeface="Arial" panose="020B0604020202020204" pitchFamily="34" charset="0"/>
              <a:buNone/>
              <a:defRPr sz="1200" b="1" kern="1200">
                <a:solidFill>
                  <a:schemeClr val="tx1"/>
                </a:solidFill>
                <a:latin typeface="+mn-lt"/>
                <a:ea typeface="+mn-ea"/>
                <a:cs typeface="+mn-cs"/>
              </a:defRPr>
            </a:lvl5pPr>
            <a:lvl6pPr marL="17145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6pPr>
            <a:lvl7pPr marL="20574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7pPr>
            <a:lvl8pPr marL="24003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8pPr>
            <a:lvl9pPr marL="2743200" indent="0" algn="l" defTabSz="914400" rtl="0" eaLnBrk="1" latinLnBrk="0" hangingPunct="1">
              <a:lnSpc>
                <a:spcPct val="90000"/>
              </a:lnSpc>
              <a:spcBef>
                <a:spcPts val="500"/>
              </a:spcBef>
              <a:buFont typeface="Arial" panose="020B0604020202020204" pitchFamily="34" charset="0"/>
              <a:buNone/>
              <a:defRPr sz="1200" b="1" kern="1200">
                <a:solidFill>
                  <a:schemeClr val="tx1"/>
                </a:solidFill>
                <a:latin typeface="+mn-lt"/>
                <a:ea typeface="+mn-ea"/>
                <a:cs typeface="+mn-cs"/>
              </a:defRPr>
            </a:lvl9pPr>
          </a:lstStyle>
          <a:p>
            <a:pPr marL="0" lvl="1"/>
            <a:endParaRPr lang="en-GB" sz="1400" b="0" noProof="0" dirty="0">
              <a:solidFill>
                <a:schemeClr val="tx2"/>
              </a:solidFill>
              <a:latin typeface="Montserrat" pitchFamily="2" charset="77"/>
            </a:endParaRPr>
          </a:p>
          <a:p>
            <a:pPr marL="285750" lvl="1" indent="-285750">
              <a:buFont typeface="Arial" panose="020B0604020202020204" pitchFamily="34" charset="0"/>
              <a:buChar char="•"/>
            </a:pPr>
            <a:endParaRPr lang="en-GB" sz="1400" b="0" noProof="0" dirty="0">
              <a:solidFill>
                <a:schemeClr val="tx2"/>
              </a:solidFill>
              <a:highlight>
                <a:srgbClr val="FFFF00"/>
              </a:highlight>
              <a:latin typeface="Montserrat" pitchFamily="2" charset="77"/>
            </a:endParaRPr>
          </a:p>
          <a:p>
            <a:pPr marL="0" lvl="1"/>
            <a:r>
              <a:rPr lang="en-GB" sz="1400" b="0" noProof="0" dirty="0">
                <a:solidFill>
                  <a:schemeClr val="tx2"/>
                </a:solidFill>
                <a:latin typeface="Montserrat" pitchFamily="2" charset="77"/>
              </a:rPr>
              <a:t>The ISO22301 Program is now implemented in the following regions throughout Dedalus UK Bidco:</a:t>
            </a:r>
          </a:p>
          <a:p>
            <a:pPr marL="0" lvl="1"/>
            <a:endParaRPr lang="en-GB" sz="1400" b="0" noProof="0" dirty="0">
              <a:solidFill>
                <a:schemeClr val="tx2"/>
              </a:solidFill>
              <a:latin typeface="Montserrat" pitchFamily="2" charset="77"/>
            </a:endParaRPr>
          </a:p>
          <a:p>
            <a:pPr marL="0" lvl="1"/>
            <a:r>
              <a:rPr lang="en-GB" sz="1400" noProof="0" dirty="0">
                <a:solidFill>
                  <a:schemeClr val="tx2"/>
                </a:solidFill>
                <a:latin typeface="Montserrat" pitchFamily="2" charset="77"/>
              </a:rPr>
              <a:t>UKI  Region </a:t>
            </a:r>
            <a:r>
              <a:rPr lang="en-GB" sz="1400" b="0" noProof="0" dirty="0">
                <a:solidFill>
                  <a:schemeClr val="tx2"/>
                </a:solidFill>
                <a:latin typeface="Montserrat" pitchFamily="2" charset="77"/>
              </a:rPr>
              <a:t>– UK and Ireland (Leeds &amp; Kildare)</a:t>
            </a:r>
          </a:p>
          <a:p>
            <a:pPr marL="0" lvl="1"/>
            <a:r>
              <a:rPr lang="en-GB" sz="1400" noProof="0" dirty="0">
                <a:solidFill>
                  <a:schemeClr val="tx2"/>
                </a:solidFill>
                <a:latin typeface="Montserrat" pitchFamily="2" charset="77"/>
              </a:rPr>
              <a:t>ANZ Region </a:t>
            </a:r>
            <a:r>
              <a:rPr lang="en-GB" sz="1400" b="0" noProof="0" dirty="0">
                <a:solidFill>
                  <a:schemeClr val="tx2"/>
                </a:solidFill>
                <a:latin typeface="Montserrat" pitchFamily="2" charset="77"/>
              </a:rPr>
              <a:t>– Australia and New Zealand (Melbourne, Sydney, Brisbane and Wellington)</a:t>
            </a:r>
          </a:p>
          <a:p>
            <a:pPr marL="0" lvl="1"/>
            <a:r>
              <a:rPr lang="en-GB" sz="1400" noProof="0" dirty="0">
                <a:solidFill>
                  <a:schemeClr val="tx2"/>
                </a:solidFill>
                <a:latin typeface="Montserrat" pitchFamily="2" charset="77"/>
              </a:rPr>
              <a:t>NE&amp;SA Region </a:t>
            </a:r>
            <a:r>
              <a:rPr lang="en-GB" sz="1400" b="0" noProof="0" dirty="0">
                <a:solidFill>
                  <a:schemeClr val="tx2"/>
                </a:solidFill>
                <a:latin typeface="Montserrat" pitchFamily="2" charset="77"/>
              </a:rPr>
              <a:t>– Northern Central Europe and South Africa (Sweden, Netherlands, Denmark and Johannesburg)</a:t>
            </a:r>
          </a:p>
          <a:p>
            <a:pPr marL="0" lvl="1"/>
            <a:r>
              <a:rPr lang="en-GB" sz="1400" noProof="0" dirty="0">
                <a:solidFill>
                  <a:schemeClr val="tx2"/>
                </a:solidFill>
                <a:latin typeface="Montserrat" pitchFamily="2" charset="77"/>
              </a:rPr>
              <a:t>SE Region </a:t>
            </a:r>
            <a:r>
              <a:rPr lang="en-GB" sz="1400" b="0" noProof="0" dirty="0">
                <a:solidFill>
                  <a:schemeClr val="tx2"/>
                </a:solidFill>
                <a:latin typeface="Montserrat" pitchFamily="2" charset="77"/>
              </a:rPr>
              <a:t>– Central Europe (La Rozas, Malaga, Seville, Lisbon and Leon)</a:t>
            </a:r>
          </a:p>
          <a:p>
            <a:pPr marL="0" lvl="1"/>
            <a:r>
              <a:rPr lang="en-GB" sz="1400" noProof="0" dirty="0">
                <a:solidFill>
                  <a:schemeClr val="tx2"/>
                </a:solidFill>
                <a:latin typeface="Montserrat" pitchFamily="2" charset="77"/>
              </a:rPr>
              <a:t>India Region </a:t>
            </a:r>
            <a:r>
              <a:rPr lang="en-GB" sz="1400" b="0" noProof="0" dirty="0">
                <a:solidFill>
                  <a:schemeClr val="tx2"/>
                </a:solidFill>
                <a:latin typeface="Montserrat" pitchFamily="2" charset="77"/>
              </a:rPr>
              <a:t>– Chennai and Noida</a:t>
            </a:r>
            <a:endParaRPr lang="en-GB" sz="1400" noProof="0" dirty="0">
              <a:solidFill>
                <a:schemeClr val="tx2"/>
              </a:solidFill>
              <a:latin typeface="Montserrat" pitchFamily="2" charset="77"/>
            </a:endParaRPr>
          </a:p>
          <a:p>
            <a:pPr marL="0" lvl="1"/>
            <a:endParaRPr lang="en-GB" sz="1400" b="0" noProof="0" dirty="0">
              <a:solidFill>
                <a:schemeClr val="tx2"/>
              </a:solidFill>
              <a:latin typeface="Montserrat" pitchFamily="2" charset="77"/>
            </a:endParaRPr>
          </a:p>
          <a:p>
            <a:pPr marL="0" lvl="1"/>
            <a:r>
              <a:rPr lang="en-GB" sz="1400" b="0" noProof="0" dirty="0">
                <a:solidFill>
                  <a:schemeClr val="tx2"/>
                </a:solidFill>
                <a:latin typeface="Montserrat" pitchFamily="2" charset="77"/>
              </a:rPr>
              <a:t>In the last year we have had no incidents in which the Crisis Response Team invoked.</a:t>
            </a:r>
          </a:p>
          <a:p>
            <a:pPr marL="0" lvl="1"/>
            <a:endParaRPr lang="en-GB" sz="1400" b="0" noProof="0" dirty="0">
              <a:solidFill>
                <a:schemeClr val="tx2"/>
              </a:solidFill>
              <a:latin typeface="Montserrat" pitchFamily="2" charset="77"/>
            </a:endParaRPr>
          </a:p>
        </p:txBody>
      </p:sp>
    </p:spTree>
    <p:extLst>
      <p:ext uri="{BB962C8B-B14F-4D97-AF65-F5344CB8AC3E}">
        <p14:creationId xmlns:p14="http://schemas.microsoft.com/office/powerpoint/2010/main" val="38622596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25DFA-DEF6-6B47-B7DF-0D3BA09C2536}"/>
              </a:ext>
            </a:extLst>
          </p:cNvPr>
          <p:cNvSpPr>
            <a:spLocks noGrp="1"/>
          </p:cNvSpPr>
          <p:nvPr>
            <p:ph type="title"/>
          </p:nvPr>
        </p:nvSpPr>
        <p:spPr>
          <a:prstGeom prst="rect">
            <a:avLst/>
          </a:prstGeom>
        </p:spPr>
        <p:txBody>
          <a:bodyPr/>
          <a:lstStyle/>
          <a:p>
            <a:r>
              <a:rPr lang="en-GB" sz="2800" noProof="0" dirty="0">
                <a:cs typeface="Arial"/>
                <a:sym typeface="Arial"/>
              </a:rPr>
              <a:t>Role you Play</a:t>
            </a:r>
            <a:endParaRPr lang="en-GB" sz="2800" noProof="0" dirty="0"/>
          </a:p>
        </p:txBody>
      </p:sp>
      <p:sp>
        <p:nvSpPr>
          <p:cNvPr id="4" name="Google Shape;1717;p78">
            <a:extLst>
              <a:ext uri="{FF2B5EF4-FFF2-40B4-BE49-F238E27FC236}">
                <a16:creationId xmlns:a16="http://schemas.microsoft.com/office/drawing/2014/main" id="{05072C87-35B5-0D42-A610-C0EC0012D21D}"/>
              </a:ext>
            </a:extLst>
          </p:cNvPr>
          <p:cNvSpPr txBox="1">
            <a:spLocks/>
          </p:cNvSpPr>
          <p:nvPr/>
        </p:nvSpPr>
        <p:spPr>
          <a:xfrm>
            <a:off x="441941" y="2854573"/>
            <a:ext cx="10816216" cy="1004174"/>
          </a:xfrm>
          <a:prstGeom prst="rect">
            <a:avLst/>
          </a:prstGeom>
        </p:spPr>
        <p:txBody>
          <a:bodyPr spcFirstLastPara="1" wrap="square" lIns="91425" tIns="91425" rIns="91425" bIns="91425" anchor="ctr" anchorCtr="0">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ontserrat" pitchFamily="2" charset="77"/>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ontserrat" pitchFamily="2" charset="77"/>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ontserrat" pitchFamily="2" charset="77"/>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ontserrat" pitchFamily="2" charset="77"/>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GB" sz="1400" noProof="0" dirty="0">
              <a:solidFill>
                <a:schemeClr val="tx2"/>
              </a:solidFill>
              <a:cs typeface="Arial"/>
            </a:endParaRPr>
          </a:p>
          <a:p>
            <a:pPr marL="0" indent="0">
              <a:buNone/>
            </a:pPr>
            <a:r>
              <a:rPr lang="en-GB" sz="1400" noProof="0" dirty="0">
                <a:solidFill>
                  <a:schemeClr val="tx2"/>
                </a:solidFill>
                <a:cs typeface="Arial"/>
              </a:rPr>
              <a:t>Everyone has a role to play in Business Continuity and its effectiveness:</a:t>
            </a:r>
          </a:p>
          <a:p>
            <a:pPr marL="0" indent="0">
              <a:buNone/>
            </a:pPr>
            <a:endParaRPr lang="en-GB" sz="1400" noProof="0" dirty="0">
              <a:solidFill>
                <a:schemeClr val="tx2"/>
              </a:solidFill>
              <a:cs typeface="Arial"/>
            </a:endParaRPr>
          </a:p>
          <a:p>
            <a:pPr marL="285750" lvl="1" indent="-285750" eaLnBrk="1" hangingPunct="1"/>
            <a:r>
              <a:rPr lang="en-GB" sz="1400" noProof="0" dirty="0">
                <a:solidFill>
                  <a:schemeClr val="tx2"/>
                </a:solidFill>
              </a:rPr>
              <a:t>Know your site emergency response procedures and emergency exits if you are office based or a visiting a site</a:t>
            </a:r>
          </a:p>
          <a:p>
            <a:pPr marL="285750" lvl="1" indent="-285750" eaLnBrk="1" hangingPunct="1"/>
            <a:r>
              <a:rPr lang="en-GB" sz="1400" noProof="0" dirty="0">
                <a:solidFill>
                  <a:schemeClr val="tx2"/>
                </a:solidFill>
              </a:rPr>
              <a:t>Keep workday up-to-date with your contact and emergency contact information</a:t>
            </a:r>
          </a:p>
          <a:p>
            <a:pPr marL="285750" lvl="1" indent="-285750" eaLnBrk="1" hangingPunct="1"/>
            <a:r>
              <a:rPr lang="en-GB" sz="1400" noProof="0" dirty="0">
                <a:solidFill>
                  <a:schemeClr val="tx2"/>
                </a:solidFill>
              </a:rPr>
              <a:t>Take your annual ISO22301 and ISO27001 training</a:t>
            </a:r>
          </a:p>
          <a:p>
            <a:pPr marL="285750" lvl="1" indent="-285750" eaLnBrk="1" hangingPunct="1"/>
            <a:r>
              <a:rPr lang="en-GB" sz="1400" noProof="0" dirty="0">
                <a:solidFill>
                  <a:schemeClr val="tx2"/>
                </a:solidFill>
              </a:rPr>
              <a:t>If an adverse event happens, remember:</a:t>
            </a:r>
          </a:p>
          <a:p>
            <a:pPr marL="742950" lvl="2" indent="-285750" eaLnBrk="1" hangingPunct="1"/>
            <a:r>
              <a:rPr lang="en-GB" sz="1400" noProof="0" dirty="0">
                <a:solidFill>
                  <a:schemeClr val="tx2"/>
                </a:solidFill>
              </a:rPr>
              <a:t>Stay calm</a:t>
            </a:r>
          </a:p>
          <a:p>
            <a:pPr marL="742950" lvl="2" indent="-285750" eaLnBrk="1" hangingPunct="1"/>
            <a:r>
              <a:rPr lang="en-GB" sz="1400" dirty="0">
                <a:solidFill>
                  <a:schemeClr val="tx2"/>
                </a:solidFill>
              </a:rPr>
              <a:t>Stay safe</a:t>
            </a:r>
            <a:endParaRPr lang="en-GB" sz="1400" noProof="0" dirty="0">
              <a:solidFill>
                <a:schemeClr val="tx2"/>
              </a:solidFill>
            </a:endParaRPr>
          </a:p>
          <a:p>
            <a:pPr marL="742950" lvl="2" indent="-285750" eaLnBrk="1" hangingPunct="1"/>
            <a:r>
              <a:rPr lang="en-GB" sz="1400" noProof="0" dirty="0">
                <a:solidFill>
                  <a:schemeClr val="tx2"/>
                </a:solidFill>
              </a:rPr>
              <a:t>Follow guidelines from government agencies, emergency services and warning systems</a:t>
            </a:r>
          </a:p>
          <a:p>
            <a:pPr marL="742950" lvl="2" indent="-285750" eaLnBrk="1" hangingPunct="1"/>
            <a:r>
              <a:rPr lang="en-GB" sz="1400" noProof="0" dirty="0">
                <a:solidFill>
                  <a:schemeClr val="tx2"/>
                </a:solidFill>
              </a:rPr>
              <a:t>Only when it is safe to do so, reach out to your manager and let them know you are safe and your current situation (if possible, within 48 hours)</a:t>
            </a:r>
          </a:p>
          <a:p>
            <a:pPr marL="285750" lvl="1" indent="-285750" eaLnBrk="1" hangingPunct="1"/>
            <a:r>
              <a:rPr lang="en-US" sz="1400" dirty="0">
                <a:solidFill>
                  <a:schemeClr val="tx2"/>
                </a:solidFill>
              </a:rPr>
              <a:t>Keep at home battery operated radio and spare batteries, when facing loss of power/communications this may enable you to follow any guidelines from local government and warning systems.</a:t>
            </a:r>
          </a:p>
          <a:p>
            <a:pPr marL="285750" lvl="1" indent="-285750" eaLnBrk="1" hangingPunct="1"/>
            <a:r>
              <a:rPr lang="en-GB" sz="1400" dirty="0">
                <a:solidFill>
                  <a:schemeClr val="tx2"/>
                </a:solidFill>
              </a:rPr>
              <a:t>Incidents can be traumatic and may have a lasting impact on your well-being. If you are feeling overwhelmed or distressed, seek support from friends, family, or mental health professionals. Talking about the incident and processing your emotions can help you cope with the situation.</a:t>
            </a:r>
          </a:p>
          <a:p>
            <a:pPr marL="742950" lvl="2" indent="-285750" eaLnBrk="1" hangingPunct="1"/>
            <a:endParaRPr lang="en-GB" sz="1400" noProof="0" dirty="0">
              <a:solidFill>
                <a:schemeClr val="tx2"/>
              </a:solidFill>
            </a:endParaRPr>
          </a:p>
        </p:txBody>
      </p:sp>
    </p:spTree>
    <p:extLst>
      <p:ext uri="{BB962C8B-B14F-4D97-AF65-F5344CB8AC3E}">
        <p14:creationId xmlns:p14="http://schemas.microsoft.com/office/powerpoint/2010/main" val="1141590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olo 1">
            <a:extLst>
              <a:ext uri="{FF2B5EF4-FFF2-40B4-BE49-F238E27FC236}">
                <a16:creationId xmlns:a16="http://schemas.microsoft.com/office/drawing/2014/main" id="{0D4A843B-F8D3-55D2-D0AA-14EAD9339218}"/>
              </a:ext>
            </a:extLst>
          </p:cNvPr>
          <p:cNvSpPr txBox="1">
            <a:spLocks/>
          </p:cNvSpPr>
          <p:nvPr/>
        </p:nvSpPr>
        <p:spPr>
          <a:xfrm>
            <a:off x="4236731" y="2858270"/>
            <a:ext cx="4556287" cy="1141459"/>
          </a:xfrm>
          <a:prstGeom prst="rect">
            <a:avLst/>
          </a:prstGeom>
        </p:spPr>
        <p:txBody>
          <a:bodyPr/>
          <a:lstStyle>
            <a:lvl1pPr algn="l" rtl="0" eaLnBrk="1" fontAlgn="base" hangingPunct="1">
              <a:lnSpc>
                <a:spcPct val="90000"/>
              </a:lnSpc>
              <a:spcBef>
                <a:spcPct val="0"/>
              </a:spcBef>
              <a:spcAft>
                <a:spcPct val="0"/>
              </a:spcAft>
              <a:defRPr sz="2400" b="1" i="0" kern="1200">
                <a:solidFill>
                  <a:schemeClr val="accent1"/>
                </a:solidFill>
                <a:latin typeface="Montserrat" pitchFamily="2" charset="77"/>
                <a:ea typeface="+mj-ea"/>
                <a:cs typeface="+mj-cs"/>
              </a:defRPr>
            </a:lvl1pPr>
            <a:lvl2pPr algn="l" rtl="0" eaLnBrk="1" fontAlgn="base" hangingPunct="1">
              <a:lnSpc>
                <a:spcPct val="90000"/>
              </a:lnSpc>
              <a:spcBef>
                <a:spcPct val="0"/>
              </a:spcBef>
              <a:spcAft>
                <a:spcPct val="0"/>
              </a:spcAft>
              <a:defRPr sz="4400">
                <a:solidFill>
                  <a:schemeClr val="tx1"/>
                </a:solidFill>
                <a:latin typeface="Montserrat" panose="00000500000000000000" pitchFamily="2" charset="0"/>
              </a:defRPr>
            </a:lvl2pPr>
            <a:lvl3pPr algn="l" rtl="0" eaLnBrk="1" fontAlgn="base" hangingPunct="1">
              <a:lnSpc>
                <a:spcPct val="90000"/>
              </a:lnSpc>
              <a:spcBef>
                <a:spcPct val="0"/>
              </a:spcBef>
              <a:spcAft>
                <a:spcPct val="0"/>
              </a:spcAft>
              <a:defRPr sz="4400">
                <a:solidFill>
                  <a:schemeClr val="tx1"/>
                </a:solidFill>
                <a:latin typeface="Montserrat" panose="00000500000000000000" pitchFamily="2" charset="0"/>
              </a:defRPr>
            </a:lvl3pPr>
            <a:lvl4pPr algn="l" rtl="0" eaLnBrk="1" fontAlgn="base" hangingPunct="1">
              <a:lnSpc>
                <a:spcPct val="90000"/>
              </a:lnSpc>
              <a:spcBef>
                <a:spcPct val="0"/>
              </a:spcBef>
              <a:spcAft>
                <a:spcPct val="0"/>
              </a:spcAft>
              <a:defRPr sz="4400">
                <a:solidFill>
                  <a:schemeClr val="tx1"/>
                </a:solidFill>
                <a:latin typeface="Montserrat" panose="00000500000000000000" pitchFamily="2" charset="0"/>
              </a:defRPr>
            </a:lvl4pPr>
            <a:lvl5pPr algn="l" rtl="0" eaLnBrk="1" fontAlgn="base" hangingPunct="1">
              <a:lnSpc>
                <a:spcPct val="90000"/>
              </a:lnSpc>
              <a:spcBef>
                <a:spcPct val="0"/>
              </a:spcBef>
              <a:spcAft>
                <a:spcPct val="0"/>
              </a:spcAft>
              <a:defRPr sz="4400">
                <a:solidFill>
                  <a:schemeClr val="tx1"/>
                </a:solidFill>
                <a:latin typeface="Montserrat" panose="00000500000000000000" pitchFamily="2" charset="0"/>
              </a:defRPr>
            </a:lvl5pPr>
            <a:lvl6pPr marL="457200" algn="l" rtl="0" eaLnBrk="1" fontAlgn="base" hangingPunct="1">
              <a:lnSpc>
                <a:spcPct val="90000"/>
              </a:lnSpc>
              <a:spcBef>
                <a:spcPct val="0"/>
              </a:spcBef>
              <a:spcAft>
                <a:spcPct val="0"/>
              </a:spcAft>
              <a:defRPr sz="4400">
                <a:solidFill>
                  <a:schemeClr val="tx1"/>
                </a:solidFill>
                <a:latin typeface="Montserrat" panose="00000500000000000000" pitchFamily="2" charset="0"/>
              </a:defRPr>
            </a:lvl6pPr>
            <a:lvl7pPr marL="914400" algn="l" rtl="0" eaLnBrk="1" fontAlgn="base" hangingPunct="1">
              <a:lnSpc>
                <a:spcPct val="90000"/>
              </a:lnSpc>
              <a:spcBef>
                <a:spcPct val="0"/>
              </a:spcBef>
              <a:spcAft>
                <a:spcPct val="0"/>
              </a:spcAft>
              <a:defRPr sz="4400">
                <a:solidFill>
                  <a:schemeClr val="tx1"/>
                </a:solidFill>
                <a:latin typeface="Montserrat" panose="00000500000000000000" pitchFamily="2" charset="0"/>
              </a:defRPr>
            </a:lvl7pPr>
            <a:lvl8pPr marL="1371600" algn="l" rtl="0" eaLnBrk="1" fontAlgn="base" hangingPunct="1">
              <a:lnSpc>
                <a:spcPct val="90000"/>
              </a:lnSpc>
              <a:spcBef>
                <a:spcPct val="0"/>
              </a:spcBef>
              <a:spcAft>
                <a:spcPct val="0"/>
              </a:spcAft>
              <a:defRPr sz="4400">
                <a:solidFill>
                  <a:schemeClr val="tx1"/>
                </a:solidFill>
                <a:latin typeface="Montserrat" panose="00000500000000000000" pitchFamily="2" charset="0"/>
              </a:defRPr>
            </a:lvl8pPr>
            <a:lvl9pPr marL="1828800" algn="l" rtl="0" eaLnBrk="1" fontAlgn="base" hangingPunct="1">
              <a:lnSpc>
                <a:spcPct val="90000"/>
              </a:lnSpc>
              <a:spcBef>
                <a:spcPct val="0"/>
              </a:spcBef>
              <a:spcAft>
                <a:spcPct val="0"/>
              </a:spcAft>
              <a:defRPr sz="4400">
                <a:solidFill>
                  <a:schemeClr val="tx1"/>
                </a:solidFill>
                <a:latin typeface="Montserrat" panose="00000500000000000000" pitchFamily="2" charset="0"/>
              </a:defRPr>
            </a:lvl9pPr>
          </a:lstStyle>
          <a:p>
            <a:r>
              <a:rPr lang="en-GB" sz="4000" noProof="0" dirty="0"/>
              <a:t>Thank you</a:t>
            </a:r>
          </a:p>
        </p:txBody>
      </p:sp>
    </p:spTree>
    <p:extLst>
      <p:ext uri="{BB962C8B-B14F-4D97-AF65-F5344CB8AC3E}">
        <p14:creationId xmlns:p14="http://schemas.microsoft.com/office/powerpoint/2010/main" val="3109045844"/>
      </p:ext>
    </p:extLst>
  </p:cSld>
  <p:clrMapOvr>
    <a:masterClrMapping/>
  </p:clrMapOvr>
</p:sld>
</file>

<file path=ppt/theme/theme1.xml><?xml version="1.0" encoding="utf-8"?>
<a:theme xmlns:a="http://schemas.openxmlformats.org/drawingml/2006/main" name="Cover">
  <a:themeElements>
    <a:clrScheme name="DADALUS 01">
      <a:dk1>
        <a:srgbClr val="000000"/>
      </a:dk1>
      <a:lt1>
        <a:srgbClr val="FFFFFF"/>
      </a:lt1>
      <a:dk2>
        <a:srgbClr val="626362"/>
      </a:dk2>
      <a:lt2>
        <a:srgbClr val="CBCCCB"/>
      </a:lt2>
      <a:accent1>
        <a:srgbClr val="1D4F91"/>
      </a:accent1>
      <a:accent2>
        <a:srgbClr val="C5E86C"/>
      </a:accent2>
      <a:accent3>
        <a:srgbClr val="4198B5"/>
      </a:accent3>
      <a:accent4>
        <a:srgbClr val="BEC6C3"/>
      </a:accent4>
      <a:accent5>
        <a:srgbClr val="008C95"/>
      </a:accent5>
      <a:accent6>
        <a:srgbClr val="00A3E0"/>
      </a:accent6>
      <a:hlink>
        <a:srgbClr val="2CCCD3"/>
      </a:hlink>
      <a:folHlink>
        <a:srgbClr val="B9D9EB"/>
      </a:folHlink>
    </a:clrScheme>
    <a:fontScheme name="Personalizzato 4">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2D1CD52E-396B-7944-A488-01FBF425A398}" vid="{AD2C8F10-1D12-3047-A68D-A249CAD58FA2}"/>
    </a:ext>
  </a:extLst>
</a:theme>
</file>

<file path=ppt/theme/theme2.xml><?xml version="1.0" encoding="utf-8"?>
<a:theme xmlns:a="http://schemas.openxmlformats.org/drawingml/2006/main" name="Structure">
  <a:themeElements>
    <a:clrScheme name="DADALUS 02">
      <a:dk1>
        <a:srgbClr val="000000"/>
      </a:dk1>
      <a:lt1>
        <a:srgbClr val="FFFFFF"/>
      </a:lt1>
      <a:dk2>
        <a:srgbClr val="626362"/>
      </a:dk2>
      <a:lt2>
        <a:srgbClr val="CBCCCB"/>
      </a:lt2>
      <a:accent1>
        <a:srgbClr val="1D4F91"/>
      </a:accent1>
      <a:accent2>
        <a:srgbClr val="C5E86C"/>
      </a:accent2>
      <a:accent3>
        <a:srgbClr val="4198B5"/>
      </a:accent3>
      <a:accent4>
        <a:srgbClr val="BEC6C3"/>
      </a:accent4>
      <a:accent5>
        <a:srgbClr val="008C95"/>
      </a:accent5>
      <a:accent6>
        <a:srgbClr val="00A3E0"/>
      </a:accent6>
      <a:hlink>
        <a:srgbClr val="2CCCD3"/>
      </a:hlink>
      <a:folHlink>
        <a:srgbClr val="B9D9EB"/>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2D1CD52E-396B-7944-A488-01FBF425A398}" vid="{79D7B9DF-9335-644C-B3BB-CD6FCF3B3000}"/>
    </a:ext>
  </a:extLst>
</a:theme>
</file>

<file path=ppt/theme/theme3.xml><?xml version="1.0" encoding="utf-8"?>
<a:theme xmlns:a="http://schemas.openxmlformats.org/drawingml/2006/main" name="Colors Chart ">
  <a:themeElements>
    <a:clrScheme name="Personalizzati 2">
      <a:dk1>
        <a:srgbClr val="636463"/>
      </a:dk1>
      <a:lt1>
        <a:srgbClr val="FFFFFF"/>
      </a:lt1>
      <a:dk2>
        <a:srgbClr val="DF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2D1CD52E-396B-7944-A488-01FBF425A398}" vid="{38137C5E-A145-4A4D-B943-87DF67A55FFF}"/>
    </a:ext>
  </a:extLst>
</a:theme>
</file>

<file path=ppt/theme/theme4.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2cd55a5-aa05-4140-a504-685621c80b2f" xsi:nil="true"/>
    <lcf76f155ced4ddcb4097134ff3c332f xmlns="cec7e52d-7b78-4a24-a425-0c1be2473d9b">
      <Terms xmlns="http://schemas.microsoft.com/office/infopath/2007/PartnerControls"/>
    </lcf76f155ced4ddcb4097134ff3c332f>
    <SharedWithUsers xmlns="92cd55a5-aa05-4140-a504-685621c80b2f">
      <UserInfo>
        <DisplayName/>
        <AccountId xsi:nil="true"/>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00D9B4076069C4DA23D2DE6B458A43C" ma:contentTypeVersion="15" ma:contentTypeDescription="Create a new document." ma:contentTypeScope="" ma:versionID="51387dca4a931b2893ce41ff051347ed">
  <xsd:schema xmlns:xsd="http://www.w3.org/2001/XMLSchema" xmlns:xs="http://www.w3.org/2001/XMLSchema" xmlns:p="http://schemas.microsoft.com/office/2006/metadata/properties" xmlns:ns2="cec7e52d-7b78-4a24-a425-0c1be2473d9b" xmlns:ns3="92cd55a5-aa05-4140-a504-685621c80b2f" targetNamespace="http://schemas.microsoft.com/office/2006/metadata/properties" ma:root="true" ma:fieldsID="d67e32e2c73bf9024d9e50fb686b9048" ns2:_="" ns3:_="">
    <xsd:import namespace="cec7e52d-7b78-4a24-a425-0c1be2473d9b"/>
    <xsd:import namespace="92cd55a5-aa05-4140-a504-685621c80b2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ec7e52d-7b78-4a24-a425-0c1be2473d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5269196-3c19-4658-8e5b-4d6cc1d35d9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cd55a5-aa05-4140-a504-685621c80b2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519587d-a033-4b21-9872-61ea17c2aa40}" ma:internalName="TaxCatchAll" ma:showField="CatchAllData" ma:web="92cd55a5-aa05-4140-a504-685621c80b2f">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263369-5780-440B-8EEC-57A749B94085}">
  <ds:schemaRefs>
    <ds:schemaRef ds:uri="http://schemas.microsoft.com/office/2006/metadata/properties"/>
    <ds:schemaRef ds:uri="http://schemas.microsoft.com/office/infopath/2007/PartnerControls"/>
    <ds:schemaRef ds:uri="e612924b-2cbc-4df2-a8b3-fa94e8f0bf56"/>
    <ds:schemaRef ds:uri="168e0357-5b39-4600-91c2-bfff6e896513"/>
    <ds:schemaRef ds:uri="92cd55a5-aa05-4140-a504-685621c80b2f"/>
    <ds:schemaRef ds:uri="cec7e52d-7b78-4a24-a425-0c1be2473d9b"/>
  </ds:schemaRefs>
</ds:datastoreItem>
</file>

<file path=customXml/itemProps2.xml><?xml version="1.0" encoding="utf-8"?>
<ds:datastoreItem xmlns:ds="http://schemas.openxmlformats.org/officeDocument/2006/customXml" ds:itemID="{65B53DF9-E48B-406F-92D1-7F6F2DB07643}">
  <ds:schemaRefs>
    <ds:schemaRef ds:uri="http://schemas.microsoft.com/sharepoint/v3/contenttype/forms"/>
  </ds:schemaRefs>
</ds:datastoreItem>
</file>

<file path=customXml/itemProps3.xml><?xml version="1.0" encoding="utf-8"?>
<ds:datastoreItem xmlns:ds="http://schemas.openxmlformats.org/officeDocument/2006/customXml" ds:itemID="{40FB2AAE-3746-4F73-BB4C-53716C22D5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ec7e52d-7b78-4a24-a425-0c1be2473d9b"/>
    <ds:schemaRef ds:uri="92cd55a5-aa05-4140-a504-685621c80b2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a4153a30-97aa-49dd-8839-66f72081522c}" enabled="1" method="Standard" siteId="{9ffff5c3-bdfa-4a9d-b595-ff68329945ef}" removed="0"/>
</clbl:labelList>
</file>

<file path=docProps/app.xml><?xml version="1.0" encoding="utf-8"?>
<Properties xmlns="http://schemas.openxmlformats.org/officeDocument/2006/extended-properties" xmlns:vt="http://schemas.openxmlformats.org/officeDocument/2006/docPropsVTypes">
  <Template>Dedalus 3.0 Master PowerPoint Template</Template>
  <TotalTime>1</TotalTime>
  <Words>3475</Words>
  <Application>Microsoft Office PowerPoint</Application>
  <PresentationFormat>Widescreen</PresentationFormat>
  <Paragraphs>530</Paragraphs>
  <Slides>23</Slides>
  <Notes>19</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23</vt:i4>
      </vt:variant>
    </vt:vector>
  </HeadingPairs>
  <TitlesOfParts>
    <vt:vector size="36" baseType="lpstr">
      <vt:lpstr>.PingFang SC Regular</vt:lpstr>
      <vt:lpstr>Aptos</vt:lpstr>
      <vt:lpstr>Arial</vt:lpstr>
      <vt:lpstr>Calibri</vt:lpstr>
      <vt:lpstr>Calibri Light</vt:lpstr>
      <vt:lpstr>Montserrat</vt:lpstr>
      <vt:lpstr>Montserrat Bold</vt:lpstr>
      <vt:lpstr>Montserrat Light</vt:lpstr>
      <vt:lpstr>Montserrat Medium</vt:lpstr>
      <vt:lpstr>Montserrat SemiBold</vt:lpstr>
      <vt:lpstr>Cover</vt:lpstr>
      <vt:lpstr>Structure</vt:lpstr>
      <vt:lpstr>Colors Chart </vt:lpstr>
      <vt:lpstr>AI-Assisted Development for Modern PAS Application Prototyping</vt:lpstr>
      <vt:lpstr>Introduction</vt:lpstr>
      <vt:lpstr>Business Continuity</vt:lpstr>
      <vt:lpstr>Business Continuity Management System</vt:lpstr>
      <vt:lpstr>Process Steps</vt:lpstr>
      <vt:lpstr>PowerPoint Presentation</vt:lpstr>
      <vt:lpstr>Who and how</vt:lpstr>
      <vt:lpstr>India Crisis Response Team</vt:lpstr>
      <vt:lpstr>Business Impact Analysis</vt:lpstr>
      <vt:lpstr>Business Impact Analysis</vt:lpstr>
      <vt:lpstr>Business Impact Analysis</vt:lpstr>
      <vt:lpstr>Tabletop Exercise</vt:lpstr>
      <vt:lpstr>Tabletop Exercise</vt:lpstr>
      <vt:lpstr>Objectives</vt:lpstr>
      <vt:lpstr>Risk Assessment</vt:lpstr>
      <vt:lpstr>Documentation</vt:lpstr>
      <vt:lpstr>Continual Improvement</vt:lpstr>
      <vt:lpstr>Audits</vt:lpstr>
      <vt:lpstr>Annual Business Continuity Training</vt:lpstr>
      <vt:lpstr>PowerPoint Presentation</vt:lpstr>
      <vt:lpstr>Program Update</vt:lpstr>
      <vt:lpstr>Role you Play</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Mathur, Sonu (HCS)</dc:creator>
  <cp:keywords/>
  <dc:description/>
  <cp:lastModifiedBy>Vignesh K</cp:lastModifiedBy>
  <cp:revision>207</cp:revision>
  <dcterms:created xsi:type="dcterms:W3CDTF">2021-05-06T11:10:24Z</dcterms:created>
  <dcterms:modified xsi:type="dcterms:W3CDTF">2026-07-12T20:52:36Z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0x010100A00D9B4076069C4DA23D2DE6B458A43C</vt:lpwstr>
  </property>
  <property fmtid="{D5CDD505-2E9C-101B-9397-08002B2CF9AE}" pid="3" name="Information Systems DocType">
    <vt:lpwstr/>
  </property>
  <property fmtid="{D5CDD505-2E9C-101B-9397-08002B2CF9AE}" pid="4" name="Global Keywords">
    <vt:lpwstr/>
  </property>
  <property fmtid="{D5CDD505-2E9C-101B-9397-08002B2CF9AE}" pid="5" name="Order">
    <vt:r8>424000</vt:r8>
  </property>
  <property fmtid="{D5CDD505-2E9C-101B-9397-08002B2CF9AE}" pid="6" name="xd_Signature">
    <vt:bool>false</vt:bool>
  </property>
  <property fmtid="{D5CDD505-2E9C-101B-9397-08002B2CF9AE}" pid="7" name="CSC Classification">
    <vt:lpwstr>Low Sensitivity</vt:lpwstr>
  </property>
  <property fmtid="{D5CDD505-2E9C-101B-9397-08002B2CF9AE}" pid="8" name="xd_ProgID">
    <vt:lpwstr/>
  </property>
  <property fmtid="{D5CDD505-2E9C-101B-9397-08002B2CF9AE}" pid="9" name="_ColorHex">
    <vt:lpwstr/>
  </property>
  <property fmtid="{D5CDD505-2E9C-101B-9397-08002B2CF9AE}" pid="10" name="_Emoji">
    <vt:lpwstr/>
  </property>
  <property fmtid="{D5CDD505-2E9C-101B-9397-08002B2CF9AE}" pid="11" name="DXCDisposition">
    <vt:lpwstr>HCS</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_ColorTag">
    <vt:lpwstr/>
  </property>
  <property fmtid="{D5CDD505-2E9C-101B-9397-08002B2CF9AE}" pid="16" name="TriggerFlowInfo">
    <vt:lpwstr/>
  </property>
  <property fmtid="{D5CDD505-2E9C-101B-9397-08002B2CF9AE}" pid="17" name="MediaServiceImageTags">
    <vt:lpwstr/>
  </property>
</Properties>
</file>